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4"/>
  </p:notesMasterIdLst>
  <p:sldIdLst>
    <p:sldId id="2147483613" r:id="rId2"/>
    <p:sldId id="214748362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9094122-A150-FC09-E82B-86AC8B39D9A6}" name="Matt Minetola" initials="MM" userId="S::matt.minetola@accelins.com::29b71358-a632-4286-9da1-adcecbe899e0" providerId="AD"/>
  <p188:author id="{FBB1FD81-FF4B-40B9-D2B8-965B5163F14F}" name="Jay Shah" initials="JS" userId="S::Jay.Shah@accelins.com::3a714165-f9d9-445f-b2bb-d36f472363a5" providerId="AD"/>
  <p188:author id="{A617CF9C-6089-20F6-ED8F-33EFB922FC4C}" name="Yuvika Bhatia" initials="YB" userId="S::Yuvika.Bhatia@accelins.com::5cb6208c-9a4d-4a28-802e-2484c47ea357" providerId="AD"/>
  <p188:author id="{0ABFDCA3-9458-6316-E575-52F4C62D5D21}" name="Waleed Saleem" initials="" userId="S::Waleed.Saleem@accelins.com::2829d915-5e54-453e-a612-4de068a41e7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155A"/>
    <a:srgbClr val="0025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0BF8B0-4FCF-0741-9B33-1156248F23B7}" v="17" dt="2026-04-21T15:10:54.057"/>
    <p1510:client id="{DB0D9EFB-90C6-4818-99CC-4F10E193E2F8}" v="19" dt="2026-04-21T16:59:14.6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8/10/relationships/authors" Target="author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44E13-6225-2741-878F-4D38C39B7065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3661D-EDCF-224F-ACE8-963AB32E7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88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AF792-8F3E-DDF0-D063-BD3DA700D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CF69E7-A0CF-6041-E83D-C82FED828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4C6B94-47BE-7639-EDBA-A3DA8542D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9885F-9375-5984-466C-27CE76E9F8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C3661D-EDCF-224F-ACE8-963AB32E7D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599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E0660-F7E7-51AA-696B-82391398B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47B42-4CDE-EDBD-7C49-D118EEEB6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BF1F1-2B1E-7B78-DAE5-47AEA6D7A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14864-F0E1-E043-82FC-D9F8158D791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99983-2A79-5BC5-1507-20BA49174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30CA8-09C0-11DA-863D-56CE8401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EE9E-8A37-CE46-BACA-B06979186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04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D7EC9-F907-F9E9-86E4-03B60D8CD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7B596-89FC-F7E8-00BB-F99E9B965A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CDD92-FA59-AB8C-308A-6D480FB7A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4BD5C-81A7-8FE9-0F91-AE055C154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14864-F0E1-E043-82FC-D9F8158D791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68D41-FF9E-0823-9D92-2C175CAE8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61170-276B-3DE2-BCED-3A8125803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EE9E-8A37-CE46-BACA-B06979186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903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B41A2-ED80-0AFD-071F-E52472D51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77636-F304-CBE8-1BF3-24CB138C0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2FAD4-1C10-20D6-B261-AC891967F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F42B68-A833-00F8-8EBF-499BF9BFCA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5ED462-3763-8B95-1602-65BD9FD33B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B8E9B6-164B-9BF2-2DF0-153648FCA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14864-F0E1-E043-82FC-D9F8158D791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5080AE-7A9A-ED06-65F5-73AB3F84C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52ADAC-FB18-6DF6-777C-D77AE297A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EE9E-8A37-CE46-BACA-B06979186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504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2A3C7A-DF58-3600-85EE-08948E46E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14864-F0E1-E043-82FC-D9F8158D791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E067AD-2029-5925-C71C-620617220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E054A9-D548-7282-38B1-58B2C640C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EE9E-8A37-CE46-BACA-B06979186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62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A215D-035C-1439-5D76-2E6E458D3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8966C-21B1-6D5D-7F38-B1FCC6AB8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68314-8F7A-C466-3BA5-00B2A7368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9BD34-441D-6926-F614-BADBD9B9B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14864-F0E1-E043-82FC-D9F8158D791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30BCD-F70E-F64E-1B07-2857ECF4B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74406-9322-92FE-D55C-0C4A5894E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EE9E-8A37-CE46-BACA-B06979186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96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20E09-DEB4-E81D-C7BF-752D28DBE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F21E6C-D153-97AF-BC3B-BF2C1F882C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7E7FA8-C9D7-1A64-D9C7-EA99A6CAD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5462D-BB01-AF7F-0B01-FDB448190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14864-F0E1-E043-82FC-D9F8158D791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DEAE2-A94B-9622-FED9-EBEC3D93A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21C94-D4EA-E79D-C89E-028436702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EE9E-8A37-CE46-BACA-B06979186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679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B7DD8-71B2-A3C9-FF53-D44AA2E49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7C27B-633E-BC81-B3FC-6AF7CC349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72574-A1C2-32CC-DF00-42D2779C5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14864-F0E1-E043-82FC-D9F8158D791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1CF90-2344-3F5F-CC3D-0E3B85FBF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33420-05FA-C431-3421-C85E9B06F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EE9E-8A37-CE46-BACA-B06979186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132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E95CFE-CF9A-52F2-D60B-E2EC6BA607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40F153-AAC8-3CF6-AF09-91AA08A76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17D3B-1C1E-54F5-CCBE-C6B46DD72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14864-F0E1-E043-82FC-D9F8158D791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DD8B6-1ABC-4802-6F77-E8B56F15E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A4527-D775-1199-92A7-5D895150E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EE9E-8A37-CE46-BACA-B06979186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53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AV -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ACFAA29F-BFF4-0ADD-294E-2B2C1801A00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3590" cy="13607"/>
          </a:xfrm>
          <a:prstGeom prst="octagon">
            <a:avLst/>
          </a:prstGeom>
          <a:noFill/>
          <a:ln w="1905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tx2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080" tIns="48924" rIns="50080" bIns="4892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428"/>
              </a:spcBef>
            </a:pPr>
            <a:endParaRPr lang="en-US" sz="856" err="1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34D37E-13A2-0C4A-C299-75214F24BEE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0" y="0"/>
            <a:ext cx="12190301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54ACAE7-A051-4F6B-9351-BE736D45002B}"/>
              </a:ext>
            </a:extLst>
          </p:cNvPr>
          <p:cNvSpPr/>
          <p:nvPr userDrawn="1"/>
        </p:nvSpPr>
        <p:spPr>
          <a:xfrm>
            <a:off x="0" y="-1695"/>
            <a:ext cx="12192000" cy="6858000"/>
          </a:xfrm>
          <a:prstGeom prst="rect">
            <a:avLst/>
          </a:prstGeom>
          <a:gradFill flip="none" rotWithShape="1">
            <a:gsLst>
              <a:gs pos="3000">
                <a:schemeClr val="accent6">
                  <a:lumMod val="20000"/>
                  <a:lumOff val="80000"/>
                  <a:alpha val="42000"/>
                </a:schemeClr>
              </a:gs>
              <a:gs pos="45000">
                <a:schemeClr val="accent6">
                  <a:lumMod val="75000"/>
                  <a:alpha val="0"/>
                </a:schemeClr>
              </a:gs>
            </a:gsLst>
            <a:lin ang="27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080" tIns="48924" rIns="50080" bIns="4892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428"/>
              </a:spcBef>
            </a:pPr>
            <a:endParaRPr lang="en-US" sz="856">
              <a:solidFill>
                <a:schemeClr val="tx1"/>
              </a:solidFill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AB374E7-5C98-4B21-80C9-095E4CDE26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" y="3918857"/>
            <a:ext cx="12192000" cy="2904153"/>
          </a:xfrm>
          <a:prstGeom prst="rect">
            <a:avLst/>
          </a:prstGeom>
        </p:spPr>
      </p:pic>
      <p:pic>
        <p:nvPicPr>
          <p:cNvPr id="15" name="Picture 14" descr="A picture containing darkness, black, night, outdoor&#10;&#10;Description automatically generated">
            <a:extLst>
              <a:ext uri="{FF2B5EF4-FFF2-40B4-BE49-F238E27FC236}">
                <a16:creationId xmlns:a16="http://schemas.microsoft.com/office/drawing/2014/main" id="{FF7B42F8-1AB4-4E0A-A948-04CA29F8A52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2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3340"/>
            <a:ext cx="12192000" cy="6103654"/>
          </a:xfrm>
          <a:prstGeom prst="rect">
            <a:avLst/>
          </a:prstGeom>
        </p:spPr>
      </p:pic>
      <p:pic>
        <p:nvPicPr>
          <p:cNvPr id="16" name="Picture 15" descr="A picture containing font, graphics, logo, graphic design&#10;&#10;Description automatically generated">
            <a:extLst>
              <a:ext uri="{FF2B5EF4-FFF2-40B4-BE49-F238E27FC236}">
                <a16:creationId xmlns:a16="http://schemas.microsoft.com/office/drawing/2014/main" id="{E953884A-3812-4F81-B418-F11E2E4BB54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50" y="712519"/>
            <a:ext cx="2589950" cy="705455"/>
          </a:xfrm>
          <a:prstGeom prst="rect">
            <a:avLst/>
          </a:prstGeom>
        </p:spPr>
      </p:pic>
      <p:sp>
        <p:nvSpPr>
          <p:cNvPr id="2" name="Presentation - Title"/>
          <p:cNvSpPr>
            <a:spLocks noGrp="1"/>
          </p:cNvSpPr>
          <p:nvPr>
            <p:ph type="title" hasCustomPrompt="1"/>
          </p:nvPr>
        </p:nvSpPr>
        <p:spPr>
          <a:xfrm>
            <a:off x="3236422" y="3606503"/>
            <a:ext cx="6871854" cy="66159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kumimoji="0" lang="en-US" sz="2568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</a:defRPr>
            </a:lvl1pPr>
          </a:lstStyle>
          <a:p>
            <a:pPr marL="0" marR="0" lvl="0" indent="0" defTabSz="897816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Presentation Title</a:t>
            </a:r>
          </a:p>
        </p:txBody>
      </p:sp>
      <p:sp>
        <p:nvSpPr>
          <p:cNvPr id="4" name="Presentation - Sub-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3236422" y="4356848"/>
            <a:ext cx="6871854" cy="290457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 defTabSz="805607" rtl="0" eaLnBrk="1" latinLnBrk="0" hangingPunct="1">
              <a:spcBef>
                <a:spcPts val="0"/>
              </a:spcBef>
              <a:spcAft>
                <a:spcPts val="352"/>
              </a:spcAft>
              <a:buFont typeface="Arial" panose="020B0604020202020204" pitchFamily="34" charset="0"/>
              <a:buNone/>
              <a:defRPr lang="en-US" sz="1926" b="1" kern="1200" baseline="0" dirty="0">
                <a:solidFill>
                  <a:schemeClr val="bg2">
                    <a:lumMod val="75000"/>
                  </a:schemeClr>
                </a:solidFill>
                <a:latin typeface="Nunito" pitchFamily="2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805607" rtl="0" eaLnBrk="1" latinLnBrk="0" hangingPunct="1">
              <a:spcBef>
                <a:spcPts val="0"/>
              </a:spcBef>
              <a:spcAft>
                <a:spcPts val="352"/>
              </a:spcAft>
              <a:buFont typeface="Arial" panose="020B0604020202020204" pitchFamily="34" charset="0"/>
              <a:buNone/>
            </a:pPr>
            <a:r>
              <a:rPr lang="en-US"/>
              <a:t>Business Unit, Client, or Project Name</a:t>
            </a:r>
          </a:p>
        </p:txBody>
      </p:sp>
      <p:sp>
        <p:nvSpPr>
          <p:cNvPr id="8" name="Presentation - Date"/>
          <p:cNvSpPr>
            <a:spLocks noGrp="1"/>
          </p:cNvSpPr>
          <p:nvPr>
            <p:ph type="body" sz="quarter" idx="10" hasCustomPrompt="1"/>
          </p:nvPr>
        </p:nvSpPr>
        <p:spPr>
          <a:xfrm>
            <a:off x="3236422" y="4695714"/>
            <a:ext cx="6871854" cy="25011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98" b="1" baseline="0">
                <a:solidFill>
                  <a:schemeClr val="bg2">
                    <a:lumMod val="75000"/>
                  </a:schemeClr>
                </a:solidFill>
                <a:latin typeface="Nunito" pitchFamily="2" charset="0"/>
              </a:defRPr>
            </a:lvl1pPr>
            <a:lvl5pPr>
              <a:defRPr/>
            </a:lvl5pPr>
          </a:lstStyle>
          <a:p>
            <a:pPr lvl="0"/>
            <a:r>
              <a:rPr lang="en-US"/>
              <a:t>Date (e.g. January 01, 2017)</a:t>
            </a:r>
          </a:p>
        </p:txBody>
      </p:sp>
      <p:sp>
        <p:nvSpPr>
          <p:cNvPr id="9" name="Presentation - Draft Watermark" hidden="1"/>
          <p:cNvSpPr txBox="1"/>
          <p:nvPr userDrawn="1"/>
        </p:nvSpPr>
        <p:spPr>
          <a:xfrm>
            <a:off x="10529455" y="927849"/>
            <a:ext cx="997527" cy="244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926" b="1" spc="0">
                <a:solidFill>
                  <a:srgbClr val="FF0000"/>
                </a:solidFill>
                <a:latin typeface="+mn-lt"/>
              </a:rPr>
              <a:t>DRAFT</a:t>
            </a:r>
          </a:p>
        </p:txBody>
      </p:sp>
      <p:sp>
        <p:nvSpPr>
          <p:cNvPr id="11" name="Presentation - Disclaimers" hidden="1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4445009" y="6406179"/>
            <a:ext cx="3325091" cy="130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 anchorCtr="0">
            <a:spAutoFit/>
          </a:bodyPr>
          <a:lstStyle/>
          <a:p>
            <a:pPr algn="ctr" defTabSz="897606">
              <a:lnSpc>
                <a:spcPts val="1057"/>
              </a:lnSpc>
            </a:pPr>
            <a:endParaRPr lang="en-US" sz="856" b="1" cap="all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Logo - Client 1" hidden="1"/>
          <p:cNvSpPr>
            <a:spLocks/>
          </p:cNvSpPr>
          <p:nvPr userDrawn="1"/>
        </p:nvSpPr>
        <p:spPr>
          <a:xfrm>
            <a:off x="10285588" y="567633"/>
            <a:ext cx="1108825" cy="2743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6">
                <a:solidFill>
                  <a:schemeClr val="tx1"/>
                </a:solidFill>
              </a:rPr>
              <a:t>Client Logo</a:t>
            </a:r>
          </a:p>
        </p:txBody>
      </p:sp>
    </p:spTree>
    <p:extLst>
      <p:ext uri="{BB962C8B-B14F-4D97-AF65-F5344CB8AC3E}">
        <p14:creationId xmlns:p14="http://schemas.microsoft.com/office/powerpoint/2010/main" val="1938155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ur Content +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CB4BC-6F6D-CCE3-01B7-407854262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45A61-6254-140A-A70B-6257B648D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4C3D7-A36D-C14B-8E1B-3319C43BC99C}" type="slidenum">
              <a:rPr lang="en-US" smtClean="0"/>
              <a:t>‹#›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D32761C-303C-7F61-D55F-715200EBF9E4}"/>
              </a:ext>
            </a:extLst>
          </p:cNvPr>
          <p:cNvCxnSpPr>
            <a:cxnSpLocks/>
          </p:cNvCxnSpPr>
          <p:nvPr userDrawn="1"/>
        </p:nvCxnSpPr>
        <p:spPr>
          <a:xfrm>
            <a:off x="3271019" y="1615876"/>
            <a:ext cx="0" cy="3204097"/>
          </a:xfrm>
          <a:prstGeom prst="line">
            <a:avLst/>
          </a:prstGeom>
          <a:ln w="6350">
            <a:solidFill>
              <a:schemeClr val="accent4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B03C9A0-C585-680D-DF41-EEC080C80D21}"/>
              </a:ext>
            </a:extLst>
          </p:cNvPr>
          <p:cNvCxnSpPr>
            <a:cxnSpLocks/>
          </p:cNvCxnSpPr>
          <p:nvPr userDrawn="1"/>
        </p:nvCxnSpPr>
        <p:spPr>
          <a:xfrm>
            <a:off x="6100516" y="1615876"/>
            <a:ext cx="0" cy="3204097"/>
          </a:xfrm>
          <a:prstGeom prst="line">
            <a:avLst/>
          </a:prstGeom>
          <a:ln w="6350">
            <a:solidFill>
              <a:schemeClr val="accent4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19BF49-E384-8C18-EA15-1D205E66959E}"/>
              </a:ext>
            </a:extLst>
          </p:cNvPr>
          <p:cNvCxnSpPr>
            <a:cxnSpLocks/>
          </p:cNvCxnSpPr>
          <p:nvPr userDrawn="1"/>
        </p:nvCxnSpPr>
        <p:spPr>
          <a:xfrm>
            <a:off x="8930013" y="1615876"/>
            <a:ext cx="0" cy="3204097"/>
          </a:xfrm>
          <a:prstGeom prst="line">
            <a:avLst/>
          </a:prstGeom>
          <a:ln w="6350">
            <a:solidFill>
              <a:schemeClr val="accent4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50EB71F8-4FB6-3C6F-18FF-A98300FE555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58812" y="512763"/>
            <a:ext cx="10875600" cy="442800"/>
          </a:xfrm>
        </p:spPr>
        <p:txBody>
          <a:bodyPr vert="horz" lIns="0" tIns="45720" rIns="0" bIns="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42A76EF-45C0-5D47-8F2E-801F9099094A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658813" y="971698"/>
            <a:ext cx="10874374" cy="329670"/>
          </a:xfrm>
        </p:spPr>
        <p:txBody>
          <a:bodyPr tIns="0" rIns="0" bIns="0">
            <a:noAutofit/>
          </a:bodyPr>
          <a:lstStyle>
            <a:lvl1pPr>
              <a:defRPr sz="2400" b="1" i="0">
                <a:solidFill>
                  <a:schemeClr val="accent4"/>
                </a:solidFill>
                <a:latin typeface="+mj-lt"/>
              </a:defRPr>
            </a:lvl1pPr>
            <a:lvl2pPr marL="15875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3A99D69A-9AC1-7885-4A2F-EBF4C2F46EF2}"/>
              </a:ext>
            </a:extLst>
          </p:cNvPr>
          <p:cNvSpPr>
            <a:spLocks noGrp="1"/>
          </p:cNvSpPr>
          <p:nvPr userDrawn="1">
            <p:ph sz="quarter" idx="16" hasCustomPrompt="1"/>
          </p:nvPr>
        </p:nvSpPr>
        <p:spPr>
          <a:xfrm>
            <a:off x="761029" y="1719585"/>
            <a:ext cx="672446" cy="646575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sx="130627" sy="130627" algn="ctr" rotWithShape="0">
              <a:schemeClr val="accent4"/>
            </a:outerShdw>
          </a:effectLst>
        </p:spPr>
        <p:txBody>
          <a:bodyPr wrap="square" lIns="0" tIns="0" rIns="0" bIns="0" anchor="ctr">
            <a:noAutofit/>
          </a:bodyPr>
          <a:lstStyle>
            <a:lvl1pPr algn="ctr">
              <a:defRPr sz="1050">
                <a:solidFill>
                  <a:schemeClr val="bg1"/>
                </a:solidFill>
              </a:defRPr>
            </a:lvl1pPr>
            <a:lvl2pPr algn="ctr">
              <a:defRPr sz="1100"/>
            </a:lvl2pPr>
            <a:lvl3pPr algn="ctr">
              <a:defRPr sz="1050"/>
            </a:lvl3pPr>
            <a:lvl4pPr algn="ctr">
              <a:defRPr sz="1000"/>
            </a:lvl4pPr>
            <a:lvl5pPr algn="ctr">
              <a:defRPr sz="900"/>
            </a:lvl5pPr>
          </a:lstStyle>
          <a:p>
            <a:pPr lvl="0"/>
            <a:r>
              <a:rPr lang="en-US"/>
              <a:t>Click to insert icon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B26C57B8-2353-7AAC-CC2C-6D3590CC80C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67845" y="2600329"/>
            <a:ext cx="2376851" cy="2219644"/>
          </a:xfrm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chemeClr val="accent4"/>
                </a:solidFill>
                <a:latin typeface="+mn-lt"/>
              </a:defRPr>
            </a:lvl1pPr>
            <a:lvl2pPr marL="15875" indent="0">
              <a:buNone/>
              <a:defRPr sz="1800"/>
            </a:lvl2pPr>
            <a:lvl3pPr marL="177800" indent="-169863">
              <a:buClr>
                <a:schemeClr val="accent4"/>
              </a:buClr>
              <a:tabLst/>
              <a:defRPr sz="1600"/>
            </a:lvl3pPr>
            <a:lvl4pPr marL="357188" indent="-179388">
              <a:tabLst/>
              <a:defRPr sz="1400"/>
            </a:lvl4pPr>
            <a:lvl5pPr marL="536575" indent="-179388">
              <a:buClr>
                <a:schemeClr val="accent2"/>
              </a:buClr>
              <a:tabLst/>
              <a:defRPr sz="1050"/>
            </a:lvl5pPr>
            <a:lvl6pPr marL="357187" indent="0">
              <a:buNone/>
              <a:tabLst/>
              <a:defRPr sz="1000" b="0" i="0">
                <a:latin typeface="Aptos Light" panose="020B0004020202020204" pitchFamily="34" charset="0"/>
              </a:defRPr>
            </a:lvl6pPr>
            <a:lvl7pPr marL="536575" indent="-179388">
              <a:tabLst/>
              <a:defRPr sz="1000" b="0" i="0">
                <a:latin typeface="Aptos Light" panose="020B0004020202020204" pitchFamily="34" charset="0"/>
              </a:defRPr>
            </a:lvl7pPr>
            <a:lvl8pPr marL="536575" indent="-179388">
              <a:tabLst/>
              <a:defRPr sz="1000" b="0" i="0">
                <a:latin typeface="Aptos Light" panose="020B0004020202020204" pitchFamily="34" charset="0"/>
              </a:defRPr>
            </a:lvl8pPr>
            <a:lvl9pPr marL="536575" indent="-179388">
              <a:tabLst/>
              <a:defRPr sz="1000" b="0" i="0">
                <a:latin typeface="Aptos Light" panose="020B0004020202020204" pitchFamily="34" charset="0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Content Placeholder 11">
            <a:extLst>
              <a:ext uri="{FF2B5EF4-FFF2-40B4-BE49-F238E27FC236}">
                <a16:creationId xmlns:a16="http://schemas.microsoft.com/office/drawing/2014/main" id="{34D0DEED-0941-4EC8-5FFD-014A0B3E692B}"/>
              </a:ext>
            </a:extLst>
          </p:cNvPr>
          <p:cNvSpPr>
            <a:spLocks noGrp="1"/>
          </p:cNvSpPr>
          <p:nvPr userDrawn="1">
            <p:ph sz="quarter" idx="17" hasCustomPrompt="1"/>
          </p:nvPr>
        </p:nvSpPr>
        <p:spPr>
          <a:xfrm>
            <a:off x="3584702" y="1719585"/>
            <a:ext cx="672446" cy="646575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sx="130627" sy="130627" algn="ctr" rotWithShape="0">
              <a:schemeClr val="accent4"/>
            </a:outerShdw>
          </a:effectLst>
        </p:spPr>
        <p:txBody>
          <a:bodyPr wrap="square" lIns="0" tIns="0" rIns="0" bIns="0" anchor="ctr">
            <a:noAutofit/>
          </a:bodyPr>
          <a:lstStyle>
            <a:lvl1pPr algn="ctr">
              <a:defRPr sz="1050">
                <a:solidFill>
                  <a:schemeClr val="bg1"/>
                </a:solidFill>
              </a:defRPr>
            </a:lvl1pPr>
            <a:lvl2pPr algn="ctr">
              <a:defRPr sz="1100"/>
            </a:lvl2pPr>
            <a:lvl3pPr algn="ctr">
              <a:defRPr sz="1050"/>
            </a:lvl3pPr>
            <a:lvl4pPr algn="ctr">
              <a:defRPr sz="1000"/>
            </a:lvl4pPr>
            <a:lvl5pPr algn="ctr">
              <a:defRPr sz="900"/>
            </a:lvl5pPr>
          </a:lstStyle>
          <a:p>
            <a:pPr lvl="0"/>
            <a:r>
              <a:rPr lang="en-US"/>
              <a:t>Click to insert icon</a:t>
            </a:r>
          </a:p>
        </p:txBody>
      </p:sp>
      <p:sp>
        <p:nvSpPr>
          <p:cNvPr id="25" name="Content Placeholder 11">
            <a:extLst>
              <a:ext uri="{FF2B5EF4-FFF2-40B4-BE49-F238E27FC236}">
                <a16:creationId xmlns:a16="http://schemas.microsoft.com/office/drawing/2014/main" id="{A845A409-1320-D60A-84AA-E00C03F0A6EB}"/>
              </a:ext>
            </a:extLst>
          </p:cNvPr>
          <p:cNvSpPr>
            <a:spLocks noGrp="1"/>
          </p:cNvSpPr>
          <p:nvPr userDrawn="1">
            <p:ph sz="quarter" idx="19" hasCustomPrompt="1"/>
          </p:nvPr>
        </p:nvSpPr>
        <p:spPr>
          <a:xfrm>
            <a:off x="6408375" y="1719585"/>
            <a:ext cx="672446" cy="646575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sx="130627" sy="130627" algn="ctr" rotWithShape="0">
              <a:schemeClr val="accent4"/>
            </a:outerShdw>
          </a:effectLst>
        </p:spPr>
        <p:txBody>
          <a:bodyPr wrap="square" lIns="0" tIns="0" rIns="0" bIns="0" anchor="ctr">
            <a:noAutofit/>
          </a:bodyPr>
          <a:lstStyle>
            <a:lvl1pPr algn="ctr">
              <a:defRPr sz="1050">
                <a:solidFill>
                  <a:schemeClr val="bg1"/>
                </a:solidFill>
              </a:defRPr>
            </a:lvl1pPr>
            <a:lvl2pPr algn="ctr">
              <a:defRPr sz="1100"/>
            </a:lvl2pPr>
            <a:lvl3pPr algn="ctr">
              <a:defRPr sz="1050"/>
            </a:lvl3pPr>
            <a:lvl4pPr algn="ctr">
              <a:defRPr sz="1000"/>
            </a:lvl4pPr>
            <a:lvl5pPr algn="ctr">
              <a:defRPr sz="900"/>
            </a:lvl5pPr>
          </a:lstStyle>
          <a:p>
            <a:pPr lvl="0"/>
            <a:r>
              <a:rPr lang="en-US"/>
              <a:t>Click to insert icon</a:t>
            </a:r>
          </a:p>
        </p:txBody>
      </p:sp>
      <p:sp>
        <p:nvSpPr>
          <p:cNvPr id="27" name="Content Placeholder 11">
            <a:extLst>
              <a:ext uri="{FF2B5EF4-FFF2-40B4-BE49-F238E27FC236}">
                <a16:creationId xmlns:a16="http://schemas.microsoft.com/office/drawing/2014/main" id="{351FEC51-93FE-DD61-DB4E-BAF74DCF63BE}"/>
              </a:ext>
            </a:extLst>
          </p:cNvPr>
          <p:cNvSpPr>
            <a:spLocks noGrp="1"/>
          </p:cNvSpPr>
          <p:nvPr userDrawn="1">
            <p:ph sz="quarter" idx="21" hasCustomPrompt="1"/>
          </p:nvPr>
        </p:nvSpPr>
        <p:spPr>
          <a:xfrm>
            <a:off x="9232048" y="1719585"/>
            <a:ext cx="672446" cy="646575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sx="130627" sy="130627" algn="ctr" rotWithShape="0">
              <a:schemeClr val="accent4"/>
            </a:outerShdw>
          </a:effectLst>
        </p:spPr>
        <p:txBody>
          <a:bodyPr wrap="square" lIns="0" tIns="0" rIns="0" bIns="0" anchor="ctr">
            <a:noAutofit/>
          </a:bodyPr>
          <a:lstStyle>
            <a:lvl1pPr algn="ctr">
              <a:defRPr sz="1050">
                <a:solidFill>
                  <a:schemeClr val="bg1"/>
                </a:solidFill>
              </a:defRPr>
            </a:lvl1pPr>
            <a:lvl2pPr algn="ctr">
              <a:defRPr sz="1100"/>
            </a:lvl2pPr>
            <a:lvl3pPr algn="ctr">
              <a:defRPr sz="1050"/>
            </a:lvl3pPr>
            <a:lvl4pPr algn="ctr">
              <a:defRPr sz="1000"/>
            </a:lvl4pPr>
            <a:lvl5pPr algn="ctr">
              <a:defRPr sz="900"/>
            </a:lvl5pPr>
          </a:lstStyle>
          <a:p>
            <a:pPr lvl="0"/>
            <a:r>
              <a:rPr lang="en-US"/>
              <a:t>Click to insert icon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0018A348-7F71-BC83-537F-9D8F8439DF7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94331" y="2600329"/>
            <a:ext cx="2376851" cy="2219644"/>
          </a:xfrm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chemeClr val="accent4"/>
                </a:solidFill>
                <a:latin typeface="+mn-lt"/>
              </a:defRPr>
            </a:lvl1pPr>
            <a:lvl2pPr marL="15875" indent="0">
              <a:buNone/>
              <a:defRPr sz="1800"/>
            </a:lvl2pPr>
            <a:lvl3pPr marL="177800" indent="-169863">
              <a:buClr>
                <a:schemeClr val="accent4"/>
              </a:buClr>
              <a:tabLst/>
              <a:defRPr sz="1600"/>
            </a:lvl3pPr>
            <a:lvl4pPr marL="357188" indent="-179388">
              <a:tabLst/>
              <a:defRPr sz="1400"/>
            </a:lvl4pPr>
            <a:lvl5pPr marL="536575" indent="-179388">
              <a:buClr>
                <a:schemeClr val="accent2"/>
              </a:buClr>
              <a:tabLst/>
              <a:defRPr sz="1050"/>
            </a:lvl5pPr>
            <a:lvl6pPr marL="357187" indent="0">
              <a:buNone/>
              <a:tabLst/>
              <a:defRPr sz="1000" b="0" i="0">
                <a:latin typeface="Aptos Light" panose="020B0004020202020204" pitchFamily="34" charset="0"/>
              </a:defRPr>
            </a:lvl6pPr>
            <a:lvl7pPr marL="536575" indent="-179388">
              <a:tabLst/>
              <a:defRPr sz="1000" b="0" i="0">
                <a:latin typeface="Aptos Light" panose="020B0004020202020204" pitchFamily="34" charset="0"/>
              </a:defRPr>
            </a:lvl7pPr>
            <a:lvl8pPr marL="536575" indent="-179388">
              <a:tabLst/>
              <a:defRPr sz="1000" b="0" i="0">
                <a:latin typeface="Aptos Light" panose="020B0004020202020204" pitchFamily="34" charset="0"/>
              </a:defRPr>
            </a:lvl8pPr>
            <a:lvl9pPr marL="536575" indent="-179388">
              <a:tabLst/>
              <a:defRPr sz="1000" b="0" i="0">
                <a:latin typeface="Aptos Light" panose="020B0004020202020204" pitchFamily="34" charset="0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E235A723-589F-82F3-ACAD-935B99A3E9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20817" y="2600329"/>
            <a:ext cx="2376851" cy="2219644"/>
          </a:xfrm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chemeClr val="accent4"/>
                </a:solidFill>
                <a:latin typeface="+mn-lt"/>
              </a:defRPr>
            </a:lvl1pPr>
            <a:lvl2pPr marL="15875" indent="0">
              <a:buNone/>
              <a:defRPr sz="1800"/>
            </a:lvl2pPr>
            <a:lvl3pPr marL="177800" indent="-169863">
              <a:buClr>
                <a:schemeClr val="accent4"/>
              </a:buClr>
              <a:tabLst/>
              <a:defRPr sz="1600"/>
            </a:lvl3pPr>
            <a:lvl4pPr marL="357188" indent="-179388">
              <a:tabLst/>
              <a:defRPr sz="1400"/>
            </a:lvl4pPr>
            <a:lvl5pPr marL="536575" indent="-179388">
              <a:buClr>
                <a:schemeClr val="accent2"/>
              </a:buClr>
              <a:tabLst/>
              <a:defRPr sz="1050"/>
            </a:lvl5pPr>
            <a:lvl6pPr marL="357187" indent="0">
              <a:buNone/>
              <a:tabLst/>
              <a:defRPr sz="1000" b="0" i="0">
                <a:latin typeface="Aptos Light" panose="020B0004020202020204" pitchFamily="34" charset="0"/>
              </a:defRPr>
            </a:lvl6pPr>
            <a:lvl7pPr marL="536575" indent="-179388">
              <a:tabLst/>
              <a:defRPr sz="1000" b="0" i="0">
                <a:latin typeface="Aptos Light" panose="020B0004020202020204" pitchFamily="34" charset="0"/>
              </a:defRPr>
            </a:lvl7pPr>
            <a:lvl8pPr marL="536575" indent="-179388">
              <a:tabLst/>
              <a:defRPr sz="1000" b="0" i="0">
                <a:latin typeface="Aptos Light" panose="020B0004020202020204" pitchFamily="34" charset="0"/>
              </a:defRPr>
            </a:lvl8pPr>
            <a:lvl9pPr marL="536575" indent="-179388">
              <a:tabLst/>
              <a:defRPr sz="1000" b="0" i="0">
                <a:latin typeface="Aptos Light" panose="020B0004020202020204" pitchFamily="34" charset="0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2B040E8B-9896-E1D9-4806-FA36FA71DE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147304" y="2600329"/>
            <a:ext cx="2376851" cy="2219644"/>
          </a:xfrm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chemeClr val="accent4"/>
                </a:solidFill>
                <a:latin typeface="+mn-lt"/>
              </a:defRPr>
            </a:lvl1pPr>
            <a:lvl2pPr marL="15875" indent="0">
              <a:buNone/>
              <a:defRPr sz="1800"/>
            </a:lvl2pPr>
            <a:lvl3pPr marL="177800" indent="-169863">
              <a:buClr>
                <a:schemeClr val="accent4"/>
              </a:buClr>
              <a:tabLst/>
              <a:defRPr sz="1600"/>
            </a:lvl3pPr>
            <a:lvl4pPr marL="357188" indent="-179388">
              <a:tabLst/>
              <a:defRPr sz="1400"/>
            </a:lvl4pPr>
            <a:lvl5pPr marL="536575" indent="-179388">
              <a:buClr>
                <a:schemeClr val="accent2"/>
              </a:buClr>
              <a:tabLst/>
              <a:defRPr sz="1050"/>
            </a:lvl5pPr>
            <a:lvl6pPr marL="357187" indent="0">
              <a:buNone/>
              <a:tabLst/>
              <a:defRPr sz="1000" b="0" i="0">
                <a:latin typeface="Aptos Light" panose="020B0004020202020204" pitchFamily="34" charset="0"/>
              </a:defRPr>
            </a:lvl6pPr>
            <a:lvl7pPr marL="536575" indent="-179388">
              <a:tabLst/>
              <a:defRPr sz="1000" b="0" i="0">
                <a:latin typeface="Aptos Light" panose="020B0004020202020204" pitchFamily="34" charset="0"/>
              </a:defRPr>
            </a:lvl7pPr>
            <a:lvl8pPr marL="536575" indent="-179388">
              <a:tabLst/>
              <a:defRPr sz="1000" b="0" i="0">
                <a:latin typeface="Aptos Light" panose="020B0004020202020204" pitchFamily="34" charset="0"/>
              </a:defRPr>
            </a:lvl8pPr>
            <a:lvl9pPr marL="536575" indent="-179388">
              <a:tabLst/>
              <a:defRPr sz="1000" b="0" i="0">
                <a:latin typeface="Aptos Light" panose="020B0004020202020204" pitchFamily="34" charset="0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C5D3F755-53CD-4C72-8E02-2FB76918E8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5055353"/>
            <a:ext cx="12191999" cy="1251180"/>
          </a:xfrm>
          <a:solidFill>
            <a:schemeClr val="accent4">
              <a:alpha val="15000"/>
            </a:schemeClr>
          </a:solidFill>
        </p:spPr>
        <p:txBody>
          <a:bodyPr lIns="360000" tIns="72000" rIns="360000" bIns="72000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ptos Light" panose="020B0004020202020204" pitchFamily="34" charset="0"/>
              </a:defRPr>
            </a:lvl1pPr>
            <a:lvl2pPr marL="15875" indent="0" algn="ctr">
              <a:spcBef>
                <a:spcPts val="300"/>
              </a:spcBef>
              <a:buNone/>
              <a:defRPr sz="1800" b="0" i="0">
                <a:solidFill>
                  <a:schemeClr val="tx1"/>
                </a:solidFill>
                <a:latin typeface="Aptos Light" panose="020B0004020202020204" pitchFamily="34" charset="0"/>
              </a:defRPr>
            </a:lvl2pPr>
            <a:lvl3pPr marL="177800" indent="-169863">
              <a:buClr>
                <a:schemeClr val="accent1"/>
              </a:buClr>
              <a:tabLst/>
              <a:defRPr sz="1400"/>
            </a:lvl3pPr>
            <a:lvl4pPr marL="357188" indent="-179388">
              <a:tabLst/>
              <a:defRPr sz="1200"/>
            </a:lvl4pPr>
            <a:lvl5pPr marL="536575" indent="-179388">
              <a:buClr>
                <a:schemeClr val="accent2"/>
              </a:buClr>
              <a:tabLst/>
              <a:defRPr sz="1000"/>
            </a:lvl5pPr>
            <a:lvl6pPr marL="357187" indent="0">
              <a:buNone/>
              <a:tabLst/>
              <a:defRPr sz="1000" b="0" i="0">
                <a:latin typeface="Aptos Light" panose="020B0004020202020204" pitchFamily="34" charset="0"/>
              </a:defRPr>
            </a:lvl6pPr>
            <a:lvl7pPr marL="536575" indent="-179388">
              <a:tabLst/>
              <a:defRPr sz="1000" b="0" i="0">
                <a:latin typeface="Aptos Light" panose="020B0004020202020204" pitchFamily="34" charset="0"/>
              </a:defRPr>
            </a:lvl7pPr>
            <a:lvl8pPr marL="536575" indent="-179388">
              <a:tabLst/>
              <a:defRPr sz="1000" b="0" i="0">
                <a:latin typeface="Aptos Light" panose="020B0004020202020204" pitchFamily="34" charset="0"/>
              </a:defRPr>
            </a:lvl8pPr>
            <a:lvl9pPr marL="536575" indent="-179388">
              <a:tabLst/>
              <a:defRPr sz="1000" b="0" i="0">
                <a:latin typeface="Aptos Light" panose="020B0004020202020204" pitchFamily="34" charset="0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815617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20FA5-CB6D-3ADE-0432-257114A6B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 flipV="1">
            <a:off x="0" y="6841309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CC2D7-11D6-DEAA-9100-230676D59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41309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4784C3D7-A36D-C14B-8E1B-3319C43BC99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F3F5D1B-B438-E177-E665-FD8C567F9B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101" y="2549264"/>
            <a:ext cx="9158289" cy="2004295"/>
          </a:xfrm>
          <a:prstGeom prst="callout1">
            <a:avLst>
              <a:gd name="adj1" fmla="val -402"/>
              <a:gd name="adj2" fmla="val -90"/>
              <a:gd name="adj3" fmla="val -406"/>
              <a:gd name="adj4" fmla="val 100058"/>
            </a:avLst>
          </a:prstGeom>
          <a:ln w="12700">
            <a:solidFill>
              <a:schemeClr val="tx2"/>
            </a:solidFill>
          </a:ln>
        </p:spPr>
        <p:txBody>
          <a:bodyPr tIns="288000">
            <a:spAutoFit/>
          </a:bodyPr>
          <a:lstStyle>
            <a:lvl1pPr>
              <a:lnSpc>
                <a:spcPct val="90000"/>
              </a:lnSpc>
              <a:defRPr sz="6000"/>
            </a:lvl1pPr>
            <a:lvl2pPr marL="15875" indent="0">
              <a:buNone/>
              <a:defRPr/>
            </a:lvl2pPr>
          </a:lstStyle>
          <a:p>
            <a:pPr lvl="0"/>
            <a:r>
              <a:rPr lang="en-US"/>
              <a:t>Add Section</a:t>
            </a:r>
            <a:br>
              <a:rPr lang="en-US"/>
            </a:br>
            <a:r>
              <a:rPr lang="en-US"/>
              <a:t>Divider Title Here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73C9ED9-5573-16F3-07BE-C39C30FB14C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3101" y="4765977"/>
            <a:ext cx="9144000" cy="1056668"/>
          </a:xfrm>
        </p:spPr>
        <p:txBody>
          <a:bodyPr l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-444500" algn="l">
              <a:lnSpc>
                <a:spcPct val="100000"/>
              </a:lnSpc>
              <a:spcBef>
                <a:spcPts val="1000"/>
              </a:spcBef>
              <a:buNone/>
              <a:tabLst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Optional Divider Slide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899600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F71377-EB6A-FA0A-A281-60D6B06D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52B97-2CC4-5354-4089-E67EE88C3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3924B-5C91-7050-5E89-4523D289E3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914864-F0E1-E043-82FC-D9F8158D791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89DA4-71C4-BAC5-655D-971B0F33D0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A90FA-516A-409A-AB15-06B08B5D1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3EE9E-8A37-CE46-BACA-B06979186E3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E176B1-E714-45F0-BB13-63855436831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701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61390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7" r:id="rId2"/>
    <p:sldLayoutId id="2147483668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E42FC-B188-A193-4DA8-18F339D14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37" y="3606280"/>
            <a:ext cx="6031284" cy="660766"/>
          </a:xfrm>
        </p:spPr>
        <p:txBody>
          <a:bodyPr/>
          <a:lstStyle/>
          <a:p>
            <a:r>
              <a:rPr lang="en-US" sz="3400" b="0" i="1" dirty="0">
                <a:solidFill>
                  <a:srgbClr val="FFFFFF"/>
                </a:solidFill>
              </a:rPr>
              <a:t>Scaling Quality at BSG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7DA25-6D5E-73DF-803A-1EE3C1C05B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0037" y="4888630"/>
            <a:ext cx="6871855" cy="290093"/>
          </a:xfrm>
        </p:spPr>
        <p:txBody>
          <a:bodyPr/>
          <a:lstStyle/>
          <a:p>
            <a:r>
              <a:rPr lang="en-US" sz="2000" dirty="0">
                <a:solidFill>
                  <a:srgbClr val="FFFFFF"/>
                </a:solidFill>
              </a:rPr>
              <a:t>Bakhos Harbieh, BSG  |  April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AD17B4-5A23-1DD4-F97C-4E0B2693C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878" y="6261636"/>
            <a:ext cx="1778000" cy="38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513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712E0-4082-63BF-5A0F-F1C720414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F2137-3BF1-C88A-C494-C410F83E5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4C3D7-A36D-C14B-8E1B-3319C43BC99C}" type="slidenum">
              <a:rPr lang="en-US" smtClean="0"/>
              <a:t>2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339367C-8D67-AF72-642E-28206A4B0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chemeClr val="tx2"/>
                </a:solidFill>
              </a:rPr>
              <a:t>The Future of Quality at BSG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720906B-0589-8AFF-59B1-FA70E3B56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3547" y="1063952"/>
            <a:ext cx="10874374" cy="571665"/>
          </a:xfrm>
        </p:spPr>
        <p:txBody>
          <a:bodyPr/>
          <a:lstStyle/>
          <a:p>
            <a:pPr marL="0" indent="0">
              <a:buNone/>
            </a:pPr>
            <a:r>
              <a:rPr lang="en-US" sz="1700" b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QA function to a scalable, self-improving quality system.</a:t>
            </a:r>
            <a:endParaRPr lang="en-US" sz="16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TakeawayBox">
            <a:extLst>
              <a:ext uri="{FF2B5EF4-FFF2-40B4-BE49-F238E27FC236}">
                <a16:creationId xmlns:a16="http://schemas.microsoft.com/office/drawing/2014/main" id="{C6996130-BD50-7FBB-B48E-0E7A76D193B9}"/>
              </a:ext>
            </a:extLst>
          </p:cNvPr>
          <p:cNvSpPr/>
          <p:nvPr/>
        </p:nvSpPr>
        <p:spPr>
          <a:xfrm>
            <a:off x="609600" y="5143500"/>
            <a:ext cx="10820400" cy="762000"/>
          </a:xfrm>
          <a:prstGeom prst="rect">
            <a:avLst/>
          </a:prstGeom>
          <a:solidFill>
            <a:srgbClr val="F2F5F9"/>
          </a:solidFill>
          <a:ln w="3175">
            <a:solidFill>
              <a:srgbClr val="1F3A5F"/>
            </a:solidFill>
          </a:ln>
        </p:spPr>
        <p:txBody>
          <a:bodyPr wrap="square" lIns="182880" tIns="91440" rIns="182880" bIns="91440" anchor="ctr"/>
          <a:lstStyle/>
          <a:p>
            <a:pPr algn="l">
              <a:buNone/>
            </a:pPr>
            <a:r>
              <a:rPr lang="en-US" sz="1600" b="1" dirty="0">
                <a:solidFill>
                  <a:srgbClr val="1F3A5F"/>
                </a:solidFill>
              </a:rPr>
              <a:t>Key message:</a:t>
            </a:r>
            <a:r>
              <a:rPr lang="en-US" sz="1600" dirty="0">
                <a:solidFill>
                  <a:srgbClr val="1F1F1F"/>
                </a:solidFill>
              </a:rPr>
              <a:t> </a:t>
            </a:r>
            <a:r>
              <a:rPr lang="en-US" sz="1600" dirty="0">
                <a:solidFill>
                  <a:schemeClr val="tx2"/>
                </a:solidFill>
              </a:rPr>
              <a:t>we enable the organization to move faster with confidence — by providing the systems, tooling, and guardrails that use AI and automation for scale.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CEB1AE-051B-309E-4971-A38774A5D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000" y="6401760"/>
            <a:ext cx="1270000" cy="2743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E716279-0AE8-A428-D503-90955F317F8E}"/>
              </a:ext>
            </a:extLst>
          </p:cNvPr>
          <p:cNvSpPr/>
          <p:nvPr/>
        </p:nvSpPr>
        <p:spPr>
          <a:xfrm>
            <a:off x="3200400" y="1587500"/>
            <a:ext cx="177800" cy="3302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0BBA80-CE76-48A3-AA1B-E917A83B7EC1}"/>
              </a:ext>
            </a:extLst>
          </p:cNvPr>
          <p:cNvSpPr/>
          <p:nvPr/>
        </p:nvSpPr>
        <p:spPr>
          <a:xfrm>
            <a:off x="6019800" y="1587500"/>
            <a:ext cx="177800" cy="3302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0EEA4C-9EF7-9FA1-F345-38DFFC460AA7}"/>
              </a:ext>
            </a:extLst>
          </p:cNvPr>
          <p:cNvSpPr/>
          <p:nvPr/>
        </p:nvSpPr>
        <p:spPr>
          <a:xfrm>
            <a:off x="8851900" y="1587500"/>
            <a:ext cx="177800" cy="3302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8961C35-1A8D-8634-72F3-73F5BE2E05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8000" y="2342749"/>
            <a:ext cx="3378200" cy="2219644"/>
          </a:xfrm>
        </p:spPr>
        <p:txBody>
          <a:bodyPr/>
          <a:lstStyle/>
          <a:p>
            <a:pPr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Objective</a:t>
            </a:r>
          </a:p>
          <a:p>
            <a:pPr>
              <a:buNone/>
            </a:pPr>
            <a:r>
              <a:rPr lang="en-US" sz="1600" dirty="0">
                <a:solidFill>
                  <a:schemeClr val="tx1"/>
                </a:solidFill>
              </a:rPr>
              <a:t>	</a:t>
            </a:r>
            <a:r>
              <a:rPr lang="en-US" sz="1600" dirty="0">
                <a:solidFill>
                  <a:schemeClr val="tx2"/>
                </a:solidFill>
              </a:rPr>
              <a:t>Build a scalable quality system that keeps pace with delivery and complexity, improving speed and confidence while focusing validation where it matters most.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4F18697-7CBD-5839-8E65-53E69762713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94200" y="2342749"/>
            <a:ext cx="3378200" cy="2219644"/>
          </a:xfrm>
        </p:spPr>
        <p:txBody>
          <a:bodyPr/>
          <a:lstStyle/>
          <a:p>
            <a:pPr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The Plan</a:t>
            </a:r>
          </a:p>
          <a:p>
            <a:pPr>
              <a:buNone/>
            </a:pPr>
            <a:r>
              <a:rPr lang="en-US" sz="1600" dirty="0">
                <a:solidFill>
                  <a:schemeClr val="tx1"/>
                </a:solidFill>
              </a:rPr>
              <a:t>	</a:t>
            </a:r>
            <a:r>
              <a:rPr lang="en-US" sz="1600" dirty="0">
                <a:solidFill>
                  <a:schemeClr val="tx2"/>
                </a:solidFill>
              </a:rPr>
              <a:t>Set up the infrastructure, processes, and tooling that use AI and automation to help teams move changes to production safely, with quality built in.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9178165E-5608-1779-B727-BC5C2CB5E9C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280400" y="2342749"/>
            <a:ext cx="3378200" cy="2219644"/>
          </a:xfrm>
        </p:spPr>
        <p:txBody>
          <a:bodyPr/>
          <a:lstStyle/>
          <a:p>
            <a:pPr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For Discussion</a:t>
            </a:r>
          </a:p>
          <a:p>
            <a:pPr algn="l">
              <a:buNone/>
            </a:pPr>
            <a:r>
              <a:rPr lang="en-US" sz="1600" dirty="0">
                <a:solidFill>
                  <a:schemeClr val="tx1"/>
                </a:solidFill>
              </a:rPr>
              <a:t>	</a:t>
            </a:r>
            <a:r>
              <a:rPr lang="en-US" sz="1600" dirty="0">
                <a:solidFill>
                  <a:schemeClr val="tx2"/>
                </a:solidFill>
              </a:rPr>
              <a:t>How do we align on ownership, priorities, and resourcing to ensure the right capabilities are focused where they matter most?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D59A69-CB68-2024-8D3F-2383000F7049}"/>
              </a:ext>
            </a:extLst>
          </p:cNvPr>
          <p:cNvSpPr/>
          <p:nvPr/>
        </p:nvSpPr>
        <p:spPr>
          <a:xfrm>
            <a:off x="4095750" y="2032000"/>
            <a:ext cx="12700" cy="2540000"/>
          </a:xfrm>
          <a:prstGeom prst="rect">
            <a:avLst/>
          </a:prstGeom>
          <a:solidFill>
            <a:srgbClr val="C7D3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2371FB-2579-7F77-AA21-D8879B63D4FD}"/>
              </a:ext>
            </a:extLst>
          </p:cNvPr>
          <p:cNvSpPr/>
          <p:nvPr/>
        </p:nvSpPr>
        <p:spPr>
          <a:xfrm>
            <a:off x="7981950" y="2032000"/>
            <a:ext cx="12700" cy="2540000"/>
          </a:xfrm>
          <a:prstGeom prst="rect">
            <a:avLst/>
          </a:prstGeom>
          <a:solidFill>
            <a:srgbClr val="C7D3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430933F8-5499-572B-AB72-3D885CBC7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6480" y="219456"/>
            <a:ext cx="1950720" cy="536448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2481240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POINT" val="NO VALUE"/>
  <p:tag name="CHARTLIBVERSION" val="NO VALUE"/>
  <p:tag name="DDVERSION" val="2.0"/>
  <p:tag name="DEVICE" val="Canon Colorpass 1000"/>
  <p:tag name="FILLFORECOLOR" val="Transparent"/>
  <p:tag name="FONTCOLOR" val="Project Name Font"/>
  <p:tag name="HEIGHT" val="24"/>
  <p:tag name="LEFT" val="43.13"/>
  <p:tag name="LINECOLOR" val="NO VALUE"/>
  <p:tag name="OBJECTID" val="ProjectName"/>
  <p:tag name="PLACEHOLDERSIZE" val="NO VALUE"/>
  <p:tag name="SOURCE" val="NO VALUE"/>
  <p:tag name="SUBOBJECTID" val="ProjectNameText"/>
  <p:tag name="TOP" val="57.63"/>
  <p:tag name="TYPE" val="ProjectName"/>
  <p:tag name="WIDTH" val="154.7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4B1553F-AB34-9B4A-896C-1D370F758509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b8200cc1-c571-4fce-a5f4-d28fada5dde1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282bf684-df26-4858-acfe-97fadb7ff4a1}" enabled="1" method="Privileged" siteId="{7f2a4710-29fa-4343-8422-e2cf0174c0e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145</Words>
  <Application>Microsoft Office PowerPoint</Application>
  <PresentationFormat>Widescreen</PresentationFormat>
  <Paragraphs>13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Scaling Quality at BSG</vt:lpstr>
      <vt:lpstr>The Future of Quality at BSG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 Shah</dc:creator>
  <cp:lastModifiedBy>Bakhos Harbieh</cp:lastModifiedBy>
  <cp:revision>3</cp:revision>
  <dcterms:created xsi:type="dcterms:W3CDTF">2026-04-20T16:01:25Z</dcterms:created>
  <dcterms:modified xsi:type="dcterms:W3CDTF">2026-04-21T17:10:47Z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Confidential</vt:lpwstr>
  </property>
</Properties>
</file>