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4.xml" ContentType="application/vnd.openxmlformats-officedocument.presentationml.tags+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Override1.xml" ContentType="application/vnd.openxmlformats-officedocument.themeOverr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2.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3.xml" ContentType="application/vnd.openxmlformats-officedocument.presentationml.notesSlide+xml"/>
  <Override PartName="/ppt/charts/chart2.xml" ContentType="application/vnd.openxmlformats-officedocument.drawingml.chart+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4.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notesSlides/notesSlide5.xml" ContentType="application/vnd.openxmlformats-officedocument.presentationml.notesSlide+xml"/>
  <Override PartName="/ppt/tags/tag149.xml" ContentType="application/vnd.openxmlformats-officedocument.presentationml.tags+xml"/>
  <Override PartName="/ppt/notesSlides/notesSlide6.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charts/chart3.xml" ContentType="application/vnd.openxmlformats-officedocument.drawingml.chart+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charts/chart4.xml" ContentType="application/vnd.openxmlformats-officedocument.drawingml.chart+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charts/chart5.xml" ContentType="application/vnd.openxmlformats-officedocument.drawingml.chart+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charts/chart6.xml" ContentType="application/vnd.openxmlformats-officedocument.drawingml.chart+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charts/chart7.xml" ContentType="application/vnd.openxmlformats-officedocument.drawingml.chart+xml"/>
  <Override PartName="/ppt/charts/chart8.xml" ContentType="application/vnd.openxmlformats-officedocument.drawingml.chart+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notesSlides/notesSlide7.xml" ContentType="application/vnd.openxmlformats-officedocument.presentationml.notesSlide+xml"/>
  <Override PartName="/ppt/charts/chart9.xml" ContentType="application/vnd.openxmlformats-officedocument.drawingml.chart+xml"/>
  <Override PartName="/ppt/charts/style2.xml" ContentType="application/vnd.ms-office.chartstyle+xml"/>
  <Override PartName="/ppt/charts/colors2.xml" ContentType="application/vnd.ms-office.chartcolorstyle+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notesSlides/notesSlide8.xml" ContentType="application/vnd.openxmlformats-officedocument.presentationml.notesSlide+xml"/>
  <Override PartName="/ppt/charts/chart10.xml" ContentType="application/vnd.openxmlformats-officedocument.drawingml.chart+xml"/>
  <Override PartName="/ppt/charts/style3.xml" ContentType="application/vnd.ms-office.chartstyle+xml"/>
  <Override PartName="/ppt/charts/colors3.xml" ContentType="application/vnd.ms-office.chartcolorstyle+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notesSlides/notesSlide9.xml" ContentType="application/vnd.openxmlformats-officedocument.presentationml.notesSlide+xml"/>
  <Override PartName="/ppt/charts/chart11.xml" ContentType="application/vnd.openxmlformats-officedocument.drawingml.chart+xml"/>
  <Override PartName="/ppt/charts/style4.xml" ContentType="application/vnd.ms-office.chartstyle+xml"/>
  <Override PartName="/ppt/charts/colors4.xml" ContentType="application/vnd.ms-office.chartcolorstyle+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notesSlides/notesSlide10.xml" ContentType="application/vnd.openxmlformats-officedocument.presentationml.notesSlide+xml"/>
  <Override PartName="/ppt/charts/chart12.xml" ContentType="application/vnd.openxmlformats-officedocument.drawingml.chart+xml"/>
  <Override PartName="/ppt/charts/style5.xml" ContentType="application/vnd.ms-office.chartstyle+xml"/>
  <Override PartName="/ppt/charts/colors5.xml" ContentType="application/vnd.ms-office.chartcolorstyle+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notesSlides/notesSlide11.xml" ContentType="application/vnd.openxmlformats-officedocument.presentationml.notesSlide+xml"/>
  <Override PartName="/ppt/charts/chart13.xml" ContentType="application/vnd.openxmlformats-officedocument.drawingml.chart+xml"/>
  <Override PartName="/ppt/charts/style6.xml" ContentType="application/vnd.ms-office.chartstyle+xml"/>
  <Override PartName="/ppt/charts/colors6.xml" ContentType="application/vnd.ms-office.chartcolorstyle+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notesSlides/notesSlide12.xml" ContentType="application/vnd.openxmlformats-officedocument.presentationml.notesSlide+xml"/>
  <Override PartName="/ppt/charts/chart14.xml" ContentType="application/vnd.openxmlformats-officedocument.drawingml.chart+xml"/>
  <Override PartName="/ppt/charts/style7.xml" ContentType="application/vnd.ms-office.chartstyle+xml"/>
  <Override PartName="/ppt/charts/colors7.xml" ContentType="application/vnd.ms-office.chartcolorstyle+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notesSlides/notesSlide13.xml" ContentType="application/vnd.openxmlformats-officedocument.presentationml.notesSlide+xml"/>
  <Override PartName="/ppt/charts/chart15.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03" r:id="rId4"/>
    <p:sldMasterId id="2147483748" r:id="rId5"/>
  </p:sldMasterIdLst>
  <p:notesMasterIdLst>
    <p:notesMasterId r:id="rId65"/>
  </p:notesMasterIdLst>
  <p:handoutMasterIdLst>
    <p:handoutMasterId r:id="rId66"/>
  </p:handoutMasterIdLst>
  <p:sldIdLst>
    <p:sldId id="256" r:id="rId6"/>
    <p:sldId id="281" r:id="rId7"/>
    <p:sldId id="265" r:id="rId8"/>
    <p:sldId id="270" r:id="rId9"/>
    <p:sldId id="271" r:id="rId10"/>
    <p:sldId id="273" r:id="rId11"/>
    <p:sldId id="274" r:id="rId12"/>
    <p:sldId id="275" r:id="rId13"/>
    <p:sldId id="276" r:id="rId14"/>
    <p:sldId id="279" r:id="rId15"/>
    <p:sldId id="282" r:id="rId16"/>
    <p:sldId id="285" r:id="rId17"/>
    <p:sldId id="288" r:id="rId18"/>
    <p:sldId id="289" r:id="rId19"/>
    <p:sldId id="290" r:id="rId20"/>
    <p:sldId id="283" r:id="rId21"/>
    <p:sldId id="284" r:id="rId22"/>
    <p:sldId id="286" r:id="rId23"/>
    <p:sldId id="2147480029" r:id="rId24"/>
    <p:sldId id="2147480193" r:id="rId25"/>
    <p:sldId id="2147480202" r:id="rId26"/>
    <p:sldId id="280" r:id="rId27"/>
    <p:sldId id="266" r:id="rId28"/>
    <p:sldId id="291" r:id="rId29"/>
    <p:sldId id="267" r:id="rId30"/>
    <p:sldId id="277" r:id="rId31"/>
    <p:sldId id="2147480028" r:id="rId32"/>
    <p:sldId id="278" r:id="rId33"/>
    <p:sldId id="2147480207" r:id="rId34"/>
    <p:sldId id="2147480199" r:id="rId35"/>
    <p:sldId id="2147480208" r:id="rId36"/>
    <p:sldId id="2147480195" r:id="rId37"/>
    <p:sldId id="2147480197" r:id="rId38"/>
    <p:sldId id="2147480204" r:id="rId39"/>
    <p:sldId id="2147480198" r:id="rId40"/>
    <p:sldId id="2147480201" r:id="rId41"/>
    <p:sldId id="2147480196" r:id="rId42"/>
    <p:sldId id="2147480030" r:id="rId43"/>
    <p:sldId id="2147480031" r:id="rId44"/>
    <p:sldId id="2147480032" r:id="rId45"/>
    <p:sldId id="2147480203" r:id="rId46"/>
    <p:sldId id="2147480205" r:id="rId47"/>
    <p:sldId id="272" r:id="rId48"/>
    <p:sldId id="2147480194" r:id="rId49"/>
    <p:sldId id="2147480034" r:id="rId50"/>
    <p:sldId id="2147480033" r:id="rId51"/>
    <p:sldId id="2147480035" r:id="rId52"/>
    <p:sldId id="2147480036" r:id="rId53"/>
    <p:sldId id="2147480037" r:id="rId54"/>
    <p:sldId id="2147480038" r:id="rId55"/>
    <p:sldId id="2147480039" r:id="rId56"/>
    <p:sldId id="2147480040" r:id="rId57"/>
    <p:sldId id="2147480192" r:id="rId58"/>
    <p:sldId id="2147480177" r:id="rId59"/>
    <p:sldId id="2147480178" r:id="rId60"/>
    <p:sldId id="2147480179" r:id="rId61"/>
    <p:sldId id="2147480181" r:id="rId62"/>
    <p:sldId id="2147480183" r:id="rId63"/>
    <p:sldId id="2147480187" r:id="rId64"/>
  </p:sldIdLst>
  <p:sldSz cx="13817600" cy="7772400"/>
  <p:notesSz cx="7099300" cy="10234613"/>
  <p:custDataLst>
    <p:tags r:id="rId67"/>
  </p:custDataLst>
  <p:defaultTextStyle>
    <a:defPPr>
      <a:defRPr lang="en-CA"/>
    </a:defPPr>
    <a:lvl1pPr algn="ctr" rtl="0" fontAlgn="base">
      <a:spcBef>
        <a:spcPct val="0"/>
      </a:spcBef>
      <a:spcAft>
        <a:spcPct val="0"/>
      </a:spcAft>
      <a:defRPr sz="1200" kern="1200">
        <a:solidFill>
          <a:schemeClr val="tx1"/>
        </a:solidFill>
        <a:latin typeface="Arial" charset="0"/>
        <a:ea typeface="LF_Kai" pitchFamily="2" charset="-122"/>
        <a:cs typeface="+mn-cs"/>
      </a:defRPr>
    </a:lvl1pPr>
    <a:lvl2pPr marL="457200" algn="ctr" rtl="0" fontAlgn="base">
      <a:spcBef>
        <a:spcPct val="0"/>
      </a:spcBef>
      <a:spcAft>
        <a:spcPct val="0"/>
      </a:spcAft>
      <a:defRPr sz="1200" kern="1200">
        <a:solidFill>
          <a:schemeClr val="tx1"/>
        </a:solidFill>
        <a:latin typeface="Arial" charset="0"/>
        <a:ea typeface="LF_Kai" pitchFamily="2" charset="-122"/>
        <a:cs typeface="+mn-cs"/>
      </a:defRPr>
    </a:lvl2pPr>
    <a:lvl3pPr marL="914400" algn="ctr" rtl="0" fontAlgn="base">
      <a:spcBef>
        <a:spcPct val="0"/>
      </a:spcBef>
      <a:spcAft>
        <a:spcPct val="0"/>
      </a:spcAft>
      <a:defRPr sz="1200" kern="1200">
        <a:solidFill>
          <a:schemeClr val="tx1"/>
        </a:solidFill>
        <a:latin typeface="Arial" charset="0"/>
        <a:ea typeface="LF_Kai" pitchFamily="2" charset="-122"/>
        <a:cs typeface="+mn-cs"/>
      </a:defRPr>
    </a:lvl3pPr>
    <a:lvl4pPr marL="1371600" algn="ctr" rtl="0" fontAlgn="base">
      <a:spcBef>
        <a:spcPct val="0"/>
      </a:spcBef>
      <a:spcAft>
        <a:spcPct val="0"/>
      </a:spcAft>
      <a:defRPr sz="1200" kern="1200">
        <a:solidFill>
          <a:schemeClr val="tx1"/>
        </a:solidFill>
        <a:latin typeface="Arial" charset="0"/>
        <a:ea typeface="LF_Kai" pitchFamily="2" charset="-122"/>
        <a:cs typeface="+mn-cs"/>
      </a:defRPr>
    </a:lvl4pPr>
    <a:lvl5pPr marL="1828800" algn="ctr" rtl="0" fontAlgn="base">
      <a:spcBef>
        <a:spcPct val="0"/>
      </a:spcBef>
      <a:spcAft>
        <a:spcPct val="0"/>
      </a:spcAft>
      <a:defRPr sz="1200" kern="1200">
        <a:solidFill>
          <a:schemeClr val="tx1"/>
        </a:solidFill>
        <a:latin typeface="Arial" charset="0"/>
        <a:ea typeface="LF_Kai" pitchFamily="2" charset="-122"/>
        <a:cs typeface="+mn-cs"/>
      </a:defRPr>
    </a:lvl5pPr>
    <a:lvl6pPr marL="2286000" algn="l" defTabSz="914400" rtl="0" eaLnBrk="1" latinLnBrk="0" hangingPunct="1">
      <a:defRPr sz="1200" kern="1200">
        <a:solidFill>
          <a:schemeClr val="tx1"/>
        </a:solidFill>
        <a:latin typeface="Arial" charset="0"/>
        <a:ea typeface="LF_Kai" pitchFamily="2" charset="-122"/>
        <a:cs typeface="+mn-cs"/>
      </a:defRPr>
    </a:lvl6pPr>
    <a:lvl7pPr marL="2743200" algn="l" defTabSz="914400" rtl="0" eaLnBrk="1" latinLnBrk="0" hangingPunct="1">
      <a:defRPr sz="1200" kern="1200">
        <a:solidFill>
          <a:schemeClr val="tx1"/>
        </a:solidFill>
        <a:latin typeface="Arial" charset="0"/>
        <a:ea typeface="LF_Kai" pitchFamily="2" charset="-122"/>
        <a:cs typeface="+mn-cs"/>
      </a:defRPr>
    </a:lvl7pPr>
    <a:lvl8pPr marL="3200400" algn="l" defTabSz="914400" rtl="0" eaLnBrk="1" latinLnBrk="0" hangingPunct="1">
      <a:defRPr sz="1200" kern="1200">
        <a:solidFill>
          <a:schemeClr val="tx1"/>
        </a:solidFill>
        <a:latin typeface="Arial" charset="0"/>
        <a:ea typeface="LF_Kai" pitchFamily="2" charset="-122"/>
        <a:cs typeface="+mn-cs"/>
      </a:defRPr>
    </a:lvl8pPr>
    <a:lvl9pPr marL="3657600" algn="l" defTabSz="914400" rtl="0" eaLnBrk="1" latinLnBrk="0" hangingPunct="1">
      <a:defRPr sz="1200" kern="1200">
        <a:solidFill>
          <a:schemeClr val="tx1"/>
        </a:solidFill>
        <a:latin typeface="Arial" charset="0"/>
        <a:ea typeface="LF_Kai" pitchFamily="2" charset="-122"/>
        <a:cs typeface="+mn-cs"/>
      </a:defRPr>
    </a:lvl9pPr>
  </p:defaultTextStyle>
  <p:extLst>
    <p:ext uri="{521415D9-36F7-43E2-AB2F-B90AF26B5E84}">
      <p14:sectionLst xmlns:p14="http://schemas.microsoft.com/office/powerpoint/2010/main">
        <p14:section name="Title Page" id="{D19EF781-D9E0-4B44-A77A-03A0D6E61665}">
          <p14:sldIdLst>
            <p14:sldId id="256"/>
            <p14:sldId id="281"/>
          </p14:sldIdLst>
        </p14:section>
        <p14:section name="Content" id="{A0F3BCFA-5FED-234A-9049-917725B84019}">
          <p14:sldIdLst>
            <p14:sldId id="265"/>
            <p14:sldId id="270"/>
          </p14:sldIdLst>
        </p14:section>
        <p14:section name="@Effective Storytelling" id="{780D6A68-D085-4D1E-A65A-B29F43035013}">
          <p14:sldIdLst>
            <p14:sldId id="271"/>
            <p14:sldId id="273"/>
            <p14:sldId id="274"/>
            <p14:sldId id="275"/>
            <p14:sldId id="276"/>
            <p14:sldId id="279"/>
            <p14:sldId id="282"/>
            <p14:sldId id="285"/>
            <p14:sldId id="288"/>
            <p14:sldId id="289"/>
            <p14:sldId id="290"/>
            <p14:sldId id="283"/>
            <p14:sldId id="284"/>
            <p14:sldId id="286"/>
            <p14:sldId id="2147480029"/>
            <p14:sldId id="2147480193"/>
            <p14:sldId id="2147480202"/>
            <p14:sldId id="280"/>
            <p14:sldId id="266"/>
            <p14:sldId id="291"/>
            <p14:sldId id="267"/>
            <p14:sldId id="277"/>
            <p14:sldId id="2147480028"/>
          </p14:sldIdLst>
        </p14:section>
        <p14:section name="@Tips and tricks" id="{923F2F10-D731-4B46-A47B-630F22951BD3}">
          <p14:sldIdLst>
            <p14:sldId id="278"/>
            <p14:sldId id="2147480207"/>
            <p14:sldId id="2147480199"/>
            <p14:sldId id="2147480208"/>
            <p14:sldId id="2147480195"/>
            <p14:sldId id="2147480197"/>
            <p14:sldId id="2147480204"/>
            <p14:sldId id="2147480198"/>
            <p14:sldId id="2147480201"/>
            <p14:sldId id="2147480196"/>
            <p14:sldId id="2147480030"/>
            <p14:sldId id="2147480031"/>
            <p14:sldId id="2147480032"/>
            <p14:sldId id="2147480203"/>
            <p14:sldId id="2147480205"/>
            <p14:sldId id="272"/>
            <p14:sldId id="2147480194"/>
          </p14:sldIdLst>
        </p14:section>
        <p14:section name="End" id="{6E297240-A506-D044-9A35-EAAA2B906F5A}">
          <p14:sldIdLst/>
        </p14:section>
        <p14:section name="Appendix for screenshots" id="{40A52BE2-E8CF-E644-9656-0E7FDBAD8C67}">
          <p14:sldIdLst>
            <p14:sldId id="2147480034"/>
            <p14:sldId id="2147480033"/>
            <p14:sldId id="2147480035"/>
            <p14:sldId id="2147480036"/>
            <p14:sldId id="2147480037"/>
            <p14:sldId id="2147480038"/>
            <p14:sldId id="2147480039"/>
            <p14:sldId id="2147480040"/>
            <p14:sldId id="2147480192"/>
            <p14:sldId id="2147480177"/>
            <p14:sldId id="2147480178"/>
            <p14:sldId id="2147480179"/>
            <p14:sldId id="2147480181"/>
            <p14:sldId id="2147480183"/>
            <p14:sldId id="2147480187"/>
          </p14:sldIdLst>
        </p14:section>
      </p14:sectionLst>
    </p:ext>
    <p:ext uri="{EFAFB233-063F-42B5-8137-9DF3F51BA10A}">
      <p15:sldGuideLst xmlns:p15="http://schemas.microsoft.com/office/powerpoint/2012/main">
        <p15:guide id="1" orient="horz" pos="2523" userDrawn="1">
          <p15:clr>
            <a:srgbClr val="A4A3A4"/>
          </p15:clr>
        </p15:guide>
        <p15:guide id="2" orient="horz" pos="4428" userDrawn="1">
          <p15:clr>
            <a:srgbClr val="A4A3A4"/>
          </p15:clr>
        </p15:guide>
        <p15:guide id="3" orient="horz" pos="4084" userDrawn="1">
          <p15:clr>
            <a:srgbClr val="A4A3A4"/>
          </p15:clr>
        </p15:guide>
        <p15:guide id="4" orient="horz" pos="662" userDrawn="1">
          <p15:clr>
            <a:srgbClr val="A4A3A4"/>
          </p15:clr>
        </p15:guide>
        <p15:guide id="5" orient="horz" pos="264" userDrawn="1">
          <p15:clr>
            <a:srgbClr val="A4A3A4"/>
          </p15:clr>
        </p15:guide>
        <p15:guide id="6" pos="4352" userDrawn="1">
          <p15:clr>
            <a:srgbClr val="A4A3A4"/>
          </p15:clr>
        </p15:guide>
        <p15:guide id="7" pos="4432" userDrawn="1">
          <p15:clr>
            <a:srgbClr val="A4A3A4"/>
          </p15:clr>
        </p15:guide>
        <p15:guide id="8" pos="4272" userDrawn="1">
          <p15:clr>
            <a:srgbClr val="A4A3A4"/>
          </p15:clr>
        </p15:guide>
        <p15:guide id="9" pos="8421" userDrawn="1">
          <p15:clr>
            <a:srgbClr val="A4A3A4"/>
          </p15:clr>
        </p15:guide>
        <p15:guide id="10" pos="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C9FF"/>
    <a:srgbClr val="49BA7C"/>
    <a:srgbClr val="1E90FF"/>
    <a:srgbClr val="F3F6FA"/>
    <a:srgbClr val="F6F7FA"/>
    <a:srgbClr val="C9C9C9"/>
    <a:srgbClr val="001DAA"/>
    <a:srgbClr val="1379DC"/>
    <a:srgbClr val="0000F2"/>
    <a:srgbClr val="BDDC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523"/>
        <p:guide orient="horz" pos="4428"/>
        <p:guide orient="horz" pos="4084"/>
        <p:guide orient="horz" pos="662"/>
        <p:guide orient="horz" pos="264"/>
        <p:guide pos="4352"/>
        <p:guide pos="4432"/>
        <p:guide pos="4272"/>
        <p:guide pos="8421"/>
        <p:guide pos="287"/>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handoutMaster" Target="handoutMasters/handoutMaster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ags" Target="tags/tag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80000040_A432ACC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7FFFF1DC_A7EB7859.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7FFFF1E3_E1C712BA.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7FFFF1E4_C647F829.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7FFFF1E5_82F02C9D.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7FFFF1E6_1205DA04.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7FFFF1E7_8DC0481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7FFFF1E7_8DC048161.xlsb"/></Relationships>
</file>

<file path=ppt/charts/_rels/chart9.xml.rels><?xml version="1.0" encoding="UTF-8" standalone="yes"?>
<Relationships xmlns="http://schemas.openxmlformats.org/package/2006/relationships"><Relationship Id="rId3" Type="http://schemas.openxmlformats.org/officeDocument/2006/relationships/oleObject" Target="https://accelins-my.sharepoint.com/personal/ryan_schiller_accelins_com/Documents/BHAG%20Long%20Term%20Plan.xlsx" TargetMode="External"/><Relationship Id="rId2" Type="http://schemas.microsoft.com/office/2011/relationships/chartColorStyle" Target="colors2.xml"/><Relationship Id="rId1" Type="http://schemas.microsoft.com/office/2011/relationships/chartStyle" Target="style2.xml"/></Relationships>
</file>

<file path=ppt/charts/_rels/chart10.xml.rels><?xml version="1.0" encoding="UTF-8" standalone="yes"?>
<Relationships xmlns="http://schemas.openxmlformats.org/package/2006/relationships"><Relationship Id="rId3" Type="http://schemas.openxmlformats.org/officeDocument/2006/relationships/oleObject" Target="https://accelins-my.sharepoint.com/personal/ryan_schiller_accelins_com/Documents/BHAG%20Long%20Term%20Plan.xlsx" TargetMode="External"/><Relationship Id="rId2" Type="http://schemas.microsoft.com/office/2011/relationships/chartColorStyle" Target="colors3.xml"/><Relationship Id="rId1" Type="http://schemas.microsoft.com/office/2011/relationships/chartStyle" Target="style3.xml"/></Relationships>
</file>

<file path=ppt/charts/_rels/chart11.xml.rels><?xml version="1.0" encoding="UTF-8" standalone="yes"?>
<Relationships xmlns="http://schemas.openxmlformats.org/package/2006/relationships"><Relationship Id="rId3" Type="http://schemas.openxmlformats.org/officeDocument/2006/relationships/oleObject" Target="https://accelins-my.sharepoint.com/personal/ryan_schiller_accelins_com/Documents/BHAG%20Long%20Term%20Plan.xlsx" TargetMode="External"/><Relationship Id="rId2" Type="http://schemas.microsoft.com/office/2011/relationships/chartColorStyle" Target="colors4.xml"/><Relationship Id="rId1" Type="http://schemas.microsoft.com/office/2011/relationships/chartStyle" Target="style4.xml"/></Relationships>
</file>

<file path=ppt/charts/_rels/chart12.xml.rels><?xml version="1.0" encoding="UTF-8" standalone="yes"?>
<Relationships xmlns="http://schemas.openxmlformats.org/package/2006/relationships"><Relationship Id="rId3" Type="http://schemas.openxmlformats.org/officeDocument/2006/relationships/oleObject" Target="https://accelins-my.sharepoint.com/personal/ryan_schiller_accelins_com/Documents/BHAG%20Long%20Term%20Plan.xlsx" TargetMode="External"/><Relationship Id="rId2" Type="http://schemas.microsoft.com/office/2011/relationships/chartColorStyle" Target="colors5.xml"/><Relationship Id="rId1" Type="http://schemas.microsoft.com/office/2011/relationships/chartStyle" Target="style5.xml"/></Relationships>
</file>

<file path=ppt/charts/_rels/chart13.xml.rels><?xml version="1.0" encoding="UTF-8" standalone="yes"?>
<Relationships xmlns="http://schemas.openxmlformats.org/package/2006/relationships"><Relationship Id="rId3" Type="http://schemas.openxmlformats.org/officeDocument/2006/relationships/oleObject" Target="https://accelins-my.sharepoint.com/personal/ryan_schiller_accelins_com/Documents/BHAG%20Long%20Term%20Plan.xlsx" TargetMode="External"/><Relationship Id="rId2" Type="http://schemas.microsoft.com/office/2011/relationships/chartColorStyle" Target="colors6.xml"/><Relationship Id="rId1" Type="http://schemas.microsoft.com/office/2011/relationships/chartStyle" Target="style6.xml"/></Relationships>
</file>

<file path=ppt/charts/_rels/chart14.xml.rels><?xml version="1.0" encoding="UTF-8" standalone="yes"?>
<Relationships xmlns="http://schemas.openxmlformats.org/package/2006/relationships"><Relationship Id="rId3" Type="http://schemas.openxmlformats.org/officeDocument/2006/relationships/oleObject" Target="https://accelins-my.sharepoint.com/personal/ryan_schiller_accelins_com/Documents/BHAG%20Long%20Term%20Plan.xlsx" TargetMode="External"/><Relationship Id="rId2" Type="http://schemas.microsoft.com/office/2011/relationships/chartColorStyle" Target="colors7.xml"/><Relationship Id="rId1" Type="http://schemas.microsoft.com/office/2011/relationships/chartStyle" Target="style7.xml"/></Relationships>
</file>

<file path=ppt/charts/_rels/chart15.xml.rels><?xml version="1.0" encoding="UTF-8" standalone="yes"?>
<Relationships xmlns="http://schemas.openxmlformats.org/package/2006/relationships"><Relationship Id="rId3" Type="http://schemas.openxmlformats.org/officeDocument/2006/relationships/oleObject" Target="https://accelins-my.sharepoint.com/personal/ryan_schiller_accelins_com/Documents/BHAG%20Long%20Term%20Plan.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Sheet1!$A$2:$A$3</c:f>
              <c:strCache>
                <c:ptCount val="2"/>
                <c:pt idx="0">
                  <c:v>Category 1</c:v>
                </c:pt>
                <c:pt idx="1">
                  <c:v>Category 2</c:v>
                </c:pt>
              </c:strCache>
            </c:strRef>
          </c:cat>
          <c:val>
            <c:numRef>
              <c:f>Sheet1!$B$2:$B$3</c:f>
              <c:numCache>
                <c:formatCode>General</c:formatCode>
                <c:ptCount val="2"/>
                <c:pt idx="0">
                  <c:v>5</c:v>
                </c:pt>
                <c:pt idx="1">
                  <c:v>7</c:v>
                </c:pt>
              </c:numCache>
            </c:numRef>
          </c:val>
          <c:extLst>
            <c:ext xmlns:c16="http://schemas.microsoft.com/office/drawing/2014/chart" uri="{C3380CC4-5D6E-409C-BE32-E72D297353CC}">
              <c16:uniqueId val="{00000000-1348-FC46-BCBA-B8BDD91926B1}"/>
            </c:ext>
          </c:extLst>
        </c:ser>
        <c:ser>
          <c:idx val="1"/>
          <c:order val="1"/>
          <c:tx>
            <c:strRef>
              <c:f>Sheet1!$C$1</c:f>
              <c:strCache>
                <c:ptCount val="1"/>
                <c:pt idx="0">
                  <c:v>Series 2</c:v>
                </c:pt>
              </c:strCache>
            </c:strRef>
          </c:tx>
          <c:spPr>
            <a:solidFill>
              <a:schemeClr val="accent2"/>
            </a:solidFill>
            <a:ln>
              <a:noFill/>
            </a:ln>
            <a:effectLst/>
          </c:spPr>
          <c:invertIfNegative val="0"/>
          <c:cat>
            <c:strRef>
              <c:f>Sheet1!$A$2:$A$3</c:f>
              <c:strCache>
                <c:ptCount val="2"/>
                <c:pt idx="0">
                  <c:v>Category 1</c:v>
                </c:pt>
                <c:pt idx="1">
                  <c:v>Category 2</c:v>
                </c:pt>
              </c:strCache>
            </c:strRef>
          </c:cat>
          <c:val>
            <c:numRef>
              <c:f>Sheet1!$C$2:$C$3</c:f>
              <c:numCache>
                <c:formatCode>General</c:formatCode>
                <c:ptCount val="2"/>
                <c:pt idx="0">
                  <c:v>9</c:v>
                </c:pt>
                <c:pt idx="1">
                  <c:v>5</c:v>
                </c:pt>
              </c:numCache>
            </c:numRef>
          </c:val>
          <c:extLst>
            <c:ext xmlns:c16="http://schemas.microsoft.com/office/drawing/2014/chart" uri="{C3380CC4-5D6E-409C-BE32-E72D297353CC}">
              <c16:uniqueId val="{00000001-1348-FC46-BCBA-B8BDD91926B1}"/>
            </c:ext>
          </c:extLst>
        </c:ser>
        <c:ser>
          <c:idx val="2"/>
          <c:order val="2"/>
          <c:tx>
            <c:strRef>
              <c:f>Sheet1!$D$1</c:f>
              <c:strCache>
                <c:ptCount val="1"/>
                <c:pt idx="0">
                  <c:v>Series 3</c:v>
                </c:pt>
              </c:strCache>
            </c:strRef>
          </c:tx>
          <c:spPr>
            <a:solidFill>
              <a:schemeClr val="accent3"/>
            </a:solidFill>
            <a:ln>
              <a:noFill/>
            </a:ln>
            <a:effectLst/>
          </c:spPr>
          <c:invertIfNegative val="0"/>
          <c:cat>
            <c:strRef>
              <c:f>Sheet1!$A$2:$A$3</c:f>
              <c:strCache>
                <c:ptCount val="2"/>
                <c:pt idx="0">
                  <c:v>Category 1</c:v>
                </c:pt>
                <c:pt idx="1">
                  <c:v>Category 2</c:v>
                </c:pt>
              </c:strCache>
            </c:strRef>
          </c:cat>
          <c:val>
            <c:numRef>
              <c:f>Sheet1!$D$2:$D$3</c:f>
              <c:numCache>
                <c:formatCode>General</c:formatCode>
                <c:ptCount val="2"/>
                <c:pt idx="0">
                  <c:v>4</c:v>
                </c:pt>
                <c:pt idx="1">
                  <c:v>6</c:v>
                </c:pt>
              </c:numCache>
            </c:numRef>
          </c:val>
          <c:extLst>
            <c:ext xmlns:c16="http://schemas.microsoft.com/office/drawing/2014/chart" uri="{C3380CC4-5D6E-409C-BE32-E72D297353CC}">
              <c16:uniqueId val="{00000002-1348-FC46-BCBA-B8BDD91926B1}"/>
            </c:ext>
          </c:extLst>
        </c:ser>
        <c:ser>
          <c:idx val="3"/>
          <c:order val="3"/>
          <c:tx>
            <c:strRef>
              <c:f>Sheet1!$E$1</c:f>
              <c:strCache>
                <c:ptCount val="1"/>
                <c:pt idx="0">
                  <c:v>Series 4</c:v>
                </c:pt>
              </c:strCache>
            </c:strRef>
          </c:tx>
          <c:spPr>
            <a:solidFill>
              <a:schemeClr val="accent4"/>
            </a:solidFill>
            <a:ln>
              <a:noFill/>
            </a:ln>
            <a:effectLst/>
          </c:spPr>
          <c:invertIfNegative val="0"/>
          <c:cat>
            <c:strRef>
              <c:f>Sheet1!$A$2:$A$3</c:f>
              <c:strCache>
                <c:ptCount val="2"/>
                <c:pt idx="0">
                  <c:v>Category 1</c:v>
                </c:pt>
                <c:pt idx="1">
                  <c:v>Category 2</c:v>
                </c:pt>
              </c:strCache>
            </c:strRef>
          </c:cat>
          <c:val>
            <c:numRef>
              <c:f>Sheet1!$E$2:$E$3</c:f>
              <c:numCache>
                <c:formatCode>General</c:formatCode>
                <c:ptCount val="2"/>
                <c:pt idx="0">
                  <c:v>6</c:v>
                </c:pt>
                <c:pt idx="1">
                  <c:v>8</c:v>
                </c:pt>
              </c:numCache>
            </c:numRef>
          </c:val>
          <c:extLst>
            <c:ext xmlns:c16="http://schemas.microsoft.com/office/drawing/2014/chart" uri="{C3380CC4-5D6E-409C-BE32-E72D297353CC}">
              <c16:uniqueId val="{00000003-1348-FC46-BCBA-B8BDD91926B1}"/>
            </c:ext>
          </c:extLst>
        </c:ser>
        <c:ser>
          <c:idx val="4"/>
          <c:order val="4"/>
          <c:tx>
            <c:strRef>
              <c:f>Sheet1!$F$1</c:f>
              <c:strCache>
                <c:ptCount val="1"/>
                <c:pt idx="0">
                  <c:v>Series 5</c:v>
                </c:pt>
              </c:strCache>
            </c:strRef>
          </c:tx>
          <c:spPr>
            <a:solidFill>
              <a:schemeClr val="accent5"/>
            </a:solidFill>
            <a:ln>
              <a:noFill/>
            </a:ln>
            <a:effectLst/>
          </c:spPr>
          <c:invertIfNegative val="0"/>
          <c:cat>
            <c:strRef>
              <c:f>Sheet1!$A$2:$A$3</c:f>
              <c:strCache>
                <c:ptCount val="2"/>
                <c:pt idx="0">
                  <c:v>Category 1</c:v>
                </c:pt>
                <c:pt idx="1">
                  <c:v>Category 2</c:v>
                </c:pt>
              </c:strCache>
            </c:strRef>
          </c:cat>
          <c:val>
            <c:numRef>
              <c:f>Sheet1!$F$2:$F$3</c:f>
              <c:numCache>
                <c:formatCode>General</c:formatCode>
                <c:ptCount val="2"/>
                <c:pt idx="0">
                  <c:v>7</c:v>
                </c:pt>
                <c:pt idx="1">
                  <c:v>6</c:v>
                </c:pt>
              </c:numCache>
            </c:numRef>
          </c:val>
          <c:extLst>
            <c:ext xmlns:c16="http://schemas.microsoft.com/office/drawing/2014/chart" uri="{C3380CC4-5D6E-409C-BE32-E72D297353CC}">
              <c16:uniqueId val="{00000004-1348-FC46-BCBA-B8BDD91926B1}"/>
            </c:ext>
          </c:extLst>
        </c:ser>
        <c:ser>
          <c:idx val="5"/>
          <c:order val="5"/>
          <c:tx>
            <c:strRef>
              <c:f>Sheet1!$G$1</c:f>
              <c:strCache>
                <c:ptCount val="1"/>
                <c:pt idx="0">
                  <c:v>Series 6</c:v>
                </c:pt>
              </c:strCache>
            </c:strRef>
          </c:tx>
          <c:spPr>
            <a:solidFill>
              <a:schemeClr val="accent6"/>
            </a:solidFill>
            <a:ln>
              <a:noFill/>
            </a:ln>
            <a:effectLst/>
          </c:spPr>
          <c:invertIfNegative val="0"/>
          <c:cat>
            <c:strRef>
              <c:f>Sheet1!$A$2:$A$3</c:f>
              <c:strCache>
                <c:ptCount val="2"/>
                <c:pt idx="0">
                  <c:v>Category 1</c:v>
                </c:pt>
                <c:pt idx="1">
                  <c:v>Category 2</c:v>
                </c:pt>
              </c:strCache>
            </c:strRef>
          </c:cat>
          <c:val>
            <c:numRef>
              <c:f>Sheet1!$G$2:$G$3</c:f>
              <c:numCache>
                <c:formatCode>General</c:formatCode>
                <c:ptCount val="2"/>
                <c:pt idx="0">
                  <c:v>5</c:v>
                </c:pt>
                <c:pt idx="1">
                  <c:v>3</c:v>
                </c:pt>
              </c:numCache>
            </c:numRef>
          </c:val>
          <c:extLst>
            <c:ext xmlns:c16="http://schemas.microsoft.com/office/drawing/2014/chart" uri="{C3380CC4-5D6E-409C-BE32-E72D297353CC}">
              <c16:uniqueId val="{00000005-1348-FC46-BCBA-B8BDD91926B1}"/>
            </c:ext>
          </c:extLst>
        </c:ser>
        <c:dLbls>
          <c:showLegendKey val="0"/>
          <c:showVal val="0"/>
          <c:showCatName val="0"/>
          <c:showSerName val="0"/>
          <c:showPercent val="0"/>
          <c:showBubbleSize val="0"/>
        </c:dLbls>
        <c:gapWidth val="219"/>
        <c:overlap val="-27"/>
        <c:axId val="796221824"/>
        <c:axId val="793905216"/>
      </c:barChart>
      <c:catAx>
        <c:axId val="796221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3905216"/>
        <c:crosses val="autoZero"/>
        <c:auto val="1"/>
        <c:lblAlgn val="ctr"/>
        <c:lblOffset val="100"/>
        <c:noMultiLvlLbl val="0"/>
      </c:catAx>
      <c:valAx>
        <c:axId val="793905216"/>
        <c:scaling>
          <c:orientation val="minMax"/>
        </c:scaling>
        <c:delete val="0"/>
        <c:axPos val="l"/>
        <c:majorGridlines>
          <c:spPr>
            <a:ln w="635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96221824"/>
        <c:crosses val="autoZero"/>
        <c:crossBetween val="between"/>
      </c:valAx>
      <c:spPr>
        <a:noFill/>
        <a:ln>
          <a:noFill/>
        </a:ln>
        <a:effectLst/>
      </c:spPr>
    </c:plotArea>
    <c:legend>
      <c:legendPos val="b"/>
      <c:layout>
        <c:manualLayout>
          <c:xMode val="edge"/>
          <c:yMode val="edge"/>
          <c:x val="9.6947086318237785E-2"/>
          <c:y val="0.93362982404977157"/>
          <c:w val="0.82902311953623509"/>
          <c:h val="4.7851657431709924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262725779967159"/>
          <c:y val="0.10020768431983386"/>
          <c:w val="0.88314176245210729"/>
          <c:h val="0.79958463136033231"/>
        </c:manualLayout>
      </c:layout>
      <c:barChart>
        <c:barDir val="col"/>
        <c:grouping val="stacked"/>
        <c:varyColors val="0"/>
        <c:ser>
          <c:idx val="0"/>
          <c:order val="0"/>
          <c:spPr>
            <a:solidFill>
              <a:schemeClr val="accent3"/>
            </a:solidFill>
            <a:ln w="3175" cmpd="sng" algn="ctr">
              <a:solidFill>
                <a:schemeClr val="accent3"/>
              </a:solidFill>
              <a:prstDash val="solid"/>
            </a:ln>
          </c:spPr>
          <c:invertIfNegative val="0"/>
          <c:dLbls>
            <c:dLbl>
              <c:idx val="0"/>
              <c:layout>
                <c:manualLayout>
                  <c:x val="0"/>
                  <c:y val="-5.1921079958463135E-4"/>
                </c:manualLayout>
              </c:layout>
              <c:numFmt formatCode="#,##0;&quot;-&quot;#,##0" sourceLinked="0"/>
              <c:spPr>
                <a:noFill/>
                <a:ln>
                  <a:noFill/>
                </a:ln>
              </c:spPr>
              <c:txPr>
                <a:bodyPr wrap="none"/>
                <a:lstStyle/>
                <a:p>
                  <a:pPr>
                    <a:defRPr sz="1400">
                      <a:solidFill>
                        <a:schemeClr val="tx2"/>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E81-4DE9-AAF3-C56275CF21F4}"/>
                </c:ext>
              </c:extLst>
            </c:dLbl>
            <c:dLbl>
              <c:idx val="1"/>
              <c:layout>
                <c:manualLayout>
                  <c:x val="0"/>
                  <c:y val="0"/>
                </c:manualLayout>
              </c:layout>
              <c:numFmt formatCode="#,##0;&quot;-&quot;#,##0" sourceLinked="0"/>
              <c:spPr>
                <a:noFill/>
                <a:ln>
                  <a:noFill/>
                </a:ln>
              </c:spPr>
              <c:txPr>
                <a:bodyPr wrap="none"/>
                <a:lstStyle/>
                <a:p>
                  <a:pPr>
                    <a:defRPr sz="1400">
                      <a:solidFill>
                        <a:schemeClr val="tx2"/>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6E81-4DE9-AAF3-C56275CF21F4}"/>
                </c:ext>
              </c:extLst>
            </c:dLbl>
            <c:dLbl>
              <c:idx val="2"/>
              <c:layout>
                <c:manualLayout>
                  <c:x val="0"/>
                  <c:y val="0"/>
                </c:manualLayout>
              </c:layout>
              <c:numFmt formatCode="#,##0;&quot;-&quot;#,##0" sourceLinked="0"/>
              <c:spPr>
                <a:noFill/>
                <a:ln>
                  <a:noFill/>
                </a:ln>
              </c:spPr>
              <c:txPr>
                <a:bodyPr wrap="none"/>
                <a:lstStyle/>
                <a:p>
                  <a:pPr>
                    <a:defRPr sz="1400">
                      <a:solidFill>
                        <a:schemeClr val="tx2"/>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6E81-4DE9-AAF3-C56275CF21F4}"/>
                </c:ext>
              </c:extLst>
            </c:dLbl>
            <c:dLbl>
              <c:idx val="3"/>
              <c:layout>
                <c:manualLayout>
                  <c:x val="0"/>
                  <c:y val="0"/>
                </c:manualLayout>
              </c:layout>
              <c:numFmt formatCode="#,##0;&quot;-&quot;#,##0" sourceLinked="0"/>
              <c:spPr>
                <a:noFill/>
                <a:ln>
                  <a:noFill/>
                </a:ln>
              </c:spPr>
              <c:txPr>
                <a:bodyPr wrap="none"/>
                <a:lstStyle/>
                <a:p>
                  <a:pPr>
                    <a:defRPr sz="1400">
                      <a:solidFill>
                        <a:schemeClr val="tx2"/>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E81-4DE9-AAF3-C56275CF21F4}"/>
                </c:ext>
              </c:extLst>
            </c:dLbl>
            <c:dLbl>
              <c:idx val="4"/>
              <c:layout>
                <c:manualLayout>
                  <c:x val="0"/>
                  <c:y val="0"/>
                </c:manualLayout>
              </c:layout>
              <c:numFmt formatCode="#,##0;&quot;-&quot;#,##0" sourceLinked="0"/>
              <c:spPr>
                <a:noFill/>
                <a:ln>
                  <a:noFill/>
                </a:ln>
              </c:spPr>
              <c:txPr>
                <a:bodyPr wrap="none"/>
                <a:lstStyle/>
                <a:p>
                  <a:pPr>
                    <a:defRPr sz="1400">
                      <a:solidFill>
                        <a:schemeClr val="tx2"/>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6E81-4DE9-AAF3-C56275CF21F4}"/>
                </c:ext>
              </c:extLst>
            </c:dLbl>
            <c:dLbl>
              <c:idx val="5"/>
              <c:layout>
                <c:manualLayout>
                  <c:x val="0"/>
                  <c:y val="-5.1921079958463135E-4"/>
                </c:manualLayout>
              </c:layout>
              <c:numFmt formatCode="#,##0;&quot;-&quot;#,##0" sourceLinked="0"/>
              <c:spPr>
                <a:noFill/>
                <a:ln>
                  <a:noFill/>
                </a:ln>
              </c:spPr>
              <c:txPr>
                <a:bodyPr wrap="none"/>
                <a:lstStyle/>
                <a:p>
                  <a:pPr>
                    <a:defRPr sz="1400">
                      <a:solidFill>
                        <a:schemeClr val="tx2"/>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6E81-4DE9-AAF3-C56275CF21F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32</c:v>
                </c:pt>
                <c:pt idx="1">
                  <c:v>36</c:v>
                </c:pt>
                <c:pt idx="2">
                  <c:v>47</c:v>
                </c:pt>
                <c:pt idx="3">
                  <c:v>60</c:v>
                </c:pt>
                <c:pt idx="4">
                  <c:v>69</c:v>
                </c:pt>
                <c:pt idx="5">
                  <c:v>73</c:v>
                </c:pt>
              </c:numCache>
            </c:numRef>
          </c:val>
          <c:extLst>
            <c:ext xmlns:c16="http://schemas.microsoft.com/office/drawing/2014/chart" uri="{C3380CC4-5D6E-409C-BE32-E72D297353CC}">
              <c16:uniqueId val="{00000006-6E81-4DE9-AAF3-C56275CF21F4}"/>
            </c:ext>
          </c:extLst>
        </c:ser>
        <c:ser>
          <c:idx val="1"/>
          <c:order val="1"/>
          <c:spPr>
            <a:solidFill>
              <a:schemeClr val="bg1"/>
            </a:solidFill>
            <a:ln>
              <a:noFill/>
            </a:ln>
          </c:spPr>
          <c:invertIfNegative val="0"/>
          <c:val>
            <c:numRef>
              <c:f>Sheet1!$A$2:$F$2</c:f>
              <c:numCache>
                <c:formatCode>General</c:formatCode>
                <c:ptCount val="6"/>
                <c:pt idx="0">
                  <c:v>12</c:v>
                </c:pt>
                <c:pt idx="1">
                  <c:v>9</c:v>
                </c:pt>
                <c:pt idx="2">
                  <c:v>8</c:v>
                </c:pt>
                <c:pt idx="3">
                  <c:v>3</c:v>
                </c:pt>
                <c:pt idx="4">
                  <c:v>19</c:v>
                </c:pt>
                <c:pt idx="5">
                  <c:v>26</c:v>
                </c:pt>
              </c:numCache>
            </c:numRef>
          </c:val>
          <c:extLst>
            <c:ext xmlns:c16="http://schemas.microsoft.com/office/drawing/2014/chart" uri="{C3380CC4-5D6E-409C-BE32-E72D297353CC}">
              <c16:uniqueId val="{00000007-6E81-4DE9-AAF3-C56275CF21F4}"/>
            </c:ext>
          </c:extLst>
        </c:ser>
        <c:dLbls>
          <c:showLegendKey val="0"/>
          <c:showVal val="0"/>
          <c:showCatName val="0"/>
          <c:showSerName val="0"/>
          <c:showPercent val="0"/>
          <c:showBubbleSize val="0"/>
        </c:dLbls>
        <c:gapWidth val="80"/>
        <c:overlap val="100"/>
        <c:axId val="1451700063"/>
        <c:axId val="1"/>
      </c:barChart>
      <c:lineChart>
        <c:grouping val="standard"/>
        <c:varyColors val="0"/>
        <c:ser>
          <c:idx val="2"/>
          <c:order val="2"/>
          <c:spPr>
            <a:ln w="9525" cmpd="sng" algn="ctr">
              <a:solidFill>
                <a:schemeClr val="accent1"/>
              </a:solidFill>
              <a:prstDash val="solid"/>
            </a:ln>
          </c:spPr>
          <c:marker>
            <c:symbol val="none"/>
          </c:marker>
          <c:dLbls>
            <c:dLbl>
              <c:idx val="0"/>
              <c:layout>
                <c:manualLayout>
                  <c:x val="4.9534756431308155E-2"/>
                  <c:y val="5.0363447559709243E-2"/>
                </c:manualLayout>
              </c:layout>
              <c:numFmt formatCode="#,##0&quot;%&quot;;&quot;-&quot;#,##0&quot;%&quot;" sourceLinked="0"/>
              <c:spPr>
                <a:noFill/>
                <a:ln>
                  <a:noFill/>
                </a:ln>
              </c:spPr>
              <c:txPr>
                <a:bodyPr wrap="none"/>
                <a:lstStyle/>
                <a:p>
                  <a:pPr>
                    <a:defRPr sz="1400">
                      <a:solidFill>
                        <a:schemeClr val="tx1">
                          <a:lumMod val="85000"/>
                          <a:lumOff val="15000"/>
                        </a:schemeClr>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6E81-4DE9-AAF3-C56275CF21F4}"/>
                </c:ext>
              </c:extLst>
            </c:dLbl>
            <c:dLbl>
              <c:idx val="1"/>
              <c:layout>
                <c:manualLayout>
                  <c:x val="0"/>
                  <c:y val="5.4517133956386292E-2"/>
                </c:manualLayout>
              </c:layout>
              <c:numFmt formatCode="#,##0&quot;%&quot;;&quot;-&quot;#,##0&quot;%&quot;" sourceLinked="0"/>
              <c:spPr>
                <a:noFill/>
                <a:ln>
                  <a:noFill/>
                </a:ln>
              </c:spPr>
              <c:txPr>
                <a:bodyPr wrap="none"/>
                <a:lstStyle/>
                <a:p>
                  <a:pPr>
                    <a:defRPr sz="1400">
                      <a:solidFill>
                        <a:schemeClr val="tx1">
                          <a:lumMod val="85000"/>
                          <a:lumOff val="15000"/>
                        </a:schemeClr>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6E81-4DE9-AAF3-C56275CF21F4}"/>
                </c:ext>
              </c:extLst>
            </c:dLbl>
            <c:dLbl>
              <c:idx val="2"/>
              <c:layout>
                <c:manualLayout>
                  <c:x val="0"/>
                  <c:y val="5.4517133956386292E-2"/>
                </c:manualLayout>
              </c:layout>
              <c:numFmt formatCode="#,##0&quot;%&quot;;&quot;-&quot;#,##0&quot;%&quot;" sourceLinked="0"/>
              <c:spPr>
                <a:noFill/>
                <a:ln>
                  <a:noFill/>
                </a:ln>
              </c:spPr>
              <c:txPr>
                <a:bodyPr wrap="none"/>
                <a:lstStyle/>
                <a:p>
                  <a:pPr>
                    <a:defRPr sz="1400">
                      <a:solidFill>
                        <a:schemeClr val="tx1">
                          <a:lumMod val="85000"/>
                          <a:lumOff val="15000"/>
                        </a:schemeClr>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6E81-4DE9-AAF3-C56275CF21F4}"/>
                </c:ext>
              </c:extLst>
            </c:dLbl>
            <c:dLbl>
              <c:idx val="4"/>
              <c:layout>
                <c:manualLayout>
                  <c:x val="4.3513957307060758E-2"/>
                  <c:y val="-6.3862928348909651E-2"/>
                </c:manualLayout>
              </c:layout>
              <c:numFmt formatCode="#,##0&quot;%&quot;;&quot;-&quot;#,##0&quot;%&quot;" sourceLinked="0"/>
              <c:spPr>
                <a:noFill/>
                <a:ln>
                  <a:noFill/>
                </a:ln>
              </c:spPr>
              <c:txPr>
                <a:bodyPr wrap="none"/>
                <a:lstStyle/>
                <a:p>
                  <a:pPr>
                    <a:defRPr sz="1400">
                      <a:solidFill>
                        <a:schemeClr val="tx1">
                          <a:lumMod val="85000"/>
                          <a:lumOff val="15000"/>
                        </a:schemeClr>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6E81-4DE9-AAF3-C56275CF21F4}"/>
                </c:ext>
              </c:extLst>
            </c:dLbl>
            <c:dLbl>
              <c:idx val="5"/>
              <c:layout>
                <c:manualLayout>
                  <c:x val="0"/>
                  <c:y val="5.4517133956386292E-2"/>
                </c:manualLayout>
              </c:layout>
              <c:numFmt formatCode="#,##0&quot;%&quot;;&quot;-&quot;#,##0&quot;%&quot;" sourceLinked="0"/>
              <c:spPr>
                <a:noFill/>
                <a:ln>
                  <a:noFill/>
                </a:ln>
              </c:spPr>
              <c:txPr>
                <a:bodyPr wrap="none"/>
                <a:lstStyle/>
                <a:p>
                  <a:pPr>
                    <a:defRPr sz="1400">
                      <a:solidFill>
                        <a:schemeClr val="tx1">
                          <a:lumMod val="85000"/>
                          <a:lumOff val="15000"/>
                        </a:schemeClr>
                      </a:solidFill>
                      <a:latin typeface="+mn-lt"/>
                      <a:ea typeface="Roboto Lt"/>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6E81-4DE9-AAF3-C56275CF21F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Sheet1!$A$3:$F$3</c:f>
              <c:numCache>
                <c:formatCode>General</c:formatCode>
                <c:ptCount val="6"/>
                <c:pt idx="0">
                  <c:v>73</c:v>
                </c:pt>
                <c:pt idx="1">
                  <c:v>80</c:v>
                </c:pt>
                <c:pt idx="2">
                  <c:v>85</c:v>
                </c:pt>
                <c:pt idx="3">
                  <c:v>95</c:v>
                </c:pt>
                <c:pt idx="4">
                  <c:v>78</c:v>
                </c:pt>
                <c:pt idx="5">
                  <c:v>74</c:v>
                </c:pt>
              </c:numCache>
            </c:numRef>
          </c:val>
          <c:smooth val="0"/>
          <c:extLst>
            <c:ext xmlns:c16="http://schemas.microsoft.com/office/drawing/2014/chart" uri="{C3380CC4-5D6E-409C-BE32-E72D297353CC}">
              <c16:uniqueId val="{0000000D-6E81-4DE9-AAF3-C56275CF21F4}"/>
            </c:ext>
          </c:extLst>
        </c:ser>
        <c:dLbls>
          <c:showLegendKey val="0"/>
          <c:showVal val="0"/>
          <c:showCatName val="0"/>
          <c:showSerName val="0"/>
          <c:showPercent val="0"/>
          <c:showBubbleSize val="0"/>
        </c:dLbls>
        <c:marker val="1"/>
        <c:smooth val="0"/>
        <c:axId val="2"/>
        <c:axId val="3"/>
      </c:lineChart>
      <c:catAx>
        <c:axId val="145170006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2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a:solidFill>
                  <a:schemeClr val="tx1">
                    <a:lumMod val="85000"/>
                    <a:lumOff val="15000"/>
                  </a:schemeClr>
                </a:solidFill>
                <a:latin typeface="+mn-lt"/>
                <a:ea typeface="Roboto Lt"/>
                <a:cs typeface="+mn-cs"/>
              </a:defRPr>
            </a:pPr>
            <a:endParaRPr lang="en-US"/>
          </a:p>
        </c:txPr>
        <c:crossAx val="1451700063"/>
        <c:crosses val="min"/>
        <c:crossBetween val="between"/>
        <c:majorUnit val="20"/>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00"/>
          <c:min val="0"/>
        </c:scaling>
        <c:delete val="0"/>
        <c:axPos val="r"/>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a:latin typeface="+mn-lt"/>
                <a:ea typeface="Roboto Lt"/>
                <a:cs typeface="+mn-cs"/>
              </a:defRPr>
            </a:pPr>
            <a:endParaRPr lang="en-US"/>
          </a:p>
        </c:txPr>
        <c:crossAx val="2"/>
        <c:crosses val="max"/>
        <c:crossBetween val="between"/>
        <c:majorUnit val="20"/>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2993503248375811E-2"/>
          <c:y val="8.3619702176403202E-2"/>
          <c:w val="0.97401299350324833"/>
          <c:h val="0.83276059564719362"/>
        </c:manualLayout>
      </c:layout>
      <c:barChart>
        <c:barDir val="col"/>
        <c:grouping val="clustered"/>
        <c:varyColors val="0"/>
        <c:ser>
          <c:idx val="0"/>
          <c:order val="0"/>
          <c:spPr>
            <a:solidFill>
              <a:schemeClr val="accent1"/>
            </a:solidFill>
            <a:ln>
              <a:noFill/>
            </a:ln>
          </c:spPr>
          <c:invertIfNegative val="0"/>
          <c:dLbls>
            <c:dLbl>
              <c:idx val="0"/>
              <c:layout>
                <c:manualLayout>
                  <c:x val="0"/>
                  <c:y val="-0.19320351279114165"/>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32C-4AE1-9D55-545BC99FF99B}"/>
                </c:ext>
              </c:extLst>
            </c:dLbl>
            <c:dLbl>
              <c:idx val="1"/>
              <c:layout>
                <c:manualLayout>
                  <c:x val="0"/>
                  <c:y val="-0.22222222222222221"/>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32C-4AE1-9D55-545BC99FF99B}"/>
                </c:ext>
              </c:extLst>
            </c:dLbl>
            <c:dLbl>
              <c:idx val="2"/>
              <c:layout>
                <c:manualLayout>
                  <c:x val="0"/>
                  <c:y val="-0.25162275677739593"/>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532C-4AE1-9D55-545BC99FF99B}"/>
                </c:ext>
              </c:extLst>
            </c:dLbl>
            <c:dLbl>
              <c:idx val="3"/>
              <c:layout>
                <c:manualLayout>
                  <c:x val="0"/>
                  <c:y val="-0.24818633066055745"/>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532C-4AE1-9D55-545BC99FF9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150</c:v>
                </c:pt>
                <c:pt idx="1">
                  <c:v>178</c:v>
                </c:pt>
                <c:pt idx="2">
                  <c:v>206</c:v>
                </c:pt>
                <c:pt idx="3">
                  <c:v>203</c:v>
                </c:pt>
              </c:numCache>
            </c:numRef>
          </c:val>
          <c:extLst>
            <c:ext xmlns:c16="http://schemas.microsoft.com/office/drawing/2014/chart" uri="{C3380CC4-5D6E-409C-BE32-E72D297353CC}">
              <c16:uniqueId val="{00000004-532C-4AE1-9D55-545BC99FF99B}"/>
            </c:ext>
          </c:extLst>
        </c:ser>
        <c:ser>
          <c:idx val="1"/>
          <c:order val="1"/>
          <c:spPr>
            <a:solidFill>
              <a:schemeClr val="accent2"/>
            </a:solidFill>
            <a:ln>
              <a:noFill/>
            </a:ln>
          </c:spPr>
          <c:invertIfNegative val="0"/>
          <c:dLbls>
            <c:dLbl>
              <c:idx val="0"/>
              <c:layout>
                <c:manualLayout>
                  <c:x val="0"/>
                  <c:y val="-0.23673157693776251"/>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532C-4AE1-9D55-545BC99FF99B}"/>
                </c:ext>
              </c:extLst>
            </c:dLbl>
            <c:dLbl>
              <c:idx val="1"/>
              <c:layout>
                <c:manualLayout>
                  <c:x val="0"/>
                  <c:y val="-0.28064146620847652"/>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532C-4AE1-9D55-545BC99FF99B}"/>
                </c:ext>
              </c:extLst>
            </c:dLbl>
            <c:dLbl>
              <c:idx val="2"/>
              <c:layout>
                <c:manualLayout>
                  <c:x val="0"/>
                  <c:y val="-0.34516991218022147"/>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532C-4AE1-9D55-545BC99FF99B}"/>
                </c:ext>
              </c:extLst>
            </c:dLbl>
            <c:dLbl>
              <c:idx val="3"/>
              <c:layout>
                <c:manualLayout>
                  <c:x val="0"/>
                  <c:y val="-0.37113402061855671"/>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532C-4AE1-9D55-545BC99FF9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Sheet1!$A$2:$D$2</c:f>
              <c:numCache>
                <c:formatCode>General</c:formatCode>
                <c:ptCount val="4"/>
                <c:pt idx="0">
                  <c:v>192</c:v>
                </c:pt>
                <c:pt idx="1">
                  <c:v>234</c:v>
                </c:pt>
                <c:pt idx="2">
                  <c:v>296</c:v>
                </c:pt>
                <c:pt idx="3">
                  <c:v>321</c:v>
                </c:pt>
              </c:numCache>
            </c:numRef>
          </c:val>
          <c:extLst>
            <c:ext xmlns:c16="http://schemas.microsoft.com/office/drawing/2014/chart" uri="{C3380CC4-5D6E-409C-BE32-E72D297353CC}">
              <c16:uniqueId val="{00000009-532C-4AE1-9D55-545BC99FF99B}"/>
            </c:ext>
          </c:extLst>
        </c:ser>
        <c:ser>
          <c:idx val="2"/>
          <c:order val="2"/>
          <c:spPr>
            <a:solidFill>
              <a:schemeClr val="accent3"/>
            </a:solidFill>
            <a:ln>
              <a:noFill/>
            </a:ln>
          </c:spPr>
          <c:invertIfNegative val="0"/>
          <c:dLbls>
            <c:dLbl>
              <c:idx val="0"/>
              <c:layout>
                <c:manualLayout>
                  <c:x val="0"/>
                  <c:y val="-8.0946926307751049E-2"/>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532C-4AE1-9D55-545BC99FF99B}"/>
                </c:ext>
              </c:extLst>
            </c:dLbl>
            <c:dLbl>
              <c:idx val="1"/>
              <c:layout>
                <c:manualLayout>
                  <c:x val="0"/>
                  <c:y val="-9.736540664375716E-2"/>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532C-4AE1-9D55-545BC99FF99B}"/>
                </c:ext>
              </c:extLst>
            </c:dLbl>
            <c:dLbl>
              <c:idx val="2"/>
              <c:layout>
                <c:manualLayout>
                  <c:x val="0"/>
                  <c:y val="-0.11607483772432226"/>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532C-4AE1-9D55-545BC99FF99B}"/>
                </c:ext>
              </c:extLst>
            </c:dLbl>
            <c:dLbl>
              <c:idx val="3"/>
              <c:layout>
                <c:manualLayout>
                  <c:x val="0"/>
                  <c:y val="-0.12752959144711723"/>
                </c:manualLayout>
              </c:layout>
              <c:numFmt formatCode="#,##0;&quot;-&quot;#,##0" sourceLinked="0"/>
              <c:spPr>
                <a:noFill/>
                <a:ln>
                  <a:noFill/>
                </a:ln>
              </c:spPr>
              <c:txPr>
                <a:bodyPr wrap="none"/>
                <a:lstStyle/>
                <a:p>
                  <a:pPr>
                    <a:defRPr sz="1600" kern="1200">
                      <a:solidFill>
                        <a:schemeClr val="tx1">
                          <a:lumMod val="85000"/>
                          <a:lumOff val="15000"/>
                        </a:schemeClr>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532C-4AE1-9D55-545BC99FF9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Sheet1!$A$3:$D$3</c:f>
              <c:numCache>
                <c:formatCode>General</c:formatCode>
                <c:ptCount val="4"/>
                <c:pt idx="0">
                  <c:v>42</c:v>
                </c:pt>
                <c:pt idx="1">
                  <c:v>58</c:v>
                </c:pt>
                <c:pt idx="2">
                  <c:v>76</c:v>
                </c:pt>
                <c:pt idx="3">
                  <c:v>87</c:v>
                </c:pt>
              </c:numCache>
            </c:numRef>
          </c:val>
          <c:extLst>
            <c:ext xmlns:c16="http://schemas.microsoft.com/office/drawing/2014/chart" uri="{C3380CC4-5D6E-409C-BE32-E72D297353CC}">
              <c16:uniqueId val="{0000000E-532C-4AE1-9D55-545BC99FF99B}"/>
            </c:ext>
          </c:extLst>
        </c:ser>
        <c:dLbls>
          <c:showLegendKey val="0"/>
          <c:showVal val="0"/>
          <c:showCatName val="0"/>
          <c:showSerName val="0"/>
          <c:showPercent val="0"/>
          <c:showBubbleSize val="0"/>
        </c:dLbls>
        <c:gapWidth val="60"/>
        <c:axId val="110966383"/>
        <c:axId val="1"/>
      </c:barChart>
      <c:catAx>
        <c:axId val="11096638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00"/>
          <c:min val="0"/>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110966383"/>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8245614035087718E-2"/>
          <c:y val="8.3619702176403202E-2"/>
          <c:w val="0.96350877192982454"/>
          <c:h val="0.83276059564719362"/>
        </c:manualLayout>
      </c:layout>
      <c:barChart>
        <c:barDir val="col"/>
        <c:grouping val="stacked"/>
        <c:varyColors val="0"/>
        <c:ser>
          <c:idx val="0"/>
          <c:order val="0"/>
          <c:spPr>
            <a:solidFill>
              <a:schemeClr val="accent3"/>
            </a:solidFill>
            <a:ln>
              <a:noFill/>
            </a:ln>
          </c:spPr>
          <c:invertIfNegative val="0"/>
          <c:dLbls>
            <c:dLbl>
              <c:idx val="2"/>
              <c:layout>
                <c:manualLayout>
                  <c:x val="0"/>
                  <c:y val="1.5273004963726614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1CA-45D7-9560-952DB98AC8C5}"/>
                </c:ext>
              </c:extLst>
            </c:dLbl>
            <c:dLbl>
              <c:idx val="3"/>
              <c:layout>
                <c:manualLayout>
                  <c:x val="0"/>
                  <c:y val="1.145475372279496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1CA-45D7-9560-952DB98AC8C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150</c:v>
                </c:pt>
                <c:pt idx="1">
                  <c:v>178</c:v>
                </c:pt>
                <c:pt idx="2">
                  <c:v>206</c:v>
                </c:pt>
                <c:pt idx="3">
                  <c:v>203</c:v>
                </c:pt>
              </c:numCache>
            </c:numRef>
          </c:val>
          <c:extLst>
            <c:ext xmlns:c16="http://schemas.microsoft.com/office/drawing/2014/chart" uri="{C3380CC4-5D6E-409C-BE32-E72D297353CC}">
              <c16:uniqueId val="{00000002-C1CA-45D7-9560-952DB98AC8C5}"/>
            </c:ext>
          </c:extLst>
        </c:ser>
        <c:ser>
          <c:idx val="1"/>
          <c:order val="1"/>
          <c:spPr>
            <a:solidFill>
              <a:schemeClr val="accent2"/>
            </a:solidFill>
            <a:ln>
              <a:noFill/>
            </a:ln>
          </c:spPr>
          <c:invertIfNegative val="0"/>
          <c:dLbls>
            <c:dLbl>
              <c:idx val="0"/>
              <c:layout>
                <c:manualLayout>
                  <c:x val="0"/>
                  <c:y val="1.5273004963726614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1CA-45D7-9560-952DB98AC8C5}"/>
                </c:ext>
              </c:extLst>
            </c:dLbl>
            <c:dLbl>
              <c:idx val="1"/>
              <c:layout>
                <c:manualLayout>
                  <c:x val="0"/>
                  <c:y val="1.5273004963726614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1CA-45D7-9560-952DB98AC8C5}"/>
                </c:ext>
              </c:extLst>
            </c:dLbl>
            <c:dLbl>
              <c:idx val="2"/>
              <c:layout>
                <c:manualLayout>
                  <c:x val="0"/>
                  <c:y val="1.5273004963726614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1CA-45D7-9560-952DB98AC8C5}"/>
                </c:ext>
              </c:extLst>
            </c:dLbl>
            <c:dLbl>
              <c:idx val="3"/>
              <c:layout>
                <c:manualLayout>
                  <c:x val="0"/>
                  <c:y val="1.5273004963726614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C1CA-45D7-9560-952DB98AC8C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Sheet1!$A$2:$D$2</c:f>
              <c:numCache>
                <c:formatCode>General</c:formatCode>
                <c:ptCount val="4"/>
                <c:pt idx="0">
                  <c:v>192</c:v>
                </c:pt>
                <c:pt idx="1">
                  <c:v>234</c:v>
                </c:pt>
                <c:pt idx="2">
                  <c:v>296</c:v>
                </c:pt>
                <c:pt idx="3">
                  <c:v>321</c:v>
                </c:pt>
              </c:numCache>
            </c:numRef>
          </c:val>
          <c:extLst>
            <c:ext xmlns:c16="http://schemas.microsoft.com/office/drawing/2014/chart" uri="{C3380CC4-5D6E-409C-BE32-E72D297353CC}">
              <c16:uniqueId val="{00000007-C1CA-45D7-9560-952DB98AC8C5}"/>
            </c:ext>
          </c:extLst>
        </c:ser>
        <c:ser>
          <c:idx val="2"/>
          <c:order val="2"/>
          <c:spPr>
            <a:solidFill>
              <a:schemeClr val="accent1"/>
            </a:solidFill>
            <a:ln>
              <a:noFill/>
            </a:ln>
          </c:spPr>
          <c:invertIfNegative val="0"/>
          <c:dLbls>
            <c:dLbl>
              <c:idx val="0"/>
              <c:layout>
                <c:manualLayout>
                  <c:x val="0"/>
                  <c:y val="1.145475372279496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C1CA-45D7-9560-952DB98AC8C5}"/>
                </c:ext>
              </c:extLst>
            </c:dLbl>
            <c:dLbl>
              <c:idx val="1"/>
              <c:layout>
                <c:manualLayout>
                  <c:x val="0"/>
                  <c:y val="1.5273004963726614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C1CA-45D7-9560-952DB98AC8C5}"/>
                </c:ext>
              </c:extLst>
            </c:dLbl>
            <c:dLbl>
              <c:idx val="2"/>
              <c:layout>
                <c:manualLayout>
                  <c:x val="0"/>
                  <c:y val="1.5273004963726614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C1CA-45D7-9560-952DB98AC8C5}"/>
                </c:ext>
              </c:extLst>
            </c:dLbl>
            <c:dLbl>
              <c:idx val="3"/>
              <c:layout>
                <c:manualLayout>
                  <c:x val="0"/>
                  <c:y val="1.5273004963726614E-3"/>
                </c:manualLayout>
              </c:layout>
              <c:numFmt formatCode="#,##0;&quot;-&quot;#,##0" sourceLinked="0"/>
              <c:spPr>
                <a:noFill/>
                <a:ln>
                  <a:noFill/>
                </a:ln>
              </c:spPr>
              <c:txPr>
                <a:bodyPr wrap="none"/>
                <a:lstStyle/>
                <a:p>
                  <a:pPr>
                    <a:defRPr sz="16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C1CA-45D7-9560-952DB98AC8C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Sheet1!$A$3:$D$3</c:f>
              <c:numCache>
                <c:formatCode>General</c:formatCode>
                <c:ptCount val="4"/>
                <c:pt idx="0">
                  <c:v>42</c:v>
                </c:pt>
                <c:pt idx="1">
                  <c:v>58</c:v>
                </c:pt>
                <c:pt idx="2">
                  <c:v>76</c:v>
                </c:pt>
                <c:pt idx="3">
                  <c:v>87</c:v>
                </c:pt>
              </c:numCache>
            </c:numRef>
          </c:val>
          <c:extLst>
            <c:ext xmlns:c16="http://schemas.microsoft.com/office/drawing/2014/chart" uri="{C3380CC4-5D6E-409C-BE32-E72D297353CC}">
              <c16:uniqueId val="{0000000C-C1CA-45D7-9560-952DB98AC8C5}"/>
            </c:ext>
          </c:extLst>
        </c:ser>
        <c:dLbls>
          <c:showLegendKey val="0"/>
          <c:showVal val="0"/>
          <c:showCatName val="0"/>
          <c:showSerName val="0"/>
          <c:showPercent val="0"/>
          <c:showBubbleSize val="0"/>
        </c:dLbls>
        <c:gapWidth val="60"/>
        <c:overlap val="100"/>
        <c:axId val="661651695"/>
        <c:axId val="1"/>
      </c:barChart>
      <c:catAx>
        <c:axId val="661651695"/>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50"/>
          <c:min val="150"/>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661651695"/>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3903743315508022E-2"/>
          <c:y val="7.8431372549019607E-2"/>
          <c:w val="0.97219251336898393"/>
          <c:h val="0.84313725490196079"/>
        </c:manualLayout>
      </c:layout>
      <c:barChart>
        <c:barDir val="col"/>
        <c:grouping val="stacked"/>
        <c:varyColors val="0"/>
        <c:ser>
          <c:idx val="0"/>
          <c:order val="0"/>
          <c:spPr>
            <a:solidFill>
              <a:schemeClr val="accent3"/>
            </a:solidFill>
            <a:ln>
              <a:noFill/>
            </a:ln>
          </c:spPr>
          <c:invertIfNegative val="0"/>
          <c:dLbls>
            <c:dLbl>
              <c:idx val="0"/>
              <c:layout>
                <c:manualLayout>
                  <c:x val="0"/>
                  <c:y val="9.3370681605975728E-4"/>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986-4834-929A-BF5002804BE4}"/>
                </c:ext>
              </c:extLst>
            </c:dLbl>
            <c:dLbl>
              <c:idx val="1"/>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986-4834-929A-BF5002804BE4}"/>
                </c:ext>
              </c:extLst>
            </c:dLbl>
            <c:dLbl>
              <c:idx val="2"/>
              <c:layout>
                <c:manualLayout>
                  <c:x val="0"/>
                  <c:y val="9.3370681605975728E-4"/>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986-4834-929A-BF5002804BE4}"/>
                </c:ext>
              </c:extLst>
            </c:dLbl>
            <c:dLbl>
              <c:idx val="3"/>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986-4834-929A-BF5002804BE4}"/>
                </c:ext>
              </c:extLst>
            </c:dLbl>
            <c:dLbl>
              <c:idx val="4"/>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E986-4834-929A-BF5002804BE4}"/>
                </c:ext>
              </c:extLst>
            </c:dLbl>
            <c:dLbl>
              <c:idx val="5"/>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E986-4834-929A-BF5002804BE4}"/>
                </c:ext>
              </c:extLst>
            </c:dLbl>
            <c:dLbl>
              <c:idx val="6"/>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E986-4834-929A-BF5002804BE4}"/>
                </c:ext>
              </c:extLst>
            </c:dLbl>
            <c:dLbl>
              <c:idx val="7"/>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E986-4834-929A-BF5002804BE4}"/>
                </c:ext>
              </c:extLst>
            </c:dLbl>
            <c:dLbl>
              <c:idx val="8"/>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E986-4834-929A-BF5002804BE4}"/>
                </c:ext>
              </c:extLst>
            </c:dLbl>
            <c:dLbl>
              <c:idx val="9"/>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E986-4834-929A-BF5002804BE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Sheet1!$A$1:$J$1</c:f>
              <c:numCache>
                <c:formatCode>General</c:formatCode>
                <c:ptCount val="10"/>
                <c:pt idx="0">
                  <c:v>43</c:v>
                </c:pt>
                <c:pt idx="1">
                  <c:v>40</c:v>
                </c:pt>
                <c:pt idx="2">
                  <c:v>42</c:v>
                </c:pt>
                <c:pt idx="3">
                  <c:v>37</c:v>
                </c:pt>
                <c:pt idx="4">
                  <c:v>32</c:v>
                </c:pt>
                <c:pt idx="5">
                  <c:v>36</c:v>
                </c:pt>
                <c:pt idx="6">
                  <c:v>39</c:v>
                </c:pt>
                <c:pt idx="7">
                  <c:v>38</c:v>
                </c:pt>
                <c:pt idx="8">
                  <c:v>36</c:v>
                </c:pt>
                <c:pt idx="9">
                  <c:v>33</c:v>
                </c:pt>
              </c:numCache>
            </c:numRef>
          </c:val>
          <c:extLst>
            <c:ext xmlns:c16="http://schemas.microsoft.com/office/drawing/2014/chart" uri="{C3380CC4-5D6E-409C-BE32-E72D297353CC}">
              <c16:uniqueId val="{0000000A-E986-4834-929A-BF5002804BE4}"/>
            </c:ext>
          </c:extLst>
        </c:ser>
        <c:ser>
          <c:idx val="1"/>
          <c:order val="1"/>
          <c:spPr>
            <a:solidFill>
              <a:schemeClr val="accent2"/>
            </a:solidFill>
            <a:ln>
              <a:noFill/>
            </a:ln>
          </c:spPr>
          <c:invertIfNegative val="0"/>
          <c:dLbls>
            <c:dLbl>
              <c:idx val="0"/>
              <c:layout>
                <c:manualLayout>
                  <c:x val="0"/>
                  <c:y val="9.3370681605975728E-4"/>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E986-4834-929A-BF5002804BE4}"/>
                </c:ext>
              </c:extLst>
            </c:dLbl>
            <c:dLbl>
              <c:idx val="1"/>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E986-4834-929A-BF5002804BE4}"/>
                </c:ext>
              </c:extLst>
            </c:dLbl>
            <c:dLbl>
              <c:idx val="2"/>
              <c:layout>
                <c:manualLayout>
                  <c:x val="0"/>
                  <c:y val="9.3370681605975728E-4"/>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E986-4834-929A-BF5002804BE4}"/>
                </c:ext>
              </c:extLst>
            </c:dLbl>
            <c:dLbl>
              <c:idx val="3"/>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E-E986-4834-929A-BF5002804BE4}"/>
                </c:ext>
              </c:extLst>
            </c:dLbl>
            <c:dLbl>
              <c:idx val="4"/>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F-E986-4834-929A-BF5002804BE4}"/>
                </c:ext>
              </c:extLst>
            </c:dLbl>
            <c:dLbl>
              <c:idx val="5"/>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0-E986-4834-929A-BF5002804BE4}"/>
                </c:ext>
              </c:extLst>
            </c:dLbl>
            <c:dLbl>
              <c:idx val="6"/>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1-E986-4834-929A-BF5002804BE4}"/>
                </c:ext>
              </c:extLst>
            </c:dLbl>
            <c:dLbl>
              <c:idx val="7"/>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2-E986-4834-929A-BF5002804BE4}"/>
                </c:ext>
              </c:extLst>
            </c:dLbl>
            <c:dLbl>
              <c:idx val="8"/>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3-E986-4834-929A-BF5002804BE4}"/>
                </c:ext>
              </c:extLst>
            </c:dLbl>
            <c:dLbl>
              <c:idx val="9"/>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4-E986-4834-929A-BF5002804BE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Sheet1!$A$2:$J$2</c:f>
              <c:numCache>
                <c:formatCode>General</c:formatCode>
                <c:ptCount val="10"/>
                <c:pt idx="0">
                  <c:v>48.999999999999993</c:v>
                </c:pt>
                <c:pt idx="1">
                  <c:v>53</c:v>
                </c:pt>
                <c:pt idx="2">
                  <c:v>52</c:v>
                </c:pt>
                <c:pt idx="3">
                  <c:v>54</c:v>
                </c:pt>
                <c:pt idx="4">
                  <c:v>56.000000000000007</c:v>
                </c:pt>
                <c:pt idx="5">
                  <c:v>53</c:v>
                </c:pt>
                <c:pt idx="6">
                  <c:v>50</c:v>
                </c:pt>
                <c:pt idx="7">
                  <c:v>50</c:v>
                </c:pt>
                <c:pt idx="8">
                  <c:v>51</c:v>
                </c:pt>
                <c:pt idx="9">
                  <c:v>53</c:v>
                </c:pt>
              </c:numCache>
            </c:numRef>
          </c:val>
          <c:extLst>
            <c:ext xmlns:c16="http://schemas.microsoft.com/office/drawing/2014/chart" uri="{C3380CC4-5D6E-409C-BE32-E72D297353CC}">
              <c16:uniqueId val="{00000015-E986-4834-929A-BF5002804BE4}"/>
            </c:ext>
          </c:extLst>
        </c:ser>
        <c:ser>
          <c:idx val="2"/>
          <c:order val="2"/>
          <c:spPr>
            <a:solidFill>
              <a:schemeClr val="accent1"/>
            </a:solidFill>
            <a:ln>
              <a:noFill/>
            </a:ln>
          </c:spPr>
          <c:invertIfNegative val="0"/>
          <c:dLbls>
            <c:dLbl>
              <c:idx val="0"/>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6-E986-4834-929A-BF5002804BE4}"/>
                </c:ext>
              </c:extLst>
            </c:dLbl>
            <c:dLbl>
              <c:idx val="1"/>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7-E986-4834-929A-BF5002804BE4}"/>
                </c:ext>
              </c:extLst>
            </c:dLbl>
            <c:dLbl>
              <c:idx val="2"/>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8-E986-4834-929A-BF5002804BE4}"/>
                </c:ext>
              </c:extLst>
            </c:dLbl>
            <c:dLbl>
              <c:idx val="3"/>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9-E986-4834-929A-BF5002804BE4}"/>
                </c:ext>
              </c:extLst>
            </c:dLbl>
            <c:dLbl>
              <c:idx val="4"/>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A-E986-4834-929A-BF5002804BE4}"/>
                </c:ext>
              </c:extLst>
            </c:dLbl>
            <c:dLbl>
              <c:idx val="5"/>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B-E986-4834-929A-BF5002804BE4}"/>
                </c:ext>
              </c:extLst>
            </c:dLbl>
            <c:dLbl>
              <c:idx val="6"/>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C-E986-4834-929A-BF5002804BE4}"/>
                </c:ext>
              </c:extLst>
            </c:dLbl>
            <c:dLbl>
              <c:idx val="7"/>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D-E986-4834-929A-BF5002804BE4}"/>
                </c:ext>
              </c:extLst>
            </c:dLbl>
            <c:dLbl>
              <c:idx val="8"/>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E-E986-4834-929A-BF5002804BE4}"/>
                </c:ext>
              </c:extLst>
            </c:dLbl>
            <c:dLbl>
              <c:idx val="9"/>
              <c:layout>
                <c:manualLayout>
                  <c:x val="0"/>
                  <c:y val="1.4005602240896359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1F-E986-4834-929A-BF5002804BE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Sheet1!$A$3:$J$3</c:f>
              <c:numCache>
                <c:formatCode>General</c:formatCode>
                <c:ptCount val="10"/>
                <c:pt idx="0">
                  <c:v>7.9999999999999964</c:v>
                </c:pt>
                <c:pt idx="1">
                  <c:v>6.9999999999999947</c:v>
                </c:pt>
                <c:pt idx="2">
                  <c:v>6.0000000000000053</c:v>
                </c:pt>
                <c:pt idx="3">
                  <c:v>8.9999999999999964</c:v>
                </c:pt>
                <c:pt idx="4">
                  <c:v>11.999999999999989</c:v>
                </c:pt>
                <c:pt idx="5">
                  <c:v>10.999999999999998</c:v>
                </c:pt>
                <c:pt idx="6">
                  <c:v>10.999999999999998</c:v>
                </c:pt>
                <c:pt idx="7">
                  <c:v>12</c:v>
                </c:pt>
                <c:pt idx="8">
                  <c:v>13</c:v>
                </c:pt>
                <c:pt idx="9">
                  <c:v>13.999999999999989</c:v>
                </c:pt>
              </c:numCache>
            </c:numRef>
          </c:val>
          <c:extLst>
            <c:ext xmlns:c16="http://schemas.microsoft.com/office/drawing/2014/chart" uri="{C3380CC4-5D6E-409C-BE32-E72D297353CC}">
              <c16:uniqueId val="{00000020-E986-4834-929A-BF5002804BE4}"/>
            </c:ext>
          </c:extLst>
        </c:ser>
        <c:dLbls>
          <c:showLegendKey val="0"/>
          <c:showVal val="0"/>
          <c:showCatName val="0"/>
          <c:showSerName val="0"/>
          <c:showPercent val="0"/>
          <c:showBubbleSize val="0"/>
        </c:dLbls>
        <c:gapWidth val="60"/>
        <c:overlap val="100"/>
        <c:axId val="888424127"/>
        <c:axId val="1"/>
      </c:barChart>
      <c:catAx>
        <c:axId val="88842412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888424127"/>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4484679665738161E-2"/>
          <c:y val="7.7134986225895319E-2"/>
          <c:w val="0.97103064066852363"/>
          <c:h val="0.84573002754820936"/>
        </c:manualLayout>
      </c:layout>
      <c:barChart>
        <c:barDir val="col"/>
        <c:grouping val="stacked"/>
        <c:varyColors val="0"/>
        <c:ser>
          <c:idx val="0"/>
          <c:order val="0"/>
          <c:spPr>
            <a:solidFill>
              <a:schemeClr val="accent3"/>
            </a:solidFill>
            <a:ln>
              <a:noFill/>
            </a:ln>
          </c:spPr>
          <c:invertIfNegative val="0"/>
          <c:dLbls>
            <c:dLbl>
              <c:idx val="0"/>
              <c:layout>
                <c:manualLayout>
                  <c:x val="0"/>
                  <c:y val="1.3774104683195593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CE5-4B18-A8B4-1C7C713EE84E}"/>
                </c:ext>
              </c:extLst>
            </c:dLbl>
            <c:dLbl>
              <c:idx val="1"/>
              <c:layout>
                <c:manualLayout>
                  <c:x val="0"/>
                  <c:y val="1.3774104683195593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CE5-4B18-A8B4-1C7C713EE84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49</c:v>
                </c:pt>
                <c:pt idx="1">
                  <c:v>53</c:v>
                </c:pt>
              </c:numCache>
            </c:numRef>
          </c:val>
          <c:extLst>
            <c:ext xmlns:c16="http://schemas.microsoft.com/office/drawing/2014/chart" uri="{C3380CC4-5D6E-409C-BE32-E72D297353CC}">
              <c16:uniqueId val="{00000002-1CE5-4B18-A8B4-1C7C713EE84E}"/>
            </c:ext>
          </c:extLst>
        </c:ser>
        <c:ser>
          <c:idx val="1"/>
          <c:order val="1"/>
          <c:spPr>
            <a:solidFill>
              <a:schemeClr val="accent2"/>
            </a:solidFill>
            <a:ln>
              <a:noFill/>
            </a:ln>
          </c:spPr>
          <c:invertIfNegative val="0"/>
          <c:dLbls>
            <c:dLbl>
              <c:idx val="0"/>
              <c:layout>
                <c:manualLayout>
                  <c:x val="0"/>
                  <c:y val="9.1827364554637281E-4"/>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CE5-4B18-A8B4-1C7C713EE84E}"/>
                </c:ext>
              </c:extLst>
            </c:dLbl>
            <c:dLbl>
              <c:idx val="1"/>
              <c:layout>
                <c:manualLayout>
                  <c:x val="0"/>
                  <c:y val="1.3774104683195593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CE5-4B18-A8B4-1C7C713EE84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42.999999999999993</c:v>
                </c:pt>
                <c:pt idx="1">
                  <c:v>33.000000000000007</c:v>
                </c:pt>
              </c:numCache>
            </c:numRef>
          </c:val>
          <c:extLst>
            <c:ext xmlns:c16="http://schemas.microsoft.com/office/drawing/2014/chart" uri="{C3380CC4-5D6E-409C-BE32-E72D297353CC}">
              <c16:uniqueId val="{00000005-1CE5-4B18-A8B4-1C7C713EE84E}"/>
            </c:ext>
          </c:extLst>
        </c:ser>
        <c:ser>
          <c:idx val="2"/>
          <c:order val="2"/>
          <c:spPr>
            <a:solidFill>
              <a:schemeClr val="accent1"/>
            </a:solidFill>
            <a:ln>
              <a:noFill/>
            </a:ln>
          </c:spPr>
          <c:invertIfNegative val="0"/>
          <c:dLbls>
            <c:dLbl>
              <c:idx val="0"/>
              <c:layout>
                <c:manualLayout>
                  <c:x val="0"/>
                  <c:y val="1.3774104683195593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CE5-4B18-A8B4-1C7C713EE84E}"/>
                </c:ext>
              </c:extLst>
            </c:dLbl>
            <c:dLbl>
              <c:idx val="1"/>
              <c:layout>
                <c:manualLayout>
                  <c:x val="0"/>
                  <c:y val="1.3774104683195593E-3"/>
                </c:manualLayout>
              </c:layout>
              <c:numFmt formatCode="#,##0;&quot;-&quot;#,##0" sourceLinked="0"/>
              <c:spPr>
                <a:noFill/>
                <a:ln>
                  <a:noFill/>
                </a:ln>
              </c:spPr>
              <c:txPr>
                <a:bodyPr wrap="none"/>
                <a:lstStyle/>
                <a:p>
                  <a:pPr>
                    <a:defRPr sz="12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1CE5-4B18-A8B4-1C7C713EE84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7.9999999999999964</c:v>
                </c:pt>
                <c:pt idx="1">
                  <c:v>13.999999999999989</c:v>
                </c:pt>
              </c:numCache>
            </c:numRef>
          </c:val>
          <c:extLst>
            <c:ext xmlns:c16="http://schemas.microsoft.com/office/drawing/2014/chart" uri="{C3380CC4-5D6E-409C-BE32-E72D297353CC}">
              <c16:uniqueId val="{00000008-1CE5-4B18-A8B4-1C7C713EE84E}"/>
            </c:ext>
          </c:extLst>
        </c:ser>
        <c:dLbls>
          <c:showLegendKey val="0"/>
          <c:showVal val="0"/>
          <c:showCatName val="0"/>
          <c:showSerName val="0"/>
          <c:showPercent val="0"/>
          <c:showBubbleSize val="0"/>
        </c:dLbls>
        <c:gapWidth val="160"/>
        <c:overlap val="100"/>
        <c:axId val="479767759"/>
        <c:axId val="1"/>
      </c:barChart>
      <c:catAx>
        <c:axId val="47976775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479767759"/>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1401273885350316E-2"/>
          <c:y val="7.1500503524672715E-2"/>
          <c:w val="0.91719745222929938"/>
          <c:h val="0.85699899295065463"/>
        </c:manualLayout>
      </c:layout>
      <c:barChart>
        <c:barDir val="col"/>
        <c:grouping val="stacked"/>
        <c:varyColors val="0"/>
        <c:ser>
          <c:idx val="0"/>
          <c:order val="0"/>
          <c:spPr>
            <a:solidFill>
              <a:schemeClr val="accent3"/>
            </a:solidFill>
            <a:ln>
              <a:noFill/>
            </a:ln>
          </c:spPr>
          <c:invertIfNegative val="0"/>
          <c:dLbls>
            <c:dLbl>
              <c:idx val="0"/>
              <c:layout>
                <c:manualLayout>
                  <c:x val="0"/>
                  <c:y val="1.0070493454179255E-3"/>
                </c:manualLayout>
              </c:layout>
              <c:numFmt formatCode="#,##0;&quot;-&quot;#,##0"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C53-4446-898A-D98F78026B27}"/>
                </c:ext>
              </c:extLst>
            </c:dLbl>
            <c:dLbl>
              <c:idx val="1"/>
              <c:layout>
                <c:manualLayout>
                  <c:x val="0"/>
                  <c:y val="1.0070493454179255E-3"/>
                </c:manualLayout>
              </c:layout>
              <c:numFmt formatCode="#,##0;&quot;-&quot;#,##0"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C53-4446-898A-D98F78026B2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49</c:v>
                </c:pt>
                <c:pt idx="1">
                  <c:v>53</c:v>
                </c:pt>
              </c:numCache>
            </c:numRef>
          </c:val>
          <c:extLst>
            <c:ext xmlns:c16="http://schemas.microsoft.com/office/drawing/2014/chart" uri="{C3380CC4-5D6E-409C-BE32-E72D297353CC}">
              <c16:uniqueId val="{00000002-FC53-4446-898A-D98F78026B27}"/>
            </c:ext>
          </c:extLst>
        </c:ser>
        <c:ser>
          <c:idx val="1"/>
          <c:order val="1"/>
          <c:spPr>
            <a:solidFill>
              <a:schemeClr val="accent2"/>
            </a:solidFill>
            <a:ln>
              <a:noFill/>
            </a:ln>
          </c:spPr>
          <c:invertIfNegative val="0"/>
          <c:dLbls>
            <c:dLbl>
              <c:idx val="0"/>
              <c:layout>
                <c:manualLayout>
                  <c:x val="0"/>
                  <c:y val="1.0070493454179255E-3"/>
                </c:manualLayout>
              </c:layout>
              <c:numFmt formatCode="#,##0;&quot;-&quot;#,##0"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C53-4446-898A-D98F78026B27}"/>
                </c:ext>
              </c:extLst>
            </c:dLbl>
            <c:dLbl>
              <c:idx val="1"/>
              <c:layout>
                <c:manualLayout>
                  <c:x val="0"/>
                  <c:y val="1.0070493454179255E-3"/>
                </c:manualLayout>
              </c:layout>
              <c:numFmt formatCode="#,##0;&quot;-&quot;#,##0"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C53-4446-898A-D98F78026B2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42.999999999999993</c:v>
                </c:pt>
                <c:pt idx="1">
                  <c:v>33.000000000000007</c:v>
                </c:pt>
              </c:numCache>
            </c:numRef>
          </c:val>
          <c:extLst>
            <c:ext xmlns:c16="http://schemas.microsoft.com/office/drawing/2014/chart" uri="{C3380CC4-5D6E-409C-BE32-E72D297353CC}">
              <c16:uniqueId val="{00000005-FC53-4446-898A-D98F78026B27}"/>
            </c:ext>
          </c:extLst>
        </c:ser>
        <c:ser>
          <c:idx val="2"/>
          <c:order val="2"/>
          <c:spPr>
            <a:solidFill>
              <a:schemeClr val="accent1"/>
            </a:solidFill>
            <a:ln>
              <a:noFill/>
            </a:ln>
          </c:spPr>
          <c:invertIfNegative val="0"/>
          <c:dLbls>
            <c:dLbl>
              <c:idx val="0"/>
              <c:layout>
                <c:manualLayout>
                  <c:x val="0"/>
                  <c:y val="1.0070493454179255E-3"/>
                </c:manualLayout>
              </c:layout>
              <c:numFmt formatCode="#,##0;&quot;-&quot;#,##0"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FC53-4446-898A-D98F78026B27}"/>
                </c:ext>
              </c:extLst>
            </c:dLbl>
            <c:dLbl>
              <c:idx val="1"/>
              <c:layout>
                <c:manualLayout>
                  <c:x val="0"/>
                  <c:y val="1.0070493454179255E-3"/>
                </c:manualLayout>
              </c:layout>
              <c:numFmt formatCode="#,##0;&quot;-&quot;#,##0" sourceLinked="0"/>
              <c:spPr>
                <a:noFill/>
                <a:ln>
                  <a:noFill/>
                </a:ln>
              </c:spPr>
              <c:txPr>
                <a:bodyPr wrap="none"/>
                <a:lstStyle/>
                <a:p>
                  <a:pPr>
                    <a:defRPr sz="10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FC53-4446-898A-D98F78026B2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7.9999999999999964</c:v>
                </c:pt>
                <c:pt idx="1">
                  <c:v>13.999999999999989</c:v>
                </c:pt>
              </c:numCache>
            </c:numRef>
          </c:val>
          <c:extLst>
            <c:ext xmlns:c16="http://schemas.microsoft.com/office/drawing/2014/chart" uri="{C3380CC4-5D6E-409C-BE32-E72D297353CC}">
              <c16:uniqueId val="{00000008-FC53-4446-898A-D98F78026B27}"/>
            </c:ext>
          </c:extLst>
        </c:ser>
        <c:dLbls>
          <c:showLegendKey val="0"/>
          <c:showVal val="0"/>
          <c:showCatName val="0"/>
          <c:showSerName val="0"/>
          <c:showPercent val="0"/>
          <c:showBubbleSize val="0"/>
        </c:dLbls>
        <c:gapWidth val="160"/>
        <c:overlap val="100"/>
        <c:axId val="1885615583"/>
        <c:axId val="1"/>
      </c:barChart>
      <c:catAx>
        <c:axId val="1885615583"/>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0"/>
        <c:axPos val="l"/>
        <c:majorGridlines>
          <c:spPr>
            <a:ln>
              <a:noFill/>
            </a:ln>
          </c:spPr>
        </c:majorGridlines>
        <c:numFmt formatCode="General" sourceLinked="1"/>
        <c:majorTickMark val="none"/>
        <c:minorTickMark val="none"/>
        <c:tickLblPos val="none"/>
        <c:spPr>
          <a:ln w="9525" cmpd="sng" algn="ctr">
            <a:solidFill>
              <a:schemeClr val="tx1"/>
            </a:solidFill>
            <a:prstDash val="solid"/>
          </a:ln>
        </c:spPr>
        <c:crossAx val="1885615583"/>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9902242668200116E-2"/>
          <c:y val="2.8792912513842746E-2"/>
          <c:w val="0.94019551466359974"/>
          <c:h val="0.9424141749723145"/>
        </c:manualLayout>
      </c:layout>
      <c:barChart>
        <c:barDir val="bar"/>
        <c:grouping val="clustered"/>
        <c:varyColors val="0"/>
        <c:ser>
          <c:idx val="0"/>
          <c:order val="0"/>
          <c:spPr>
            <a:solidFill>
              <a:srgbClr val="C8C8C8"/>
            </a:solidFill>
            <a:ln>
              <a:noFill/>
            </a:ln>
          </c:spPr>
          <c:invertIfNegative val="0"/>
          <c:val>
            <c:numRef>
              <c:f>Sheet1!$A$1:$C$1</c:f>
              <c:numCache>
                <c:formatCode>General</c:formatCode>
                <c:ptCount val="3"/>
                <c:pt idx="0">
                  <c:v>7</c:v>
                </c:pt>
                <c:pt idx="1">
                  <c:v>5</c:v>
                </c:pt>
                <c:pt idx="2">
                  <c:v>7</c:v>
                </c:pt>
              </c:numCache>
            </c:numRef>
          </c:val>
          <c:extLst>
            <c:ext xmlns:c16="http://schemas.microsoft.com/office/drawing/2014/chart" uri="{C3380CC4-5D6E-409C-BE32-E72D297353CC}">
              <c16:uniqueId val="{00000000-B903-46F3-AEA4-327053E46E19}"/>
            </c:ext>
          </c:extLst>
        </c:ser>
        <c:ser>
          <c:idx val="1"/>
          <c:order val="1"/>
          <c:spPr>
            <a:solidFill>
              <a:srgbClr val="6E6F73"/>
            </a:solidFill>
            <a:ln>
              <a:noFill/>
            </a:ln>
          </c:spPr>
          <c:invertIfNegative val="0"/>
          <c:val>
            <c:numRef>
              <c:f>Sheet1!$A$2:$C$2</c:f>
              <c:numCache>
                <c:formatCode>General</c:formatCode>
                <c:ptCount val="3"/>
                <c:pt idx="0">
                  <c:v>6</c:v>
                </c:pt>
                <c:pt idx="1">
                  <c:v>4.8</c:v>
                </c:pt>
                <c:pt idx="2">
                  <c:v>5</c:v>
                </c:pt>
              </c:numCache>
            </c:numRef>
          </c:val>
          <c:extLst>
            <c:ext xmlns:c16="http://schemas.microsoft.com/office/drawing/2014/chart" uri="{C3380CC4-5D6E-409C-BE32-E72D297353CC}">
              <c16:uniqueId val="{00000001-B903-46F3-AEA4-327053E46E19}"/>
            </c:ext>
          </c:extLst>
        </c:ser>
        <c:ser>
          <c:idx val="2"/>
          <c:order val="2"/>
          <c:spPr>
            <a:solidFill>
              <a:srgbClr val="ABA8B3"/>
            </a:solidFill>
            <a:ln>
              <a:noFill/>
            </a:ln>
          </c:spPr>
          <c:invertIfNegative val="0"/>
          <c:val>
            <c:numRef>
              <c:f>Sheet1!$A$3:$C$3</c:f>
              <c:numCache>
                <c:formatCode>General</c:formatCode>
                <c:ptCount val="3"/>
                <c:pt idx="0">
                  <c:v>6</c:v>
                </c:pt>
                <c:pt idx="2">
                  <c:v>3</c:v>
                </c:pt>
              </c:numCache>
            </c:numRef>
          </c:val>
          <c:extLst>
            <c:ext xmlns:c16="http://schemas.microsoft.com/office/drawing/2014/chart" uri="{C3380CC4-5D6E-409C-BE32-E72D297353CC}">
              <c16:uniqueId val="{00000002-B903-46F3-AEA4-327053E46E19}"/>
            </c:ext>
          </c:extLst>
        </c:ser>
        <c:ser>
          <c:idx val="3"/>
          <c:order val="3"/>
          <c:spPr>
            <a:solidFill>
              <a:srgbClr val="565656"/>
            </a:solidFill>
            <a:ln>
              <a:noFill/>
            </a:ln>
          </c:spPr>
          <c:invertIfNegative val="0"/>
          <c:val>
            <c:numRef>
              <c:f>Sheet1!$A$4:$C$4</c:f>
              <c:numCache>
                <c:formatCode>General</c:formatCode>
                <c:ptCount val="3"/>
                <c:pt idx="0">
                  <c:v>5</c:v>
                </c:pt>
                <c:pt idx="2">
                  <c:v>1.8</c:v>
                </c:pt>
              </c:numCache>
            </c:numRef>
          </c:val>
          <c:extLst>
            <c:ext xmlns:c16="http://schemas.microsoft.com/office/drawing/2014/chart" uri="{C3380CC4-5D6E-409C-BE32-E72D297353CC}">
              <c16:uniqueId val="{00000003-B903-46F3-AEA4-327053E46E19}"/>
            </c:ext>
          </c:extLst>
        </c:ser>
        <c:ser>
          <c:idx val="4"/>
          <c:order val="4"/>
          <c:spPr>
            <a:solidFill>
              <a:srgbClr val="837F7F"/>
            </a:solidFill>
            <a:ln>
              <a:noFill/>
            </a:ln>
          </c:spPr>
          <c:invertIfNegative val="0"/>
          <c:val>
            <c:numRef>
              <c:f>Sheet1!$A$5:$C$5</c:f>
              <c:numCache>
                <c:formatCode>General</c:formatCode>
                <c:ptCount val="3"/>
                <c:pt idx="0">
                  <c:v>3</c:v>
                </c:pt>
              </c:numCache>
            </c:numRef>
          </c:val>
          <c:extLst>
            <c:ext xmlns:c16="http://schemas.microsoft.com/office/drawing/2014/chart" uri="{C3380CC4-5D6E-409C-BE32-E72D297353CC}">
              <c16:uniqueId val="{00000004-B903-46F3-AEA4-327053E46E19}"/>
            </c:ext>
          </c:extLst>
        </c:ser>
        <c:ser>
          <c:idx val="5"/>
          <c:order val="5"/>
          <c:spPr>
            <a:solidFill>
              <a:srgbClr val="C8C8C8"/>
            </a:solidFill>
            <a:ln>
              <a:noFill/>
            </a:ln>
          </c:spPr>
          <c:invertIfNegative val="0"/>
          <c:val>
            <c:numRef>
              <c:f>Sheet1!$A$6:$C$6</c:f>
              <c:numCache>
                <c:formatCode>General</c:formatCode>
                <c:ptCount val="3"/>
                <c:pt idx="0">
                  <c:v>2</c:v>
                </c:pt>
              </c:numCache>
            </c:numRef>
          </c:val>
          <c:extLst>
            <c:ext xmlns:c16="http://schemas.microsoft.com/office/drawing/2014/chart" uri="{C3380CC4-5D6E-409C-BE32-E72D297353CC}">
              <c16:uniqueId val="{00000005-B903-46F3-AEA4-327053E46E19}"/>
            </c:ext>
          </c:extLst>
        </c:ser>
        <c:ser>
          <c:idx val="6"/>
          <c:order val="6"/>
          <c:spPr>
            <a:solidFill>
              <a:srgbClr val="6E6F73"/>
            </a:solidFill>
            <a:ln>
              <a:noFill/>
            </a:ln>
          </c:spPr>
          <c:invertIfNegative val="0"/>
          <c:val>
            <c:numRef>
              <c:f>Sheet1!$A$7:$C$7</c:f>
              <c:numCache>
                <c:formatCode>General</c:formatCode>
                <c:ptCount val="3"/>
                <c:pt idx="0">
                  <c:v>1.5</c:v>
                </c:pt>
              </c:numCache>
            </c:numRef>
          </c:val>
          <c:extLst>
            <c:ext xmlns:c16="http://schemas.microsoft.com/office/drawing/2014/chart" uri="{C3380CC4-5D6E-409C-BE32-E72D297353CC}">
              <c16:uniqueId val="{00000006-B903-46F3-AEA4-327053E46E19}"/>
            </c:ext>
          </c:extLst>
        </c:ser>
        <c:dLbls>
          <c:showLegendKey val="0"/>
          <c:showVal val="0"/>
          <c:showCatName val="0"/>
          <c:showSerName val="0"/>
          <c:showPercent val="0"/>
          <c:showBubbleSize val="0"/>
        </c:dLbls>
        <c:gapWidth val="60"/>
        <c:axId val="1885637183"/>
        <c:axId val="1"/>
      </c:barChart>
      <c:catAx>
        <c:axId val="1885637183"/>
        <c:scaling>
          <c:orientation val="maxMin"/>
        </c:scaling>
        <c:delete val="0"/>
        <c:axPos val="r"/>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axMin"/>
          <c:max val="7"/>
          <c:min val="0"/>
        </c:scaling>
        <c:delete val="1"/>
        <c:axPos val="b"/>
        <c:numFmt formatCode="General" sourceLinked="1"/>
        <c:majorTickMark val="out"/>
        <c:minorTickMark val="none"/>
        <c:tickLblPos val="nextTo"/>
        <c:crossAx val="1885637183"/>
        <c:crosses val="max"/>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1" u="none" strike="noStrike" kern="1200" spc="0" baseline="0">
                <a:solidFill>
                  <a:schemeClr val="accent1"/>
                </a:solidFill>
                <a:latin typeface="Arial" panose="020B0604020202020204" pitchFamily="34" charset="0"/>
                <a:ea typeface="+mn-ea"/>
                <a:cs typeface="Arial" panose="020B0604020202020204" pitchFamily="34" charset="0"/>
              </a:defRPr>
            </a:pPr>
            <a:r>
              <a:rPr lang="en-US" sz="1440" i="1">
                <a:solidFill>
                  <a:schemeClr val="accent1"/>
                </a:solidFill>
              </a:rPr>
              <a:t>Exchange Written Premium</a:t>
            </a:r>
            <a:r>
              <a:rPr lang="en-US" sz="1440" i="1" baseline="0">
                <a:solidFill>
                  <a:schemeClr val="accent1"/>
                </a:solidFill>
              </a:rPr>
              <a:t> </a:t>
            </a:r>
            <a:r>
              <a:rPr lang="en-US" sz="1440" i="1">
                <a:solidFill>
                  <a:schemeClr val="accent1"/>
                </a:solidFill>
              </a:rPr>
              <a:t>($B)</a:t>
            </a:r>
          </a:p>
        </c:rich>
      </c:tx>
      <c:layout>
        <c:manualLayout>
          <c:xMode val="edge"/>
          <c:yMode val="edge"/>
          <c:x val="0"/>
          <c:y val="1.7946381389726948E-3"/>
        </c:manualLayout>
      </c:layout>
      <c:overlay val="0"/>
      <c:spPr>
        <a:noFill/>
        <a:ln>
          <a:noFill/>
        </a:ln>
        <a:effectLst/>
      </c:spPr>
      <c:txPr>
        <a:bodyPr rot="0" spcFirstLastPara="1" vertOverflow="ellipsis" vert="horz" wrap="square" anchor="ctr" anchorCtr="1"/>
        <a:lstStyle/>
        <a:p>
          <a:pPr>
            <a:defRPr sz="1440" b="0" i="1" u="none" strike="noStrike" kern="1200" spc="0" baseline="0">
              <a:solidFill>
                <a:schemeClr val="accent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0555555555555555E-2"/>
          <c:y val="0.11491434101582786"/>
          <c:w val="0.6270820860636579"/>
          <c:h val="0.75594721308937451"/>
        </c:manualLayout>
      </c:layout>
      <c:barChart>
        <c:barDir val="col"/>
        <c:grouping val="stacked"/>
        <c:varyColors val="0"/>
        <c:ser>
          <c:idx val="1"/>
          <c:order val="0"/>
          <c:tx>
            <c:strRef>
              <c:f>'[BHAG Long Term Plan.xlsx]Premium Assumptions'!$U$76</c:f>
              <c:strCache>
                <c:ptCount val="1"/>
                <c:pt idx="0">
                  <c:v>Baseline</c:v>
                </c:pt>
              </c:strCache>
            </c:strRef>
          </c:tx>
          <c:spPr>
            <a:solidFill>
              <a:schemeClr val="tx2">
                <a:lumMod val="20000"/>
                <a:lumOff val="80000"/>
              </a:schemeClr>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Assumptions'!$V$76:$AA$76</c:f>
              <c:numCache>
                <c:formatCode>0.0</c:formatCode>
                <c:ptCount val="6"/>
                <c:pt idx="0">
                  <c:v>3.1</c:v>
                </c:pt>
                <c:pt idx="1">
                  <c:v>3.8</c:v>
                </c:pt>
                <c:pt idx="2">
                  <c:v>5</c:v>
                </c:pt>
                <c:pt idx="3">
                  <c:v>6.4</c:v>
                </c:pt>
                <c:pt idx="4">
                  <c:v>8</c:v>
                </c:pt>
                <c:pt idx="5">
                  <c:v>9.6</c:v>
                </c:pt>
              </c:numCache>
            </c:numRef>
          </c:val>
          <c:extLst>
            <c:ext xmlns:c16="http://schemas.microsoft.com/office/drawing/2014/chart" uri="{C3380CC4-5D6E-409C-BE32-E72D297353CC}">
              <c16:uniqueId val="{00000000-4D6F-4CE2-898B-B0B777B2A558}"/>
            </c:ext>
          </c:extLst>
        </c:ser>
        <c:ser>
          <c:idx val="2"/>
          <c:order val="1"/>
          <c:tx>
            <c:strRef>
              <c:f>'[BHAG Long Term Plan.xlsx]Premium Assumptions'!$U$77</c:f>
              <c:strCache>
                <c:ptCount val="1"/>
                <c:pt idx="0">
                  <c:v>Additional Organic Growth</c:v>
                </c:pt>
              </c:strCache>
            </c:strRef>
          </c:tx>
          <c:spPr>
            <a:solidFill>
              <a:schemeClr val="accent1"/>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4D6F-4CE2-898B-B0B777B2A558}"/>
                </c:ext>
              </c:extLst>
            </c:dLbl>
            <c:dLbl>
              <c:idx val="1"/>
              <c:delete val="1"/>
              <c:extLst>
                <c:ext xmlns:c15="http://schemas.microsoft.com/office/drawing/2012/chart" uri="{CE6537A1-D6FC-4f65-9D91-7224C49458BB}"/>
                <c:ext xmlns:c16="http://schemas.microsoft.com/office/drawing/2014/chart" uri="{C3380CC4-5D6E-409C-BE32-E72D297353CC}">
                  <c16:uniqueId val="{00000002-4D6F-4CE2-898B-B0B777B2A558}"/>
                </c:ext>
              </c:extLst>
            </c:dLbl>
            <c:dLbl>
              <c:idx val="2"/>
              <c:layout>
                <c:manualLayout>
                  <c:x val="4.8512344686929144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C47-44AF-BEEB-D8ABF14F12FE}"/>
                </c:ext>
              </c:extLst>
            </c:dLbl>
            <c:dLbl>
              <c:idx val="3"/>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6="http://schemas.microsoft.com/office/drawing/2014/chart" uri="{C3380CC4-5D6E-409C-BE32-E72D297353CC}">
                  <c16:uniqueId val="{00000003-4D6F-4CE2-898B-B0B777B2A558}"/>
                </c:ext>
              </c:extLst>
            </c:dLbl>
            <c:dLbl>
              <c:idx val="4"/>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6="http://schemas.microsoft.com/office/drawing/2014/chart" uri="{C3380CC4-5D6E-409C-BE32-E72D297353CC}">
                  <c16:uniqueId val="{00000004-4D6F-4CE2-898B-B0B777B2A558}"/>
                </c:ext>
              </c:extLst>
            </c:dLbl>
            <c:dLbl>
              <c:idx val="5"/>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6="http://schemas.microsoft.com/office/drawing/2014/chart" uri="{C3380CC4-5D6E-409C-BE32-E72D297353CC}">
                  <c16:uniqueId val="{00000005-4D6F-4CE2-898B-B0B777B2A55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Assumptions'!$V$77:$AA$77</c:f>
              <c:numCache>
                <c:formatCode>0.0</c:formatCode>
                <c:ptCount val="6"/>
                <c:pt idx="0">
                  <c:v>0</c:v>
                </c:pt>
                <c:pt idx="1">
                  <c:v>0.2</c:v>
                </c:pt>
                <c:pt idx="2">
                  <c:v>0.4</c:v>
                </c:pt>
                <c:pt idx="3">
                  <c:v>0.9</c:v>
                </c:pt>
                <c:pt idx="4">
                  <c:v>1.4</c:v>
                </c:pt>
                <c:pt idx="5">
                  <c:v>2</c:v>
                </c:pt>
              </c:numCache>
            </c:numRef>
          </c:val>
          <c:extLst>
            <c:ext xmlns:c16="http://schemas.microsoft.com/office/drawing/2014/chart" uri="{C3380CC4-5D6E-409C-BE32-E72D297353CC}">
              <c16:uniqueId val="{00000006-4D6F-4CE2-898B-B0B777B2A558}"/>
            </c:ext>
          </c:extLst>
        </c:ser>
        <c:dLbls>
          <c:showLegendKey val="0"/>
          <c:showVal val="0"/>
          <c:showCatName val="0"/>
          <c:showSerName val="0"/>
          <c:showPercent val="0"/>
          <c:showBubbleSize val="0"/>
        </c:dLbls>
        <c:gapWidth val="100"/>
        <c:overlap val="100"/>
        <c:axId val="1982225680"/>
        <c:axId val="1982223760"/>
      </c:barChart>
      <c:lineChart>
        <c:grouping val="standard"/>
        <c:varyColors val="0"/>
        <c:ser>
          <c:idx val="11"/>
          <c:order val="2"/>
          <c:tx>
            <c:strRef>
              <c:f>'[BHAG Long Term Plan.xlsx]Premium Assumptions'!$U$94</c:f>
              <c:strCache>
                <c:ptCount val="1"/>
                <c:pt idx="0">
                  <c:v>Total</c:v>
                </c:pt>
              </c:strCache>
            </c:strRef>
          </c:tx>
          <c:spPr>
            <a:ln w="25400" cap="rnd">
              <a:no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Assumptions'!$V$94:$AA$94</c:f>
              <c:numCache>
                <c:formatCode>0.0</c:formatCode>
                <c:ptCount val="6"/>
                <c:pt idx="0">
                  <c:v>3.1</c:v>
                </c:pt>
                <c:pt idx="1">
                  <c:v>4</c:v>
                </c:pt>
                <c:pt idx="2">
                  <c:v>5.4</c:v>
                </c:pt>
                <c:pt idx="3">
                  <c:v>7.3000000000000007</c:v>
                </c:pt>
                <c:pt idx="4">
                  <c:v>9.4</c:v>
                </c:pt>
                <c:pt idx="5">
                  <c:v>11.6</c:v>
                </c:pt>
              </c:numCache>
            </c:numRef>
          </c:val>
          <c:smooth val="0"/>
          <c:extLst>
            <c:ext xmlns:c16="http://schemas.microsoft.com/office/drawing/2014/chart" uri="{C3380CC4-5D6E-409C-BE32-E72D297353CC}">
              <c16:uniqueId val="{00000007-4D6F-4CE2-898B-B0B777B2A558}"/>
            </c:ext>
          </c:extLst>
        </c:ser>
        <c:dLbls>
          <c:showLegendKey val="0"/>
          <c:showVal val="0"/>
          <c:showCatName val="0"/>
          <c:showSerName val="0"/>
          <c:showPercent val="0"/>
          <c:showBubbleSize val="0"/>
        </c:dLbls>
        <c:marker val="1"/>
        <c:smooth val="0"/>
        <c:axId val="1982225680"/>
        <c:axId val="1982223760"/>
      </c:lineChart>
      <c:catAx>
        <c:axId val="198222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982223760"/>
        <c:crosses val="autoZero"/>
        <c:auto val="1"/>
        <c:lblAlgn val="ctr"/>
        <c:lblOffset val="100"/>
        <c:noMultiLvlLbl val="0"/>
      </c:catAx>
      <c:valAx>
        <c:axId val="1982223760"/>
        <c:scaling>
          <c:orientation val="minMax"/>
          <c:max val="21"/>
          <c:min val="0"/>
        </c:scaling>
        <c:delete val="1"/>
        <c:axPos val="l"/>
        <c:numFmt formatCode="0.0" sourceLinked="1"/>
        <c:majorTickMark val="out"/>
        <c:minorTickMark val="none"/>
        <c:tickLblPos val="nextTo"/>
        <c:crossAx val="1982225680"/>
        <c:crosses val="autoZero"/>
        <c:crossBetween val="between"/>
      </c:valAx>
      <c:spPr>
        <a:noFill/>
        <a:ln>
          <a:noFill/>
        </a:ln>
        <a:effectLst/>
      </c:spPr>
    </c:plotArea>
    <c:legend>
      <c:legendPos val="r"/>
      <c:legendEntry>
        <c:idx val="2"/>
        <c:delete val="1"/>
      </c:legendEntry>
      <c:layout>
        <c:manualLayout>
          <c:xMode val="edge"/>
          <c:yMode val="edge"/>
          <c:x val="0.6669175519332502"/>
          <c:y val="0.38012468421661766"/>
          <c:w val="0.28457010337982064"/>
          <c:h val="0.42871594816348668"/>
        </c:manualLayout>
      </c:layout>
      <c:overlay val="0"/>
      <c:spPr>
        <a:noFill/>
        <a:ln>
          <a:noFill/>
        </a:ln>
        <a:effectLst/>
      </c:spPr>
      <c:txPr>
        <a:bodyPr rot="0" spcFirstLastPara="1" vertOverflow="ellipsis" vert="horz" wrap="square" anchor="ctr" anchorCtr="0"/>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1" u="none" strike="noStrike" kern="1200" spc="0" baseline="0">
                <a:solidFill>
                  <a:schemeClr val="accent2"/>
                </a:solidFill>
                <a:latin typeface="Arial" panose="020B0604020202020204" pitchFamily="34" charset="0"/>
                <a:ea typeface="+mn-ea"/>
                <a:cs typeface="Arial" panose="020B0604020202020204" pitchFamily="34" charset="0"/>
              </a:defRPr>
            </a:pPr>
            <a:r>
              <a:rPr lang="en-US" sz="1440" i="1">
                <a:solidFill>
                  <a:schemeClr val="accent2"/>
                </a:solidFill>
              </a:rPr>
              <a:t>Exchange Written Premium</a:t>
            </a:r>
            <a:r>
              <a:rPr lang="en-US" sz="1440" i="1" baseline="0">
                <a:solidFill>
                  <a:schemeClr val="accent2"/>
                </a:solidFill>
              </a:rPr>
              <a:t> </a:t>
            </a:r>
            <a:r>
              <a:rPr lang="en-US" sz="1440" i="1">
                <a:solidFill>
                  <a:schemeClr val="accent2"/>
                </a:solidFill>
              </a:rPr>
              <a:t>($B)</a:t>
            </a:r>
          </a:p>
        </c:rich>
      </c:tx>
      <c:layout>
        <c:manualLayout>
          <c:xMode val="edge"/>
          <c:yMode val="edge"/>
          <c:x val="0"/>
          <c:y val="1.7946381389726948E-3"/>
        </c:manualLayout>
      </c:layout>
      <c:overlay val="0"/>
      <c:spPr>
        <a:noFill/>
        <a:ln>
          <a:noFill/>
        </a:ln>
        <a:effectLst/>
      </c:spPr>
      <c:txPr>
        <a:bodyPr rot="0" spcFirstLastPara="1" vertOverflow="ellipsis" vert="horz" wrap="square" anchor="ctr" anchorCtr="1"/>
        <a:lstStyle/>
        <a:p>
          <a:pPr>
            <a:defRPr sz="1440" b="0" i="1" u="none" strike="noStrike" kern="1200" spc="0" baseline="0">
              <a:solidFill>
                <a:schemeClr val="accent2"/>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0555555555555555E-2"/>
          <c:y val="0.11491434101582786"/>
          <c:w val="0.6270820860636579"/>
          <c:h val="0.75594721308937451"/>
        </c:manualLayout>
      </c:layout>
      <c:barChart>
        <c:barDir val="col"/>
        <c:grouping val="stacked"/>
        <c:varyColors val="0"/>
        <c:ser>
          <c:idx val="1"/>
          <c:order val="0"/>
          <c:tx>
            <c:strRef>
              <c:f>'[BHAG Long Term Plan.xlsx]Premium Assumptions'!$U$76</c:f>
              <c:strCache>
                <c:ptCount val="1"/>
                <c:pt idx="0">
                  <c:v>Baseline</c:v>
                </c:pt>
              </c:strCache>
            </c:strRef>
          </c:tx>
          <c:spPr>
            <a:solidFill>
              <a:schemeClr val="tx2">
                <a:lumMod val="20000"/>
                <a:lumOff val="80000"/>
              </a:schemeClr>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Assumptions'!$V$76:$AA$76</c:f>
              <c:numCache>
                <c:formatCode>0.0</c:formatCode>
                <c:ptCount val="6"/>
                <c:pt idx="0">
                  <c:v>3.1</c:v>
                </c:pt>
                <c:pt idx="1">
                  <c:v>3.8</c:v>
                </c:pt>
                <c:pt idx="2">
                  <c:v>5</c:v>
                </c:pt>
                <c:pt idx="3">
                  <c:v>6.4</c:v>
                </c:pt>
                <c:pt idx="4">
                  <c:v>8</c:v>
                </c:pt>
                <c:pt idx="5">
                  <c:v>9.6</c:v>
                </c:pt>
              </c:numCache>
            </c:numRef>
          </c:val>
          <c:extLst>
            <c:ext xmlns:c16="http://schemas.microsoft.com/office/drawing/2014/chart" uri="{C3380CC4-5D6E-409C-BE32-E72D297353CC}">
              <c16:uniqueId val="{00000000-D551-477C-AE3C-D3CD2EAFEE67}"/>
            </c:ext>
          </c:extLst>
        </c:ser>
        <c:ser>
          <c:idx val="2"/>
          <c:order val="1"/>
          <c:tx>
            <c:strRef>
              <c:f>'[BHAG Long Term Plan.xlsx]Premium Assumptions'!$U$77</c:f>
              <c:strCache>
                <c:ptCount val="1"/>
                <c:pt idx="0">
                  <c:v>Additional Organic Growth</c:v>
                </c:pt>
              </c:strCache>
            </c:strRef>
          </c:tx>
          <c:spPr>
            <a:solidFill>
              <a:schemeClr val="accent1"/>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Assumptions'!$V$77:$AA$77</c:f>
              <c:numCache>
                <c:formatCode>0.0</c:formatCode>
                <c:ptCount val="6"/>
                <c:pt idx="0">
                  <c:v>0</c:v>
                </c:pt>
                <c:pt idx="1">
                  <c:v>0.2</c:v>
                </c:pt>
                <c:pt idx="2">
                  <c:v>0.4</c:v>
                </c:pt>
                <c:pt idx="3">
                  <c:v>0.9</c:v>
                </c:pt>
                <c:pt idx="4">
                  <c:v>1.4</c:v>
                </c:pt>
                <c:pt idx="5">
                  <c:v>2</c:v>
                </c:pt>
              </c:numCache>
            </c:numRef>
          </c:val>
          <c:extLst>
            <c:ext xmlns:c16="http://schemas.microsoft.com/office/drawing/2014/chart" uri="{C3380CC4-5D6E-409C-BE32-E72D297353CC}">
              <c16:uniqueId val="{00000001-D551-477C-AE3C-D3CD2EAFEE67}"/>
            </c:ext>
          </c:extLst>
        </c:ser>
        <c:ser>
          <c:idx val="0"/>
          <c:order val="2"/>
          <c:tx>
            <c:strRef>
              <c:f>'[BHAG Long Term Plan.xlsx]Premium Assumptions'!$U$78</c:f>
              <c:strCache>
                <c:ptCount val="1"/>
                <c:pt idx="0">
                  <c:v>Accelerant Basic - WC</c:v>
                </c:pt>
              </c:strCache>
            </c:strRef>
          </c:tx>
          <c:spPr>
            <a:solidFill>
              <a:schemeClr val="accent2">
                <a:lumMod val="75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2-D551-477C-AE3C-D3CD2EAFEE67}"/>
                </c:ext>
              </c:extLst>
            </c:dLbl>
            <c:dLbl>
              <c:idx val="1"/>
              <c:delete val="1"/>
              <c:extLst>
                <c:ext xmlns:c15="http://schemas.microsoft.com/office/drawing/2012/chart" uri="{CE6537A1-D6FC-4f65-9D91-7224C49458BB}"/>
                <c:ext xmlns:c16="http://schemas.microsoft.com/office/drawing/2014/chart" uri="{C3380CC4-5D6E-409C-BE32-E72D297353CC}">
                  <c16:uniqueId val="{00000003-D551-477C-AE3C-D3CD2EAFEE67}"/>
                </c:ext>
              </c:extLst>
            </c:dLbl>
            <c:dLbl>
              <c:idx val="2"/>
              <c:delete val="1"/>
              <c:extLst>
                <c:ext xmlns:c15="http://schemas.microsoft.com/office/drawing/2012/chart" uri="{CE6537A1-D6FC-4f65-9D91-7224C49458BB}"/>
                <c:ext xmlns:c16="http://schemas.microsoft.com/office/drawing/2014/chart" uri="{C3380CC4-5D6E-409C-BE32-E72D297353CC}">
                  <c16:uniqueId val="{00000004-D551-477C-AE3C-D3CD2EAFEE67}"/>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Assumptions'!$V$78:$AA$78</c:f>
              <c:numCache>
                <c:formatCode>0.0</c:formatCode>
                <c:ptCount val="6"/>
                <c:pt idx="0">
                  <c:v>0</c:v>
                </c:pt>
                <c:pt idx="1">
                  <c:v>0</c:v>
                </c:pt>
                <c:pt idx="2">
                  <c:v>0.1</c:v>
                </c:pt>
                <c:pt idx="3">
                  <c:v>0.6</c:v>
                </c:pt>
                <c:pt idx="4">
                  <c:v>1</c:v>
                </c:pt>
                <c:pt idx="5">
                  <c:v>1.5</c:v>
                </c:pt>
              </c:numCache>
            </c:numRef>
          </c:val>
          <c:extLst>
            <c:ext xmlns:c16="http://schemas.microsoft.com/office/drawing/2014/chart" uri="{C3380CC4-5D6E-409C-BE32-E72D297353CC}">
              <c16:uniqueId val="{00000005-D551-477C-AE3C-D3CD2EAFEE67}"/>
            </c:ext>
          </c:extLst>
        </c:ser>
        <c:ser>
          <c:idx val="3"/>
          <c:order val="3"/>
          <c:tx>
            <c:strRef>
              <c:f>'[BHAG Long Term Plan.xlsx]Premium Assumptions'!$U$79</c:f>
              <c:strCache>
                <c:ptCount val="1"/>
                <c:pt idx="0">
                  <c:v>Accelerant Basic - Higher Limit</c:v>
                </c:pt>
              </c:strCache>
            </c:strRef>
          </c:tx>
          <c:spPr>
            <a:solidFill>
              <a:schemeClr val="accent2"/>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6-D551-477C-AE3C-D3CD2EAFEE67}"/>
                </c:ext>
              </c:extLst>
            </c:dLbl>
            <c:dLbl>
              <c:idx val="1"/>
              <c:delete val="1"/>
              <c:extLst>
                <c:ext xmlns:c15="http://schemas.microsoft.com/office/drawing/2012/chart" uri="{CE6537A1-D6FC-4f65-9D91-7224C49458BB}"/>
                <c:ext xmlns:c16="http://schemas.microsoft.com/office/drawing/2014/chart" uri="{C3380CC4-5D6E-409C-BE32-E72D297353CC}">
                  <c16:uniqueId val="{00000007-D551-477C-AE3C-D3CD2EAFEE67}"/>
                </c:ext>
              </c:extLst>
            </c:dLbl>
            <c:dLbl>
              <c:idx val="2"/>
              <c:delete val="1"/>
              <c:extLst>
                <c:ext xmlns:c15="http://schemas.microsoft.com/office/drawing/2012/chart" uri="{CE6537A1-D6FC-4f65-9D91-7224C49458BB}"/>
                <c:ext xmlns:c16="http://schemas.microsoft.com/office/drawing/2014/chart" uri="{C3380CC4-5D6E-409C-BE32-E72D297353CC}">
                  <c16:uniqueId val="{00000008-D551-477C-AE3C-D3CD2EAFEE67}"/>
                </c:ext>
              </c:extLst>
            </c:dLbl>
            <c:dLbl>
              <c:idx val="3"/>
              <c:delete val="1"/>
              <c:extLst>
                <c:ext xmlns:c15="http://schemas.microsoft.com/office/drawing/2012/chart" uri="{CE6537A1-D6FC-4f65-9D91-7224C49458BB}"/>
                <c:ext xmlns:c16="http://schemas.microsoft.com/office/drawing/2014/chart" uri="{C3380CC4-5D6E-409C-BE32-E72D297353CC}">
                  <c16:uniqueId val="{00000009-D551-477C-AE3C-D3CD2EAFEE67}"/>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Assumptions'!$V$79:$AA$79</c:f>
              <c:numCache>
                <c:formatCode>0.0</c:formatCode>
                <c:ptCount val="6"/>
                <c:pt idx="0">
                  <c:v>0</c:v>
                </c:pt>
                <c:pt idx="1">
                  <c:v>0.04</c:v>
                </c:pt>
                <c:pt idx="2">
                  <c:v>0.3</c:v>
                </c:pt>
                <c:pt idx="3">
                  <c:v>0.6</c:v>
                </c:pt>
                <c:pt idx="4">
                  <c:v>1</c:v>
                </c:pt>
                <c:pt idx="5">
                  <c:v>1.5</c:v>
                </c:pt>
              </c:numCache>
            </c:numRef>
          </c:val>
          <c:extLst>
            <c:ext xmlns:c16="http://schemas.microsoft.com/office/drawing/2014/chart" uri="{C3380CC4-5D6E-409C-BE32-E72D297353CC}">
              <c16:uniqueId val="{0000000A-D551-477C-AE3C-D3CD2EAFEE67}"/>
            </c:ext>
          </c:extLst>
        </c:ser>
        <c:ser>
          <c:idx val="4"/>
          <c:order val="4"/>
          <c:tx>
            <c:strRef>
              <c:f>'[BHAG Long Term Plan.xlsx]Premium Assumptions'!$U$80</c:f>
              <c:strCache>
                <c:ptCount val="1"/>
                <c:pt idx="0">
                  <c:v>Accelerant Basic - Auto</c:v>
                </c:pt>
              </c:strCache>
            </c:strRef>
          </c:tx>
          <c:spPr>
            <a:solidFill>
              <a:schemeClr val="accent2">
                <a:lumMod val="60000"/>
                <a:lumOff val="40000"/>
              </a:schemeClr>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Assumptions'!$V$80:$AA$80</c:f>
              <c:numCache>
                <c:formatCode>0.0</c:formatCode>
                <c:ptCount val="6"/>
                <c:pt idx="0">
                  <c:v>0</c:v>
                </c:pt>
                <c:pt idx="1">
                  <c:v>0</c:v>
                </c:pt>
                <c:pt idx="2">
                  <c:v>0.04</c:v>
                </c:pt>
                <c:pt idx="3">
                  <c:v>0.1</c:v>
                </c:pt>
                <c:pt idx="4">
                  <c:v>0.15</c:v>
                </c:pt>
                <c:pt idx="5">
                  <c:v>0.2</c:v>
                </c:pt>
              </c:numCache>
            </c:numRef>
          </c:val>
          <c:extLst>
            <c:ext xmlns:c16="http://schemas.microsoft.com/office/drawing/2014/chart" uri="{C3380CC4-5D6E-409C-BE32-E72D297353CC}">
              <c16:uniqueId val="{0000000B-D551-477C-AE3C-D3CD2EAFEE67}"/>
            </c:ext>
          </c:extLst>
        </c:ser>
        <c:ser>
          <c:idx val="5"/>
          <c:order val="5"/>
          <c:tx>
            <c:strRef>
              <c:f>'[BHAG Long Term Plan.xlsx]Premium Assumptions'!$U$81</c:f>
              <c:strCache>
                <c:ptCount val="1"/>
                <c:pt idx="0">
                  <c:v>Accelerant Basic - Property Cat</c:v>
                </c:pt>
              </c:strCache>
            </c:strRef>
          </c:tx>
          <c:spPr>
            <a:solidFill>
              <a:schemeClr val="accent2">
                <a:lumMod val="20000"/>
                <a:lumOff val="80000"/>
              </a:schemeClr>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551-477C-AE3C-D3CD2EAFEE67}"/>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Assumptions'!$V$81:$AA$81</c:f>
              <c:numCache>
                <c:formatCode>0.0</c:formatCode>
                <c:ptCount val="6"/>
                <c:pt idx="0">
                  <c:v>0</c:v>
                </c:pt>
                <c:pt idx="1">
                  <c:v>0.02</c:v>
                </c:pt>
                <c:pt idx="2">
                  <c:v>0.1</c:v>
                </c:pt>
                <c:pt idx="3">
                  <c:v>0.2</c:v>
                </c:pt>
                <c:pt idx="4">
                  <c:v>0.3</c:v>
                </c:pt>
                <c:pt idx="5">
                  <c:v>0.4</c:v>
                </c:pt>
              </c:numCache>
            </c:numRef>
          </c:val>
          <c:extLst>
            <c:ext xmlns:c16="http://schemas.microsoft.com/office/drawing/2014/chart" uri="{C3380CC4-5D6E-409C-BE32-E72D297353CC}">
              <c16:uniqueId val="{0000000D-D551-477C-AE3C-D3CD2EAFEE67}"/>
            </c:ext>
          </c:extLst>
        </c:ser>
        <c:dLbls>
          <c:showLegendKey val="0"/>
          <c:showVal val="0"/>
          <c:showCatName val="0"/>
          <c:showSerName val="0"/>
          <c:showPercent val="0"/>
          <c:showBubbleSize val="0"/>
        </c:dLbls>
        <c:gapWidth val="100"/>
        <c:overlap val="100"/>
        <c:axId val="1982225680"/>
        <c:axId val="1982223760"/>
      </c:barChart>
      <c:lineChart>
        <c:grouping val="standard"/>
        <c:varyColors val="0"/>
        <c:ser>
          <c:idx val="11"/>
          <c:order val="6"/>
          <c:tx>
            <c:strRef>
              <c:f>'[BHAG Long Term Plan.xlsx]Premium Assumptions'!$U$97</c:f>
              <c:strCache>
                <c:ptCount val="1"/>
                <c:pt idx="0">
                  <c:v>Total</c:v>
                </c:pt>
              </c:strCache>
            </c:strRef>
          </c:tx>
          <c:spPr>
            <a:ln w="25400" cap="rnd">
              <a:no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Assumptions'!$V$97:$AA$97</c:f>
              <c:numCache>
                <c:formatCode>0.0</c:formatCode>
                <c:ptCount val="6"/>
                <c:pt idx="0">
                  <c:v>3.1</c:v>
                </c:pt>
                <c:pt idx="1">
                  <c:v>4.0599999999999996</c:v>
                </c:pt>
                <c:pt idx="2">
                  <c:v>5.9399999999999995</c:v>
                </c:pt>
                <c:pt idx="3">
                  <c:v>8.7999999999999989</c:v>
                </c:pt>
                <c:pt idx="4">
                  <c:v>11.850000000000001</c:v>
                </c:pt>
                <c:pt idx="5">
                  <c:v>15.2</c:v>
                </c:pt>
              </c:numCache>
            </c:numRef>
          </c:val>
          <c:smooth val="0"/>
          <c:extLst>
            <c:ext xmlns:c16="http://schemas.microsoft.com/office/drawing/2014/chart" uri="{C3380CC4-5D6E-409C-BE32-E72D297353CC}">
              <c16:uniqueId val="{0000000E-D551-477C-AE3C-D3CD2EAFEE67}"/>
            </c:ext>
          </c:extLst>
        </c:ser>
        <c:dLbls>
          <c:showLegendKey val="0"/>
          <c:showVal val="0"/>
          <c:showCatName val="0"/>
          <c:showSerName val="0"/>
          <c:showPercent val="0"/>
          <c:showBubbleSize val="0"/>
        </c:dLbls>
        <c:marker val="1"/>
        <c:smooth val="0"/>
        <c:axId val="1982225680"/>
        <c:axId val="1982223760"/>
      </c:lineChart>
      <c:catAx>
        <c:axId val="198222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982223760"/>
        <c:crosses val="autoZero"/>
        <c:auto val="1"/>
        <c:lblAlgn val="ctr"/>
        <c:lblOffset val="100"/>
        <c:noMultiLvlLbl val="0"/>
      </c:catAx>
      <c:valAx>
        <c:axId val="1982223760"/>
        <c:scaling>
          <c:orientation val="minMax"/>
          <c:max val="21"/>
          <c:min val="0"/>
        </c:scaling>
        <c:delete val="1"/>
        <c:axPos val="l"/>
        <c:numFmt formatCode="0.0" sourceLinked="1"/>
        <c:majorTickMark val="out"/>
        <c:minorTickMark val="none"/>
        <c:tickLblPos val="nextTo"/>
        <c:crossAx val="1982225680"/>
        <c:crosses val="autoZero"/>
        <c:crossBetween val="between"/>
      </c:valAx>
      <c:spPr>
        <a:noFill/>
        <a:ln>
          <a:noFill/>
        </a:ln>
        <a:effectLst/>
      </c:spPr>
    </c:plotArea>
    <c:legend>
      <c:legendPos val="r"/>
      <c:legendEntry>
        <c:idx val="6"/>
        <c:delete val="1"/>
      </c:legendEntry>
      <c:layout>
        <c:manualLayout>
          <c:xMode val="edge"/>
          <c:yMode val="edge"/>
          <c:x val="0.66691755817284615"/>
          <c:y val="0.2738731851690373"/>
          <c:w val="0.3330824418271538"/>
          <c:h val="0.36979406405035925"/>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1" u="none" strike="noStrike" kern="1200" spc="0" baseline="0">
                <a:solidFill>
                  <a:schemeClr val="accent3"/>
                </a:solidFill>
                <a:latin typeface="Arial" panose="020B0604020202020204" pitchFamily="34" charset="0"/>
                <a:ea typeface="+mn-ea"/>
                <a:cs typeface="Arial" panose="020B0604020202020204" pitchFamily="34" charset="0"/>
              </a:defRPr>
            </a:pPr>
            <a:r>
              <a:rPr lang="en-US" sz="1440" i="1">
                <a:solidFill>
                  <a:schemeClr val="accent3"/>
                </a:solidFill>
              </a:rPr>
              <a:t>Exchange Written Premium</a:t>
            </a:r>
            <a:r>
              <a:rPr lang="en-US" sz="1440" i="1" baseline="0">
                <a:solidFill>
                  <a:schemeClr val="accent3"/>
                </a:solidFill>
              </a:rPr>
              <a:t> </a:t>
            </a:r>
            <a:r>
              <a:rPr lang="en-US" sz="1440" i="1">
                <a:solidFill>
                  <a:schemeClr val="accent3"/>
                </a:solidFill>
              </a:rPr>
              <a:t>($B)</a:t>
            </a:r>
          </a:p>
        </c:rich>
      </c:tx>
      <c:layout>
        <c:manualLayout>
          <c:xMode val="edge"/>
          <c:yMode val="edge"/>
          <c:x val="0"/>
          <c:y val="1.7946381389726948E-3"/>
        </c:manualLayout>
      </c:layout>
      <c:overlay val="0"/>
      <c:spPr>
        <a:noFill/>
        <a:ln>
          <a:noFill/>
        </a:ln>
        <a:effectLst/>
      </c:spPr>
      <c:txPr>
        <a:bodyPr rot="0" spcFirstLastPara="1" vertOverflow="ellipsis" vert="horz" wrap="square" anchor="ctr" anchorCtr="1"/>
        <a:lstStyle/>
        <a:p>
          <a:pPr>
            <a:defRPr sz="1440" b="0" i="1" u="none" strike="noStrike" kern="1200" spc="0" baseline="0">
              <a:solidFill>
                <a:schemeClr val="accent3"/>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0555555555555555E-2"/>
          <c:y val="0.11491434101582786"/>
          <c:w val="0.6270820860636579"/>
          <c:h val="0.75594721308937451"/>
        </c:manualLayout>
      </c:layout>
      <c:barChart>
        <c:barDir val="col"/>
        <c:grouping val="stacked"/>
        <c:varyColors val="0"/>
        <c:ser>
          <c:idx val="1"/>
          <c:order val="0"/>
          <c:tx>
            <c:strRef>
              <c:f>'[BHAG Long Term Plan.xlsx]Premium Assumptions'!$U$76</c:f>
              <c:strCache>
                <c:ptCount val="1"/>
                <c:pt idx="0">
                  <c:v>Baseline</c:v>
                </c:pt>
              </c:strCache>
            </c:strRef>
          </c:tx>
          <c:spPr>
            <a:solidFill>
              <a:schemeClr val="tx2">
                <a:lumMod val="20000"/>
                <a:lumOff val="80000"/>
              </a:schemeClr>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Assumptions'!$V$76:$AA$76</c:f>
              <c:numCache>
                <c:formatCode>0.0</c:formatCode>
                <c:ptCount val="6"/>
                <c:pt idx="0">
                  <c:v>3.1</c:v>
                </c:pt>
                <c:pt idx="1">
                  <c:v>3.8</c:v>
                </c:pt>
                <c:pt idx="2">
                  <c:v>5</c:v>
                </c:pt>
                <c:pt idx="3">
                  <c:v>6.4</c:v>
                </c:pt>
                <c:pt idx="4">
                  <c:v>8</c:v>
                </c:pt>
                <c:pt idx="5">
                  <c:v>9.6</c:v>
                </c:pt>
              </c:numCache>
            </c:numRef>
          </c:val>
          <c:extLst>
            <c:ext xmlns:c16="http://schemas.microsoft.com/office/drawing/2014/chart" uri="{C3380CC4-5D6E-409C-BE32-E72D297353CC}">
              <c16:uniqueId val="{00000000-D284-4CE9-BAB2-148CA77AA2ED}"/>
            </c:ext>
          </c:extLst>
        </c:ser>
        <c:ser>
          <c:idx val="2"/>
          <c:order val="1"/>
          <c:tx>
            <c:strRef>
              <c:f>'[BHAG Long Term Plan.xlsx]Premium Assumptions'!$U$77</c:f>
              <c:strCache>
                <c:ptCount val="1"/>
                <c:pt idx="0">
                  <c:v>Additional Organic Growth</c:v>
                </c:pt>
              </c:strCache>
            </c:strRef>
          </c:tx>
          <c:spPr>
            <a:solidFill>
              <a:schemeClr val="accent1"/>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Assumptions'!$V$77:$AA$77</c:f>
              <c:numCache>
                <c:formatCode>0.0</c:formatCode>
                <c:ptCount val="6"/>
                <c:pt idx="0">
                  <c:v>0</c:v>
                </c:pt>
                <c:pt idx="1">
                  <c:v>0.2</c:v>
                </c:pt>
                <c:pt idx="2">
                  <c:v>0.4</c:v>
                </c:pt>
                <c:pt idx="3">
                  <c:v>0.9</c:v>
                </c:pt>
                <c:pt idx="4">
                  <c:v>1.4</c:v>
                </c:pt>
                <c:pt idx="5">
                  <c:v>2</c:v>
                </c:pt>
              </c:numCache>
            </c:numRef>
          </c:val>
          <c:extLst>
            <c:ext xmlns:c16="http://schemas.microsoft.com/office/drawing/2014/chart" uri="{C3380CC4-5D6E-409C-BE32-E72D297353CC}">
              <c16:uniqueId val="{00000001-D284-4CE9-BAB2-148CA77AA2ED}"/>
            </c:ext>
          </c:extLst>
        </c:ser>
        <c:ser>
          <c:idx val="0"/>
          <c:order val="2"/>
          <c:tx>
            <c:strRef>
              <c:f>'[BHAG Long Term Plan.xlsx]Premium Assumptions'!$U$78</c:f>
              <c:strCache>
                <c:ptCount val="1"/>
                <c:pt idx="0">
                  <c:v>Accelerant Basic - WC</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Assumptions'!$V$78:$AA$78</c:f>
              <c:numCache>
                <c:formatCode>0.0</c:formatCode>
                <c:ptCount val="6"/>
                <c:pt idx="0">
                  <c:v>0</c:v>
                </c:pt>
                <c:pt idx="1">
                  <c:v>0</c:v>
                </c:pt>
                <c:pt idx="2">
                  <c:v>0.1</c:v>
                </c:pt>
                <c:pt idx="3">
                  <c:v>0.6</c:v>
                </c:pt>
                <c:pt idx="4">
                  <c:v>1</c:v>
                </c:pt>
                <c:pt idx="5">
                  <c:v>1.5</c:v>
                </c:pt>
              </c:numCache>
            </c:numRef>
          </c:val>
          <c:extLst>
            <c:ext xmlns:c16="http://schemas.microsoft.com/office/drawing/2014/chart" uri="{C3380CC4-5D6E-409C-BE32-E72D297353CC}">
              <c16:uniqueId val="{00000002-D284-4CE9-BAB2-148CA77AA2ED}"/>
            </c:ext>
          </c:extLst>
        </c:ser>
        <c:ser>
          <c:idx val="3"/>
          <c:order val="3"/>
          <c:tx>
            <c:strRef>
              <c:f>'[BHAG Long Term Plan.xlsx]Premium Assumptions'!$U$79</c:f>
              <c:strCache>
                <c:ptCount val="1"/>
                <c:pt idx="0">
                  <c:v>Accelerant Basic - Higher Limit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Assumptions'!$V$79:$AA$79</c:f>
              <c:numCache>
                <c:formatCode>0.0</c:formatCode>
                <c:ptCount val="6"/>
                <c:pt idx="0">
                  <c:v>0</c:v>
                </c:pt>
                <c:pt idx="1">
                  <c:v>0.04</c:v>
                </c:pt>
                <c:pt idx="2">
                  <c:v>0.3</c:v>
                </c:pt>
                <c:pt idx="3">
                  <c:v>0.6</c:v>
                </c:pt>
                <c:pt idx="4">
                  <c:v>1</c:v>
                </c:pt>
                <c:pt idx="5">
                  <c:v>1.5</c:v>
                </c:pt>
              </c:numCache>
            </c:numRef>
          </c:val>
          <c:extLst>
            <c:ext xmlns:c16="http://schemas.microsoft.com/office/drawing/2014/chart" uri="{C3380CC4-5D6E-409C-BE32-E72D297353CC}">
              <c16:uniqueId val="{00000003-D284-4CE9-BAB2-148CA77AA2ED}"/>
            </c:ext>
          </c:extLst>
        </c:ser>
        <c:ser>
          <c:idx val="4"/>
          <c:order val="4"/>
          <c:tx>
            <c:strRef>
              <c:f>'[BHAG Long Term Plan.xlsx]Premium Assumptions'!$U$80</c:f>
              <c:strCache>
                <c:ptCount val="1"/>
                <c:pt idx="0">
                  <c:v>Accelerant Basic - Auto</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Assumptions'!$V$80:$AA$80</c:f>
              <c:numCache>
                <c:formatCode>0.0</c:formatCode>
                <c:ptCount val="6"/>
                <c:pt idx="0">
                  <c:v>0</c:v>
                </c:pt>
                <c:pt idx="1">
                  <c:v>0</c:v>
                </c:pt>
                <c:pt idx="2">
                  <c:v>0.04</c:v>
                </c:pt>
                <c:pt idx="3">
                  <c:v>0.1</c:v>
                </c:pt>
                <c:pt idx="4">
                  <c:v>0.15</c:v>
                </c:pt>
                <c:pt idx="5">
                  <c:v>0.2</c:v>
                </c:pt>
              </c:numCache>
            </c:numRef>
          </c:val>
          <c:extLst>
            <c:ext xmlns:c16="http://schemas.microsoft.com/office/drawing/2014/chart" uri="{C3380CC4-5D6E-409C-BE32-E72D297353CC}">
              <c16:uniqueId val="{00000004-D284-4CE9-BAB2-148CA77AA2ED}"/>
            </c:ext>
          </c:extLst>
        </c:ser>
        <c:ser>
          <c:idx val="5"/>
          <c:order val="5"/>
          <c:tx>
            <c:strRef>
              <c:f>'[BHAG Long Term Plan.xlsx]Premium Assumptions'!$U$81</c:f>
              <c:strCache>
                <c:ptCount val="1"/>
                <c:pt idx="0">
                  <c:v>Accelerant Basic - Property Cat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Assumptions'!$V$81:$AA$81</c:f>
              <c:numCache>
                <c:formatCode>0.0</c:formatCode>
                <c:ptCount val="6"/>
                <c:pt idx="0">
                  <c:v>0</c:v>
                </c:pt>
                <c:pt idx="1">
                  <c:v>0.02</c:v>
                </c:pt>
                <c:pt idx="2">
                  <c:v>0.1</c:v>
                </c:pt>
                <c:pt idx="3">
                  <c:v>0.2</c:v>
                </c:pt>
                <c:pt idx="4">
                  <c:v>0.3</c:v>
                </c:pt>
                <c:pt idx="5">
                  <c:v>0.4</c:v>
                </c:pt>
              </c:numCache>
            </c:numRef>
          </c:val>
          <c:extLst>
            <c:ext xmlns:c16="http://schemas.microsoft.com/office/drawing/2014/chart" uri="{C3380CC4-5D6E-409C-BE32-E72D297353CC}">
              <c16:uniqueId val="{00000005-D284-4CE9-BAB2-148CA77AA2ED}"/>
            </c:ext>
          </c:extLst>
        </c:ser>
        <c:ser>
          <c:idx val="6"/>
          <c:order val="6"/>
          <c:tx>
            <c:strRef>
              <c:f>'[BHAG Long Term Plan.xlsx]Premium Assumptions'!$U$82</c:f>
              <c:strCache>
                <c:ptCount val="1"/>
                <c:pt idx="0">
                  <c:v>Captives (via Velox Re)</c:v>
                </c:pt>
              </c:strCache>
            </c:strRef>
          </c:tx>
          <c:spPr>
            <a:solidFill>
              <a:schemeClr val="accent3"/>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6-D284-4CE9-BAB2-148CA77AA2ED}"/>
                </c:ext>
              </c:extLst>
            </c:dLbl>
            <c:dLbl>
              <c:idx val="1"/>
              <c:delete val="1"/>
              <c:extLst>
                <c:ext xmlns:c15="http://schemas.microsoft.com/office/drawing/2012/chart" uri="{CE6537A1-D6FC-4f65-9D91-7224C49458BB}"/>
                <c:ext xmlns:c16="http://schemas.microsoft.com/office/drawing/2014/chart" uri="{C3380CC4-5D6E-409C-BE32-E72D297353CC}">
                  <c16:uniqueId val="{00000007-D284-4CE9-BAB2-148CA77AA2ED}"/>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Assumptions'!$V$82:$AA$82</c:f>
              <c:numCache>
                <c:formatCode>0.0</c:formatCode>
                <c:ptCount val="6"/>
                <c:pt idx="0">
                  <c:v>0</c:v>
                </c:pt>
                <c:pt idx="1">
                  <c:v>0.27300000000000002</c:v>
                </c:pt>
                <c:pt idx="2">
                  <c:v>0.61</c:v>
                </c:pt>
                <c:pt idx="3">
                  <c:v>1</c:v>
                </c:pt>
                <c:pt idx="4">
                  <c:v>1.6</c:v>
                </c:pt>
                <c:pt idx="5">
                  <c:v>2.5</c:v>
                </c:pt>
              </c:numCache>
            </c:numRef>
          </c:val>
          <c:extLst>
            <c:ext xmlns:c16="http://schemas.microsoft.com/office/drawing/2014/chart" uri="{C3380CC4-5D6E-409C-BE32-E72D297353CC}">
              <c16:uniqueId val="{00000008-D284-4CE9-BAB2-148CA77AA2ED}"/>
            </c:ext>
          </c:extLst>
        </c:ser>
        <c:dLbls>
          <c:showLegendKey val="0"/>
          <c:showVal val="0"/>
          <c:showCatName val="0"/>
          <c:showSerName val="0"/>
          <c:showPercent val="0"/>
          <c:showBubbleSize val="0"/>
        </c:dLbls>
        <c:gapWidth val="100"/>
        <c:overlap val="100"/>
        <c:axId val="1982225680"/>
        <c:axId val="1982223760"/>
      </c:barChart>
      <c:lineChart>
        <c:grouping val="standard"/>
        <c:varyColors val="0"/>
        <c:ser>
          <c:idx val="11"/>
          <c:order val="7"/>
          <c:tx>
            <c:strRef>
              <c:f>'[BHAG Long Term Plan.xlsx]Premium Assumptions'!$U$98</c:f>
              <c:strCache>
                <c:ptCount val="1"/>
                <c:pt idx="0">
                  <c:v>Total</c:v>
                </c:pt>
              </c:strCache>
            </c:strRef>
          </c:tx>
          <c:spPr>
            <a:ln w="25400" cap="rnd">
              <a:no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Assumptions'!$V$98:$AA$98</c:f>
              <c:numCache>
                <c:formatCode>0.0</c:formatCode>
                <c:ptCount val="6"/>
                <c:pt idx="0">
                  <c:v>3.1</c:v>
                </c:pt>
                <c:pt idx="1">
                  <c:v>4.3329999999999993</c:v>
                </c:pt>
                <c:pt idx="2">
                  <c:v>6.55</c:v>
                </c:pt>
                <c:pt idx="3">
                  <c:v>9.7999999999999989</c:v>
                </c:pt>
                <c:pt idx="4">
                  <c:v>13.450000000000001</c:v>
                </c:pt>
                <c:pt idx="5">
                  <c:v>17.7</c:v>
                </c:pt>
              </c:numCache>
            </c:numRef>
          </c:val>
          <c:smooth val="0"/>
          <c:extLst>
            <c:ext xmlns:c16="http://schemas.microsoft.com/office/drawing/2014/chart" uri="{C3380CC4-5D6E-409C-BE32-E72D297353CC}">
              <c16:uniqueId val="{00000009-D284-4CE9-BAB2-148CA77AA2ED}"/>
            </c:ext>
          </c:extLst>
        </c:ser>
        <c:dLbls>
          <c:showLegendKey val="0"/>
          <c:showVal val="0"/>
          <c:showCatName val="0"/>
          <c:showSerName val="0"/>
          <c:showPercent val="0"/>
          <c:showBubbleSize val="0"/>
        </c:dLbls>
        <c:marker val="1"/>
        <c:smooth val="0"/>
        <c:axId val="1982225680"/>
        <c:axId val="1982223760"/>
      </c:lineChart>
      <c:catAx>
        <c:axId val="198222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982223760"/>
        <c:crosses val="autoZero"/>
        <c:auto val="1"/>
        <c:lblAlgn val="ctr"/>
        <c:lblOffset val="100"/>
        <c:noMultiLvlLbl val="0"/>
      </c:catAx>
      <c:valAx>
        <c:axId val="1982223760"/>
        <c:scaling>
          <c:orientation val="minMax"/>
          <c:max val="21"/>
          <c:min val="0"/>
        </c:scaling>
        <c:delete val="1"/>
        <c:axPos val="l"/>
        <c:numFmt formatCode="0.0" sourceLinked="1"/>
        <c:majorTickMark val="out"/>
        <c:minorTickMark val="none"/>
        <c:tickLblPos val="nextTo"/>
        <c:crossAx val="1982225680"/>
        <c:crosses val="autoZero"/>
        <c:crossBetween val="between"/>
      </c:valAx>
      <c:spPr>
        <a:noFill/>
        <a:ln>
          <a:noFill/>
        </a:ln>
        <a:effectLst/>
      </c:spPr>
    </c:plotArea>
    <c:legend>
      <c:legendPos val="r"/>
      <c:legendEntry>
        <c:idx val="7"/>
        <c:delete val="1"/>
      </c:legendEntry>
      <c:layout>
        <c:manualLayout>
          <c:xMode val="edge"/>
          <c:yMode val="edge"/>
          <c:x val="0.66691755817284615"/>
          <c:y val="0.23323181910601257"/>
          <c:w val="0.3330824418271538"/>
          <c:h val="0.60377665300308214"/>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1" u="none" strike="noStrike" kern="1200" spc="0" baseline="0">
                <a:solidFill>
                  <a:schemeClr val="accent4"/>
                </a:solidFill>
                <a:latin typeface="Arial" panose="020B0604020202020204" pitchFamily="34" charset="0"/>
                <a:ea typeface="+mn-ea"/>
                <a:cs typeface="Arial" panose="020B0604020202020204" pitchFamily="34" charset="0"/>
              </a:defRPr>
            </a:pPr>
            <a:r>
              <a:rPr lang="en-US" sz="1440" i="1">
                <a:solidFill>
                  <a:schemeClr val="accent4"/>
                </a:solidFill>
              </a:rPr>
              <a:t>Exchange Written Premium</a:t>
            </a:r>
            <a:r>
              <a:rPr lang="en-US" sz="1440" i="1" baseline="0">
                <a:solidFill>
                  <a:schemeClr val="accent4"/>
                </a:solidFill>
              </a:rPr>
              <a:t> </a:t>
            </a:r>
            <a:r>
              <a:rPr lang="en-US" sz="1440" i="1">
                <a:solidFill>
                  <a:schemeClr val="accent4"/>
                </a:solidFill>
              </a:rPr>
              <a:t>($B)</a:t>
            </a:r>
          </a:p>
        </c:rich>
      </c:tx>
      <c:layout>
        <c:manualLayout>
          <c:xMode val="edge"/>
          <c:yMode val="edge"/>
          <c:x val="0"/>
          <c:y val="1.7946381389726948E-3"/>
        </c:manualLayout>
      </c:layout>
      <c:overlay val="0"/>
      <c:spPr>
        <a:noFill/>
        <a:ln>
          <a:noFill/>
        </a:ln>
        <a:effectLst/>
      </c:spPr>
      <c:txPr>
        <a:bodyPr rot="0" spcFirstLastPara="1" vertOverflow="ellipsis" vert="horz" wrap="square" anchor="ctr" anchorCtr="1"/>
        <a:lstStyle/>
        <a:p>
          <a:pPr>
            <a:defRPr sz="1440" b="0" i="1" u="none" strike="noStrike" kern="1200" spc="0" baseline="0">
              <a:solidFill>
                <a:schemeClr val="accent4"/>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0555555555555555E-2"/>
          <c:y val="0.11491434101582786"/>
          <c:w val="0.6270820860636579"/>
          <c:h val="0.75594721308937451"/>
        </c:manualLayout>
      </c:layout>
      <c:barChart>
        <c:barDir val="col"/>
        <c:grouping val="stacked"/>
        <c:varyColors val="0"/>
        <c:ser>
          <c:idx val="1"/>
          <c:order val="0"/>
          <c:tx>
            <c:strRef>
              <c:f>'[BHAG Long Term Plan.xlsx]Premium Assumptions'!$U$76</c:f>
              <c:strCache>
                <c:ptCount val="1"/>
                <c:pt idx="0">
                  <c:v>Baseline</c:v>
                </c:pt>
              </c:strCache>
            </c:strRef>
          </c:tx>
          <c:spPr>
            <a:solidFill>
              <a:schemeClr val="tx2">
                <a:lumMod val="20000"/>
                <a:lumOff val="80000"/>
              </a:schemeClr>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Assumptions'!$V$76:$AA$76</c:f>
              <c:numCache>
                <c:formatCode>0.0</c:formatCode>
                <c:ptCount val="6"/>
                <c:pt idx="0">
                  <c:v>3.1</c:v>
                </c:pt>
                <c:pt idx="1">
                  <c:v>3.8</c:v>
                </c:pt>
                <c:pt idx="2">
                  <c:v>5</c:v>
                </c:pt>
                <c:pt idx="3">
                  <c:v>6.4</c:v>
                </c:pt>
                <c:pt idx="4">
                  <c:v>8</c:v>
                </c:pt>
                <c:pt idx="5">
                  <c:v>9.6</c:v>
                </c:pt>
              </c:numCache>
            </c:numRef>
          </c:val>
          <c:extLst>
            <c:ext xmlns:c16="http://schemas.microsoft.com/office/drawing/2014/chart" uri="{C3380CC4-5D6E-409C-BE32-E72D297353CC}">
              <c16:uniqueId val="{00000000-5E6F-4C2C-A442-ABE6FDE70DE7}"/>
            </c:ext>
          </c:extLst>
        </c:ser>
        <c:ser>
          <c:idx val="2"/>
          <c:order val="1"/>
          <c:tx>
            <c:strRef>
              <c:f>'[BHAG Long Term Plan.xlsx]Premium Assumptions'!$U$77</c:f>
              <c:strCache>
                <c:ptCount val="1"/>
                <c:pt idx="0">
                  <c:v>Additional Organic Growth</c:v>
                </c:pt>
              </c:strCache>
            </c:strRef>
          </c:tx>
          <c:spPr>
            <a:solidFill>
              <a:schemeClr val="accent1"/>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Assumptions'!$V$77:$AA$77</c:f>
              <c:numCache>
                <c:formatCode>0.0</c:formatCode>
                <c:ptCount val="6"/>
                <c:pt idx="0">
                  <c:v>0</c:v>
                </c:pt>
                <c:pt idx="1">
                  <c:v>0.2</c:v>
                </c:pt>
                <c:pt idx="2">
                  <c:v>0.4</c:v>
                </c:pt>
                <c:pt idx="3">
                  <c:v>0.9</c:v>
                </c:pt>
                <c:pt idx="4">
                  <c:v>1.4</c:v>
                </c:pt>
                <c:pt idx="5">
                  <c:v>2</c:v>
                </c:pt>
              </c:numCache>
            </c:numRef>
          </c:val>
          <c:extLst>
            <c:ext xmlns:c16="http://schemas.microsoft.com/office/drawing/2014/chart" uri="{C3380CC4-5D6E-409C-BE32-E72D297353CC}">
              <c16:uniqueId val="{00000001-5E6F-4C2C-A442-ABE6FDE70DE7}"/>
            </c:ext>
          </c:extLst>
        </c:ser>
        <c:ser>
          <c:idx val="0"/>
          <c:order val="2"/>
          <c:tx>
            <c:strRef>
              <c:f>'[BHAG Long Term Plan.xlsx]Premium Assumptions'!$U$78</c:f>
              <c:strCache>
                <c:ptCount val="1"/>
                <c:pt idx="0">
                  <c:v>Accelerant Basic - WC</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Assumptions'!$V$78:$AA$78</c:f>
              <c:numCache>
                <c:formatCode>0.0</c:formatCode>
                <c:ptCount val="6"/>
                <c:pt idx="0">
                  <c:v>0</c:v>
                </c:pt>
                <c:pt idx="1">
                  <c:v>0</c:v>
                </c:pt>
                <c:pt idx="2">
                  <c:v>0.1</c:v>
                </c:pt>
                <c:pt idx="3">
                  <c:v>0.6</c:v>
                </c:pt>
                <c:pt idx="4">
                  <c:v>1</c:v>
                </c:pt>
                <c:pt idx="5">
                  <c:v>1.5</c:v>
                </c:pt>
              </c:numCache>
            </c:numRef>
          </c:val>
          <c:extLst>
            <c:ext xmlns:c16="http://schemas.microsoft.com/office/drawing/2014/chart" uri="{C3380CC4-5D6E-409C-BE32-E72D297353CC}">
              <c16:uniqueId val="{00000002-5E6F-4C2C-A442-ABE6FDE70DE7}"/>
            </c:ext>
          </c:extLst>
        </c:ser>
        <c:ser>
          <c:idx val="3"/>
          <c:order val="3"/>
          <c:tx>
            <c:strRef>
              <c:f>'[BHAG Long Term Plan.xlsx]Premium Assumptions'!$U$79</c:f>
              <c:strCache>
                <c:ptCount val="1"/>
                <c:pt idx="0">
                  <c:v>Accelerant Basic - Higher Limit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Assumptions'!$V$79:$AA$79</c:f>
              <c:numCache>
                <c:formatCode>0.0</c:formatCode>
                <c:ptCount val="6"/>
                <c:pt idx="0">
                  <c:v>0</c:v>
                </c:pt>
                <c:pt idx="1">
                  <c:v>0.04</c:v>
                </c:pt>
                <c:pt idx="2">
                  <c:v>0.3</c:v>
                </c:pt>
                <c:pt idx="3">
                  <c:v>0.6</c:v>
                </c:pt>
                <c:pt idx="4">
                  <c:v>1</c:v>
                </c:pt>
                <c:pt idx="5">
                  <c:v>1.5</c:v>
                </c:pt>
              </c:numCache>
            </c:numRef>
          </c:val>
          <c:extLst>
            <c:ext xmlns:c16="http://schemas.microsoft.com/office/drawing/2014/chart" uri="{C3380CC4-5D6E-409C-BE32-E72D297353CC}">
              <c16:uniqueId val="{00000003-5E6F-4C2C-A442-ABE6FDE70DE7}"/>
            </c:ext>
          </c:extLst>
        </c:ser>
        <c:ser>
          <c:idx val="4"/>
          <c:order val="4"/>
          <c:tx>
            <c:strRef>
              <c:f>'[BHAG Long Term Plan.xlsx]Premium Assumptions'!$U$80</c:f>
              <c:strCache>
                <c:ptCount val="1"/>
                <c:pt idx="0">
                  <c:v>Accelerant Basic - Auto</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Assumptions'!$V$80:$AA$80</c:f>
              <c:numCache>
                <c:formatCode>0.0</c:formatCode>
                <c:ptCount val="6"/>
                <c:pt idx="0">
                  <c:v>0</c:v>
                </c:pt>
                <c:pt idx="1">
                  <c:v>0</c:v>
                </c:pt>
                <c:pt idx="2">
                  <c:v>0.04</c:v>
                </c:pt>
                <c:pt idx="3">
                  <c:v>0.1</c:v>
                </c:pt>
                <c:pt idx="4">
                  <c:v>0.15</c:v>
                </c:pt>
                <c:pt idx="5">
                  <c:v>0.2</c:v>
                </c:pt>
              </c:numCache>
            </c:numRef>
          </c:val>
          <c:extLst>
            <c:ext xmlns:c16="http://schemas.microsoft.com/office/drawing/2014/chart" uri="{C3380CC4-5D6E-409C-BE32-E72D297353CC}">
              <c16:uniqueId val="{00000004-5E6F-4C2C-A442-ABE6FDE70DE7}"/>
            </c:ext>
          </c:extLst>
        </c:ser>
        <c:ser>
          <c:idx val="5"/>
          <c:order val="5"/>
          <c:tx>
            <c:strRef>
              <c:f>'[BHAG Long Term Plan.xlsx]Premium Assumptions'!$U$81</c:f>
              <c:strCache>
                <c:ptCount val="1"/>
                <c:pt idx="0">
                  <c:v>Accelerant Basic - Property Cat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Assumptions'!$V$81:$AA$81</c:f>
              <c:numCache>
                <c:formatCode>0.0</c:formatCode>
                <c:ptCount val="6"/>
                <c:pt idx="0">
                  <c:v>0</c:v>
                </c:pt>
                <c:pt idx="1">
                  <c:v>0.02</c:v>
                </c:pt>
                <c:pt idx="2">
                  <c:v>0.1</c:v>
                </c:pt>
                <c:pt idx="3">
                  <c:v>0.2</c:v>
                </c:pt>
                <c:pt idx="4">
                  <c:v>0.3</c:v>
                </c:pt>
                <c:pt idx="5">
                  <c:v>0.4</c:v>
                </c:pt>
              </c:numCache>
            </c:numRef>
          </c:val>
          <c:extLst>
            <c:ext xmlns:c16="http://schemas.microsoft.com/office/drawing/2014/chart" uri="{C3380CC4-5D6E-409C-BE32-E72D297353CC}">
              <c16:uniqueId val="{00000005-5E6F-4C2C-A442-ABE6FDE70DE7}"/>
            </c:ext>
          </c:extLst>
        </c:ser>
        <c:ser>
          <c:idx val="6"/>
          <c:order val="6"/>
          <c:tx>
            <c:strRef>
              <c:f>'[BHAG Long Term Plan.xlsx]Premium Assumptions'!$U$82</c:f>
              <c:strCache>
                <c:ptCount val="1"/>
                <c:pt idx="0">
                  <c:v>Captives (via Velox Re)</c:v>
                </c:pt>
              </c:strCache>
            </c:strRef>
          </c:tx>
          <c:spPr>
            <a:solidFill>
              <a:schemeClr val="accent3"/>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Assumptions'!$V$82:$AA$82</c:f>
              <c:numCache>
                <c:formatCode>0.0</c:formatCode>
                <c:ptCount val="6"/>
                <c:pt idx="0">
                  <c:v>0</c:v>
                </c:pt>
                <c:pt idx="1">
                  <c:v>0.27300000000000002</c:v>
                </c:pt>
                <c:pt idx="2">
                  <c:v>0.61</c:v>
                </c:pt>
                <c:pt idx="3">
                  <c:v>1</c:v>
                </c:pt>
                <c:pt idx="4">
                  <c:v>1.6</c:v>
                </c:pt>
                <c:pt idx="5">
                  <c:v>2.5</c:v>
                </c:pt>
              </c:numCache>
            </c:numRef>
          </c:val>
          <c:extLst>
            <c:ext xmlns:c16="http://schemas.microsoft.com/office/drawing/2014/chart" uri="{C3380CC4-5D6E-409C-BE32-E72D297353CC}">
              <c16:uniqueId val="{00000006-5E6F-4C2C-A442-ABE6FDE70DE7}"/>
            </c:ext>
          </c:extLst>
        </c:ser>
        <c:ser>
          <c:idx val="7"/>
          <c:order val="7"/>
          <c:tx>
            <c:strRef>
              <c:f>'[BHAG Long Term Plan.xlsx]Premium Assumptions'!$U$83</c:f>
              <c:strCache>
                <c:ptCount val="1"/>
                <c:pt idx="0">
                  <c:v>Lloyd's (Incremental Business)</c:v>
                </c:pt>
              </c:strCache>
            </c:strRef>
          </c:tx>
          <c:spPr>
            <a:solidFill>
              <a:schemeClr val="accent4"/>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7-5E6F-4C2C-A442-ABE6FDE70DE7}"/>
                </c:ext>
              </c:extLst>
            </c:dLbl>
            <c:dLbl>
              <c:idx val="1"/>
              <c:delete val="1"/>
              <c:extLst>
                <c:ext xmlns:c15="http://schemas.microsoft.com/office/drawing/2012/chart" uri="{CE6537A1-D6FC-4f65-9D91-7224C49458BB}"/>
                <c:ext xmlns:c16="http://schemas.microsoft.com/office/drawing/2014/chart" uri="{C3380CC4-5D6E-409C-BE32-E72D297353CC}">
                  <c16:uniqueId val="{00000008-5E6F-4C2C-A442-ABE6FDE70DE7}"/>
                </c:ext>
              </c:extLst>
            </c:dLbl>
            <c:dLbl>
              <c:idx val="2"/>
              <c:delete val="1"/>
              <c:extLst>
                <c:ext xmlns:c15="http://schemas.microsoft.com/office/drawing/2012/chart" uri="{CE6537A1-D6FC-4f65-9D91-7224C49458BB}"/>
                <c:ext xmlns:c16="http://schemas.microsoft.com/office/drawing/2014/chart" uri="{C3380CC4-5D6E-409C-BE32-E72D297353CC}">
                  <c16:uniqueId val="{00000009-5E6F-4C2C-A442-ABE6FDE70DE7}"/>
                </c:ext>
              </c:extLst>
            </c:dLbl>
            <c:dLbl>
              <c:idx val="3"/>
              <c:layout>
                <c:manualLayout>
                  <c:x val="4.4918837673082537E-2"/>
                  <c:y val="3.1206683832799994E-3"/>
                </c:manualLayout>
              </c:layout>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5E6F-4C2C-A442-ABE6FDE70DE7}"/>
                </c:ext>
              </c:extLst>
            </c:dLbl>
            <c:dLbl>
              <c:idx val="4"/>
              <c:layout>
                <c:manualLayout>
                  <c:x val="0"/>
                  <c:y val="3.120668383279942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E6F-4C2C-A442-ABE6FDE70DE7}"/>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Assumptions'!$V$83:$AA$83</c:f>
              <c:numCache>
                <c:formatCode>0.0</c:formatCode>
                <c:ptCount val="6"/>
                <c:pt idx="0">
                  <c:v>0</c:v>
                </c:pt>
                <c:pt idx="1">
                  <c:v>0.04</c:v>
                </c:pt>
                <c:pt idx="2">
                  <c:v>0.2</c:v>
                </c:pt>
                <c:pt idx="3">
                  <c:v>0.4</c:v>
                </c:pt>
                <c:pt idx="4">
                  <c:v>0.7</c:v>
                </c:pt>
                <c:pt idx="5">
                  <c:v>1</c:v>
                </c:pt>
              </c:numCache>
            </c:numRef>
          </c:val>
          <c:extLst>
            <c:ext xmlns:c16="http://schemas.microsoft.com/office/drawing/2014/chart" uri="{C3380CC4-5D6E-409C-BE32-E72D297353CC}">
              <c16:uniqueId val="{0000000B-5E6F-4C2C-A442-ABE6FDE70DE7}"/>
            </c:ext>
          </c:extLst>
        </c:ser>
        <c:dLbls>
          <c:showLegendKey val="0"/>
          <c:showVal val="0"/>
          <c:showCatName val="0"/>
          <c:showSerName val="0"/>
          <c:showPercent val="0"/>
          <c:showBubbleSize val="0"/>
        </c:dLbls>
        <c:gapWidth val="100"/>
        <c:overlap val="100"/>
        <c:axId val="1982225680"/>
        <c:axId val="1982223760"/>
      </c:barChart>
      <c:lineChart>
        <c:grouping val="standard"/>
        <c:varyColors val="0"/>
        <c:ser>
          <c:idx val="11"/>
          <c:order val="8"/>
          <c:tx>
            <c:strRef>
              <c:f>'[BHAG Long Term Plan.xlsx]Premium Assumptions'!$U$99</c:f>
              <c:strCache>
                <c:ptCount val="1"/>
                <c:pt idx="0">
                  <c:v>Total</c:v>
                </c:pt>
              </c:strCache>
            </c:strRef>
          </c:tx>
          <c:spPr>
            <a:ln w="25400" cap="rnd">
              <a:no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Assumptions'!$V$99:$AA$99</c:f>
              <c:numCache>
                <c:formatCode>0.0</c:formatCode>
                <c:ptCount val="6"/>
                <c:pt idx="0">
                  <c:v>3.1</c:v>
                </c:pt>
                <c:pt idx="1">
                  <c:v>4.3729999999999993</c:v>
                </c:pt>
                <c:pt idx="2">
                  <c:v>6.75</c:v>
                </c:pt>
                <c:pt idx="3">
                  <c:v>10.199999999999999</c:v>
                </c:pt>
                <c:pt idx="4">
                  <c:v>14.15</c:v>
                </c:pt>
                <c:pt idx="5">
                  <c:v>18.7</c:v>
                </c:pt>
              </c:numCache>
            </c:numRef>
          </c:val>
          <c:smooth val="0"/>
          <c:extLst>
            <c:ext xmlns:c16="http://schemas.microsoft.com/office/drawing/2014/chart" uri="{C3380CC4-5D6E-409C-BE32-E72D297353CC}">
              <c16:uniqueId val="{0000000C-5E6F-4C2C-A442-ABE6FDE70DE7}"/>
            </c:ext>
          </c:extLst>
        </c:ser>
        <c:dLbls>
          <c:showLegendKey val="0"/>
          <c:showVal val="0"/>
          <c:showCatName val="0"/>
          <c:showSerName val="0"/>
          <c:showPercent val="0"/>
          <c:showBubbleSize val="0"/>
        </c:dLbls>
        <c:marker val="1"/>
        <c:smooth val="0"/>
        <c:axId val="1982225680"/>
        <c:axId val="1982223760"/>
      </c:lineChart>
      <c:catAx>
        <c:axId val="198222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982223760"/>
        <c:crosses val="autoZero"/>
        <c:auto val="1"/>
        <c:lblAlgn val="ctr"/>
        <c:lblOffset val="100"/>
        <c:noMultiLvlLbl val="0"/>
      </c:catAx>
      <c:valAx>
        <c:axId val="1982223760"/>
        <c:scaling>
          <c:orientation val="minMax"/>
          <c:max val="21"/>
          <c:min val="0"/>
        </c:scaling>
        <c:delete val="1"/>
        <c:axPos val="l"/>
        <c:numFmt formatCode="0.0" sourceLinked="1"/>
        <c:majorTickMark val="out"/>
        <c:minorTickMark val="none"/>
        <c:tickLblPos val="nextTo"/>
        <c:crossAx val="1982225680"/>
        <c:crosses val="autoZero"/>
        <c:crossBetween val="between"/>
      </c:valAx>
      <c:spPr>
        <a:noFill/>
        <a:ln>
          <a:noFill/>
        </a:ln>
        <a:effectLst/>
      </c:spPr>
    </c:plotArea>
    <c:legend>
      <c:legendPos val="r"/>
      <c:legendEntry>
        <c:idx val="8"/>
        <c:delete val="1"/>
      </c:legendEntry>
      <c:layout>
        <c:manualLayout>
          <c:xMode val="edge"/>
          <c:yMode val="edge"/>
          <c:x val="0.66691755817284615"/>
          <c:y val="0.17103990253685766"/>
          <c:w val="0.3330824418271538"/>
          <c:h val="0.66900741367604666"/>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1" u="none" strike="noStrike" kern="1200" spc="0" baseline="0">
                <a:solidFill>
                  <a:srgbClr val="1240BC"/>
                </a:solidFill>
                <a:latin typeface="Arial" panose="020B0604020202020204" pitchFamily="34" charset="0"/>
                <a:ea typeface="+mn-ea"/>
                <a:cs typeface="Arial" panose="020B0604020202020204" pitchFamily="34" charset="0"/>
              </a:defRPr>
            </a:pPr>
            <a:r>
              <a:rPr lang="en-US" sz="1440" i="1">
                <a:solidFill>
                  <a:srgbClr val="1240BC"/>
                </a:solidFill>
              </a:rPr>
              <a:t>Exchange Written Premium</a:t>
            </a:r>
            <a:r>
              <a:rPr lang="en-US" sz="1440" i="1" baseline="0">
                <a:solidFill>
                  <a:srgbClr val="1240BC"/>
                </a:solidFill>
              </a:rPr>
              <a:t> </a:t>
            </a:r>
            <a:r>
              <a:rPr lang="en-US" sz="1440" i="1">
                <a:solidFill>
                  <a:srgbClr val="1240BC"/>
                </a:solidFill>
              </a:rPr>
              <a:t>($B)</a:t>
            </a:r>
          </a:p>
        </c:rich>
      </c:tx>
      <c:layout>
        <c:manualLayout>
          <c:xMode val="edge"/>
          <c:yMode val="edge"/>
          <c:x val="0"/>
          <c:y val="1.7946381389726948E-3"/>
        </c:manualLayout>
      </c:layout>
      <c:overlay val="0"/>
      <c:spPr>
        <a:noFill/>
        <a:ln>
          <a:noFill/>
        </a:ln>
        <a:effectLst/>
      </c:spPr>
      <c:txPr>
        <a:bodyPr rot="0" spcFirstLastPara="1" vertOverflow="ellipsis" vert="horz" wrap="square" anchor="ctr" anchorCtr="1"/>
        <a:lstStyle/>
        <a:p>
          <a:pPr>
            <a:defRPr sz="1440" b="0" i="1" u="none" strike="noStrike" kern="1200" spc="0" baseline="0">
              <a:solidFill>
                <a:srgbClr val="1240BC"/>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0555555555555555E-2"/>
          <c:y val="0.11491434101582786"/>
          <c:w val="0.6270820860636579"/>
          <c:h val="0.75594721308937451"/>
        </c:manualLayout>
      </c:layout>
      <c:barChart>
        <c:barDir val="col"/>
        <c:grouping val="stacked"/>
        <c:varyColors val="0"/>
        <c:ser>
          <c:idx val="1"/>
          <c:order val="0"/>
          <c:tx>
            <c:strRef>
              <c:f>'[BHAG Long Term Plan.xlsx]Premium Assumptions'!$U$76</c:f>
              <c:strCache>
                <c:ptCount val="1"/>
                <c:pt idx="0">
                  <c:v>Baseline</c:v>
                </c:pt>
              </c:strCache>
            </c:strRef>
          </c:tx>
          <c:spPr>
            <a:solidFill>
              <a:schemeClr val="tx2">
                <a:lumMod val="20000"/>
                <a:lumOff val="80000"/>
              </a:schemeClr>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Assumptions'!$V$76:$AA$76</c:f>
              <c:numCache>
                <c:formatCode>0.0</c:formatCode>
                <c:ptCount val="6"/>
                <c:pt idx="0">
                  <c:v>3.1</c:v>
                </c:pt>
                <c:pt idx="1">
                  <c:v>3.8</c:v>
                </c:pt>
                <c:pt idx="2">
                  <c:v>5</c:v>
                </c:pt>
                <c:pt idx="3">
                  <c:v>6.4</c:v>
                </c:pt>
                <c:pt idx="4">
                  <c:v>8</c:v>
                </c:pt>
                <c:pt idx="5">
                  <c:v>9.6</c:v>
                </c:pt>
              </c:numCache>
            </c:numRef>
          </c:val>
          <c:extLst>
            <c:ext xmlns:c16="http://schemas.microsoft.com/office/drawing/2014/chart" uri="{C3380CC4-5D6E-409C-BE32-E72D297353CC}">
              <c16:uniqueId val="{00000000-05C8-4857-AEE7-8A00C9C4ED15}"/>
            </c:ext>
          </c:extLst>
        </c:ser>
        <c:ser>
          <c:idx val="2"/>
          <c:order val="1"/>
          <c:tx>
            <c:strRef>
              <c:f>'[BHAG Long Term Plan.xlsx]Premium Assumptions'!$U$77</c:f>
              <c:strCache>
                <c:ptCount val="1"/>
                <c:pt idx="0">
                  <c:v>Additional Organic Growth</c:v>
                </c:pt>
              </c:strCache>
            </c:strRef>
          </c:tx>
          <c:spPr>
            <a:solidFill>
              <a:schemeClr val="accent1"/>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Assumptions'!$V$77:$AA$77</c:f>
              <c:numCache>
                <c:formatCode>0.0</c:formatCode>
                <c:ptCount val="6"/>
                <c:pt idx="0">
                  <c:v>0</c:v>
                </c:pt>
                <c:pt idx="1">
                  <c:v>0.2</c:v>
                </c:pt>
                <c:pt idx="2">
                  <c:v>0.4</c:v>
                </c:pt>
                <c:pt idx="3">
                  <c:v>0.9</c:v>
                </c:pt>
                <c:pt idx="4">
                  <c:v>1.4</c:v>
                </c:pt>
                <c:pt idx="5">
                  <c:v>2</c:v>
                </c:pt>
              </c:numCache>
            </c:numRef>
          </c:val>
          <c:extLst>
            <c:ext xmlns:c16="http://schemas.microsoft.com/office/drawing/2014/chart" uri="{C3380CC4-5D6E-409C-BE32-E72D297353CC}">
              <c16:uniqueId val="{00000001-05C8-4857-AEE7-8A00C9C4ED15}"/>
            </c:ext>
          </c:extLst>
        </c:ser>
        <c:ser>
          <c:idx val="0"/>
          <c:order val="2"/>
          <c:tx>
            <c:strRef>
              <c:f>'[BHAG Long Term Plan.xlsx]Premium Assumptions'!$U$78</c:f>
              <c:strCache>
                <c:ptCount val="1"/>
                <c:pt idx="0">
                  <c:v>Accelerant Basic - WC</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Assumptions'!$V$78:$AA$78</c:f>
              <c:numCache>
                <c:formatCode>0.0</c:formatCode>
                <c:ptCount val="6"/>
                <c:pt idx="0">
                  <c:v>0</c:v>
                </c:pt>
                <c:pt idx="1">
                  <c:v>0</c:v>
                </c:pt>
                <c:pt idx="2">
                  <c:v>0.1</c:v>
                </c:pt>
                <c:pt idx="3">
                  <c:v>0.6</c:v>
                </c:pt>
                <c:pt idx="4">
                  <c:v>1</c:v>
                </c:pt>
                <c:pt idx="5">
                  <c:v>1.5</c:v>
                </c:pt>
              </c:numCache>
            </c:numRef>
          </c:val>
          <c:extLst>
            <c:ext xmlns:c16="http://schemas.microsoft.com/office/drawing/2014/chart" uri="{C3380CC4-5D6E-409C-BE32-E72D297353CC}">
              <c16:uniqueId val="{00000002-05C8-4857-AEE7-8A00C9C4ED15}"/>
            </c:ext>
          </c:extLst>
        </c:ser>
        <c:ser>
          <c:idx val="3"/>
          <c:order val="3"/>
          <c:tx>
            <c:strRef>
              <c:f>'[BHAG Long Term Plan.xlsx]Premium Assumptions'!$U$79</c:f>
              <c:strCache>
                <c:ptCount val="1"/>
                <c:pt idx="0">
                  <c:v>Accelerant Basic - Higher Limit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Assumptions'!$V$79:$AA$79</c:f>
              <c:numCache>
                <c:formatCode>0.0</c:formatCode>
                <c:ptCount val="6"/>
                <c:pt idx="0">
                  <c:v>0</c:v>
                </c:pt>
                <c:pt idx="1">
                  <c:v>0.04</c:v>
                </c:pt>
                <c:pt idx="2">
                  <c:v>0.3</c:v>
                </c:pt>
                <c:pt idx="3">
                  <c:v>0.6</c:v>
                </c:pt>
                <c:pt idx="4">
                  <c:v>1</c:v>
                </c:pt>
                <c:pt idx="5">
                  <c:v>1.5</c:v>
                </c:pt>
              </c:numCache>
            </c:numRef>
          </c:val>
          <c:extLst>
            <c:ext xmlns:c16="http://schemas.microsoft.com/office/drawing/2014/chart" uri="{C3380CC4-5D6E-409C-BE32-E72D297353CC}">
              <c16:uniqueId val="{00000003-05C8-4857-AEE7-8A00C9C4ED15}"/>
            </c:ext>
          </c:extLst>
        </c:ser>
        <c:ser>
          <c:idx val="4"/>
          <c:order val="4"/>
          <c:tx>
            <c:strRef>
              <c:f>'[BHAG Long Term Plan.xlsx]Premium Assumptions'!$U$80</c:f>
              <c:strCache>
                <c:ptCount val="1"/>
                <c:pt idx="0">
                  <c:v>Accelerant Basic - Auto</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Assumptions'!$V$80:$AA$80</c:f>
              <c:numCache>
                <c:formatCode>0.0</c:formatCode>
                <c:ptCount val="6"/>
                <c:pt idx="0">
                  <c:v>0</c:v>
                </c:pt>
                <c:pt idx="1">
                  <c:v>0</c:v>
                </c:pt>
                <c:pt idx="2">
                  <c:v>0.04</c:v>
                </c:pt>
                <c:pt idx="3">
                  <c:v>0.1</c:v>
                </c:pt>
                <c:pt idx="4">
                  <c:v>0.15</c:v>
                </c:pt>
                <c:pt idx="5">
                  <c:v>0.2</c:v>
                </c:pt>
              </c:numCache>
            </c:numRef>
          </c:val>
          <c:extLst>
            <c:ext xmlns:c16="http://schemas.microsoft.com/office/drawing/2014/chart" uri="{C3380CC4-5D6E-409C-BE32-E72D297353CC}">
              <c16:uniqueId val="{00000004-05C8-4857-AEE7-8A00C9C4ED15}"/>
            </c:ext>
          </c:extLst>
        </c:ser>
        <c:ser>
          <c:idx val="5"/>
          <c:order val="5"/>
          <c:tx>
            <c:strRef>
              <c:f>'[BHAG Long Term Plan.xlsx]Premium Assumptions'!$U$81</c:f>
              <c:strCache>
                <c:ptCount val="1"/>
                <c:pt idx="0">
                  <c:v>Accelerant Basic - Property Cat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Assumptions'!$V$81:$AA$81</c:f>
              <c:numCache>
                <c:formatCode>0.0</c:formatCode>
                <c:ptCount val="6"/>
                <c:pt idx="0">
                  <c:v>0</c:v>
                </c:pt>
                <c:pt idx="1">
                  <c:v>0.02</c:v>
                </c:pt>
                <c:pt idx="2">
                  <c:v>0.1</c:v>
                </c:pt>
                <c:pt idx="3">
                  <c:v>0.2</c:v>
                </c:pt>
                <c:pt idx="4">
                  <c:v>0.3</c:v>
                </c:pt>
                <c:pt idx="5">
                  <c:v>0.4</c:v>
                </c:pt>
              </c:numCache>
            </c:numRef>
          </c:val>
          <c:extLst>
            <c:ext xmlns:c16="http://schemas.microsoft.com/office/drawing/2014/chart" uri="{C3380CC4-5D6E-409C-BE32-E72D297353CC}">
              <c16:uniqueId val="{00000005-05C8-4857-AEE7-8A00C9C4ED15}"/>
            </c:ext>
          </c:extLst>
        </c:ser>
        <c:ser>
          <c:idx val="6"/>
          <c:order val="6"/>
          <c:tx>
            <c:strRef>
              <c:f>'[BHAG Long Term Plan.xlsx]Premium Assumptions'!$U$82</c:f>
              <c:strCache>
                <c:ptCount val="1"/>
                <c:pt idx="0">
                  <c:v>Captives (via Velox Re)</c:v>
                </c:pt>
              </c:strCache>
            </c:strRef>
          </c:tx>
          <c:spPr>
            <a:solidFill>
              <a:schemeClr val="accent3"/>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Assumptions'!$V$82:$AA$82</c:f>
              <c:numCache>
                <c:formatCode>0.0</c:formatCode>
                <c:ptCount val="6"/>
                <c:pt idx="0">
                  <c:v>0</c:v>
                </c:pt>
                <c:pt idx="1">
                  <c:v>0.27300000000000002</c:v>
                </c:pt>
                <c:pt idx="2">
                  <c:v>0.61</c:v>
                </c:pt>
                <c:pt idx="3">
                  <c:v>1</c:v>
                </c:pt>
                <c:pt idx="4">
                  <c:v>1.6</c:v>
                </c:pt>
                <c:pt idx="5">
                  <c:v>2.5</c:v>
                </c:pt>
              </c:numCache>
            </c:numRef>
          </c:val>
          <c:extLst>
            <c:ext xmlns:c16="http://schemas.microsoft.com/office/drawing/2014/chart" uri="{C3380CC4-5D6E-409C-BE32-E72D297353CC}">
              <c16:uniqueId val="{00000006-05C8-4857-AEE7-8A00C9C4ED15}"/>
            </c:ext>
          </c:extLst>
        </c:ser>
        <c:ser>
          <c:idx val="7"/>
          <c:order val="7"/>
          <c:tx>
            <c:strRef>
              <c:f>'[BHAG Long Term Plan.xlsx]Premium Assumptions'!$U$83</c:f>
              <c:strCache>
                <c:ptCount val="1"/>
                <c:pt idx="0">
                  <c:v>Lloyd's (Incremental Business)</c:v>
                </c:pt>
              </c:strCache>
            </c:strRef>
          </c:tx>
          <c:spPr>
            <a:solidFill>
              <a:schemeClr val="accent4"/>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Assumptions'!$V$83:$AA$83</c:f>
              <c:numCache>
                <c:formatCode>0.0</c:formatCode>
                <c:ptCount val="6"/>
                <c:pt idx="0">
                  <c:v>0</c:v>
                </c:pt>
                <c:pt idx="1">
                  <c:v>0.04</c:v>
                </c:pt>
                <c:pt idx="2">
                  <c:v>0.2</c:v>
                </c:pt>
                <c:pt idx="3">
                  <c:v>0.4</c:v>
                </c:pt>
                <c:pt idx="4">
                  <c:v>0.7</c:v>
                </c:pt>
                <c:pt idx="5">
                  <c:v>1</c:v>
                </c:pt>
              </c:numCache>
            </c:numRef>
          </c:val>
          <c:extLst>
            <c:ext xmlns:c16="http://schemas.microsoft.com/office/drawing/2014/chart" uri="{C3380CC4-5D6E-409C-BE32-E72D297353CC}">
              <c16:uniqueId val="{00000007-05C8-4857-AEE7-8A00C9C4ED15}"/>
            </c:ext>
          </c:extLst>
        </c:ser>
        <c:ser>
          <c:idx val="8"/>
          <c:order val="8"/>
          <c:tx>
            <c:strRef>
              <c:f>'[BHAG Long Term Plan.xlsx]Premium Assumptions'!$U$84</c:f>
              <c:strCache>
                <c:ptCount val="1"/>
                <c:pt idx="0">
                  <c:v>WoodStar Insurer (M&amp;A)</c:v>
                </c:pt>
              </c:strCache>
            </c:strRef>
          </c:tx>
          <c:spPr>
            <a:solidFill>
              <a:srgbClr val="059123"/>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8-05C8-4857-AEE7-8A00C9C4ED15}"/>
                </c:ext>
              </c:extLst>
            </c:dLbl>
            <c:dLbl>
              <c:idx val="1"/>
              <c:delete val="1"/>
              <c:extLst>
                <c:ext xmlns:c15="http://schemas.microsoft.com/office/drawing/2012/chart" uri="{CE6537A1-D6FC-4f65-9D91-7224C49458BB}"/>
                <c:ext xmlns:c16="http://schemas.microsoft.com/office/drawing/2014/chart" uri="{C3380CC4-5D6E-409C-BE32-E72D297353CC}">
                  <c16:uniqueId val="{00000009-05C8-4857-AEE7-8A00C9C4ED15}"/>
                </c:ext>
              </c:extLst>
            </c:dLbl>
            <c:dLbl>
              <c:idx val="2"/>
              <c:delete val="1"/>
              <c:extLst>
                <c:ext xmlns:c15="http://schemas.microsoft.com/office/drawing/2012/chart" uri="{CE6537A1-D6FC-4f65-9D91-7224C49458BB}"/>
                <c:ext xmlns:c16="http://schemas.microsoft.com/office/drawing/2014/chart" uri="{C3380CC4-5D6E-409C-BE32-E72D297353CC}">
                  <c16:uniqueId val="{0000000A-05C8-4857-AEE7-8A00C9C4ED15}"/>
                </c:ext>
              </c:extLst>
            </c:dLbl>
            <c:dLbl>
              <c:idx val="3"/>
              <c:layout>
                <c:manualLayout>
                  <c:x val="4.3122084166159168E-2"/>
                  <c:y val="-1.1442318556052961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05C8-4857-AEE7-8A00C9C4ED15}"/>
                </c:ext>
              </c:extLst>
            </c:dLbl>
            <c:dLbl>
              <c:idx val="4"/>
              <c:layout>
                <c:manualLayout>
                  <c:x val="4.3122084166159168E-2"/>
                  <c:y val="-5.7211592780264807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05C8-4857-AEE7-8A00C9C4ED15}"/>
                </c:ext>
              </c:extLst>
            </c:dLbl>
            <c:dLbl>
              <c:idx val="5"/>
              <c:layout>
                <c:manualLayout>
                  <c:x val="4.4918837673082537E-2"/>
                  <c:y val="-3.120668383279999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05C8-4857-AEE7-8A00C9C4ED15}"/>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Assumptions'!$V$84:$AA$84</c:f>
              <c:numCache>
                <c:formatCode>0.0</c:formatCode>
                <c:ptCount val="6"/>
                <c:pt idx="0">
                  <c:v>0</c:v>
                </c:pt>
                <c:pt idx="1">
                  <c:v>0</c:v>
                </c:pt>
                <c:pt idx="2">
                  <c:v>0</c:v>
                </c:pt>
                <c:pt idx="3">
                  <c:v>0.5</c:v>
                </c:pt>
                <c:pt idx="4">
                  <c:v>0.5</c:v>
                </c:pt>
                <c:pt idx="5">
                  <c:v>0.5</c:v>
                </c:pt>
              </c:numCache>
            </c:numRef>
          </c:val>
          <c:extLst>
            <c:ext xmlns:c16="http://schemas.microsoft.com/office/drawing/2014/chart" uri="{C3380CC4-5D6E-409C-BE32-E72D297353CC}">
              <c16:uniqueId val="{0000000B-05C8-4857-AEE7-8A00C9C4ED15}"/>
            </c:ext>
          </c:extLst>
        </c:ser>
        <c:ser>
          <c:idx val="9"/>
          <c:order val="9"/>
          <c:tx>
            <c:strRef>
              <c:f>'[BHAG Long Term Plan.xlsx]Premium Assumptions'!$U$85</c:f>
              <c:strCache>
                <c:ptCount val="1"/>
                <c:pt idx="0">
                  <c:v>Hummingbird (M&amp;A)</c:v>
                </c:pt>
              </c:strCache>
            </c:strRef>
          </c:tx>
          <c:spPr>
            <a:solidFill>
              <a:srgbClr val="1240BC"/>
            </a:solidFill>
            <a:ln>
              <a:noFill/>
            </a:ln>
            <a:effectLst/>
          </c:spPr>
          <c:invertIfNegative val="0"/>
          <c:dLbls>
            <c:dLbl>
              <c:idx val="5"/>
              <c:layout>
                <c:manualLayout>
                  <c:x val="4.4918837673082537E-2"/>
                  <c:y val="-1.87240102996799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05C8-4857-AEE7-8A00C9C4ED15}"/>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Assumptions'!$V$85:$AA$85</c:f>
              <c:numCache>
                <c:formatCode>0.0</c:formatCode>
                <c:ptCount val="6"/>
                <c:pt idx="0">
                  <c:v>0</c:v>
                </c:pt>
                <c:pt idx="1">
                  <c:v>0.02</c:v>
                </c:pt>
                <c:pt idx="2">
                  <c:v>0.2</c:v>
                </c:pt>
                <c:pt idx="3">
                  <c:v>0.3</c:v>
                </c:pt>
                <c:pt idx="4">
                  <c:v>0.4</c:v>
                </c:pt>
                <c:pt idx="5">
                  <c:v>0.5</c:v>
                </c:pt>
              </c:numCache>
            </c:numRef>
          </c:val>
          <c:extLst>
            <c:ext xmlns:c16="http://schemas.microsoft.com/office/drawing/2014/chart" uri="{C3380CC4-5D6E-409C-BE32-E72D297353CC}">
              <c16:uniqueId val="{0000000D-05C8-4857-AEE7-8A00C9C4ED15}"/>
            </c:ext>
          </c:extLst>
        </c:ser>
        <c:dLbls>
          <c:showLegendKey val="0"/>
          <c:showVal val="0"/>
          <c:showCatName val="0"/>
          <c:showSerName val="0"/>
          <c:showPercent val="0"/>
          <c:showBubbleSize val="0"/>
        </c:dLbls>
        <c:gapWidth val="100"/>
        <c:overlap val="100"/>
        <c:axId val="1982225680"/>
        <c:axId val="1982223760"/>
      </c:barChart>
      <c:lineChart>
        <c:grouping val="standard"/>
        <c:varyColors val="0"/>
        <c:ser>
          <c:idx val="11"/>
          <c:order val="10"/>
          <c:tx>
            <c:strRef>
              <c:f>'[BHAG Long Term Plan.xlsx]Premium Assumptions'!$U$100</c:f>
              <c:strCache>
                <c:ptCount val="1"/>
                <c:pt idx="0">
                  <c:v>Total</c:v>
                </c:pt>
              </c:strCache>
            </c:strRef>
          </c:tx>
          <c:spPr>
            <a:ln w="25400" cap="rnd">
              <a:no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Assumptions'!$V$100:$AA$100</c:f>
              <c:numCache>
                <c:formatCode>0.0</c:formatCode>
                <c:ptCount val="6"/>
                <c:pt idx="0">
                  <c:v>3.1</c:v>
                </c:pt>
                <c:pt idx="1">
                  <c:v>4.3929999999999989</c:v>
                </c:pt>
                <c:pt idx="2">
                  <c:v>6.95</c:v>
                </c:pt>
                <c:pt idx="3">
                  <c:v>11</c:v>
                </c:pt>
                <c:pt idx="4">
                  <c:v>15.05</c:v>
                </c:pt>
                <c:pt idx="5">
                  <c:v>19.7</c:v>
                </c:pt>
              </c:numCache>
            </c:numRef>
          </c:val>
          <c:smooth val="0"/>
          <c:extLst>
            <c:ext xmlns:c16="http://schemas.microsoft.com/office/drawing/2014/chart" uri="{C3380CC4-5D6E-409C-BE32-E72D297353CC}">
              <c16:uniqueId val="{0000000E-05C8-4857-AEE7-8A00C9C4ED15}"/>
            </c:ext>
          </c:extLst>
        </c:ser>
        <c:dLbls>
          <c:showLegendKey val="0"/>
          <c:showVal val="0"/>
          <c:showCatName val="0"/>
          <c:showSerName val="0"/>
          <c:showPercent val="0"/>
          <c:showBubbleSize val="0"/>
        </c:dLbls>
        <c:marker val="1"/>
        <c:smooth val="0"/>
        <c:axId val="1982225680"/>
        <c:axId val="1982223760"/>
      </c:lineChart>
      <c:catAx>
        <c:axId val="198222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982223760"/>
        <c:crosses val="autoZero"/>
        <c:auto val="1"/>
        <c:lblAlgn val="ctr"/>
        <c:lblOffset val="100"/>
        <c:noMultiLvlLbl val="0"/>
      </c:catAx>
      <c:valAx>
        <c:axId val="1982223760"/>
        <c:scaling>
          <c:orientation val="minMax"/>
          <c:max val="21"/>
          <c:min val="0"/>
        </c:scaling>
        <c:delete val="1"/>
        <c:axPos val="l"/>
        <c:numFmt formatCode="0.0" sourceLinked="1"/>
        <c:majorTickMark val="out"/>
        <c:minorTickMark val="none"/>
        <c:tickLblPos val="nextTo"/>
        <c:crossAx val="1982225680"/>
        <c:crosses val="autoZero"/>
        <c:crossBetween val="between"/>
      </c:valAx>
      <c:spPr>
        <a:noFill/>
        <a:ln>
          <a:noFill/>
        </a:ln>
        <a:effectLst/>
      </c:spPr>
    </c:plotArea>
    <c:legend>
      <c:legendPos val="r"/>
      <c:legendEntry>
        <c:idx val="10"/>
        <c:delete val="1"/>
      </c:legendEntry>
      <c:layout>
        <c:manualLayout>
          <c:xMode val="edge"/>
          <c:yMode val="edge"/>
          <c:x val="0.66691755817284615"/>
          <c:y val="0.11486798726157907"/>
          <c:w val="0.3330824418271538"/>
          <c:h val="0.69397276074228664"/>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1" u="none" strike="noStrike" kern="1200" spc="0" baseline="0">
                <a:solidFill>
                  <a:schemeClr val="accent1"/>
                </a:solidFill>
                <a:latin typeface="Arial" panose="020B0604020202020204" pitchFamily="34" charset="0"/>
                <a:ea typeface="+mn-ea"/>
                <a:cs typeface="Arial" panose="020B0604020202020204" pitchFamily="34" charset="0"/>
              </a:defRPr>
            </a:pPr>
            <a:r>
              <a:rPr lang="en-US" sz="1440" i="1">
                <a:solidFill>
                  <a:schemeClr val="accent5"/>
                </a:solidFill>
              </a:rPr>
              <a:t>Exchange Written Premium</a:t>
            </a:r>
            <a:r>
              <a:rPr lang="en-US" sz="1440" i="1" baseline="0">
                <a:solidFill>
                  <a:schemeClr val="accent5"/>
                </a:solidFill>
              </a:rPr>
              <a:t> </a:t>
            </a:r>
            <a:r>
              <a:rPr lang="en-US" sz="1440" i="1">
                <a:solidFill>
                  <a:schemeClr val="accent5"/>
                </a:solidFill>
              </a:rPr>
              <a:t>($B)</a:t>
            </a:r>
          </a:p>
        </c:rich>
      </c:tx>
      <c:layout>
        <c:manualLayout>
          <c:xMode val="edge"/>
          <c:yMode val="edge"/>
          <c:x val="0"/>
          <c:y val="1.7946381389726948E-3"/>
        </c:manualLayout>
      </c:layout>
      <c:overlay val="0"/>
      <c:spPr>
        <a:noFill/>
        <a:ln>
          <a:noFill/>
        </a:ln>
        <a:effectLst/>
      </c:spPr>
      <c:txPr>
        <a:bodyPr rot="0" spcFirstLastPara="1" vertOverflow="ellipsis" vert="horz" wrap="square" anchor="ctr" anchorCtr="1"/>
        <a:lstStyle/>
        <a:p>
          <a:pPr>
            <a:defRPr sz="1440" b="0" i="1" u="none" strike="noStrike" kern="1200" spc="0" baseline="0">
              <a:solidFill>
                <a:schemeClr val="accent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0555555555555555E-2"/>
          <c:y val="0.11491434101582786"/>
          <c:w val="0.6270820860636579"/>
          <c:h val="0.75594721308937451"/>
        </c:manualLayout>
      </c:layout>
      <c:barChart>
        <c:barDir val="col"/>
        <c:grouping val="stacked"/>
        <c:varyColors val="0"/>
        <c:ser>
          <c:idx val="1"/>
          <c:order val="0"/>
          <c:tx>
            <c:strRef>
              <c:f>'[BHAG Long Term Plan.xlsx]Premium Assumptions'!$U$76</c:f>
              <c:strCache>
                <c:ptCount val="1"/>
                <c:pt idx="0">
                  <c:v>Baseline</c:v>
                </c:pt>
              </c:strCache>
            </c:strRef>
          </c:tx>
          <c:spPr>
            <a:solidFill>
              <a:schemeClr val="tx2">
                <a:lumMod val="20000"/>
                <a:lumOff val="80000"/>
              </a:schemeClr>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Assumptions'!$V$76:$AA$76</c:f>
              <c:numCache>
                <c:formatCode>0.0</c:formatCode>
                <c:ptCount val="6"/>
                <c:pt idx="0">
                  <c:v>3.1</c:v>
                </c:pt>
                <c:pt idx="1">
                  <c:v>3.8</c:v>
                </c:pt>
                <c:pt idx="2">
                  <c:v>5</c:v>
                </c:pt>
                <c:pt idx="3">
                  <c:v>6.4</c:v>
                </c:pt>
                <c:pt idx="4">
                  <c:v>8</c:v>
                </c:pt>
                <c:pt idx="5">
                  <c:v>9.6</c:v>
                </c:pt>
              </c:numCache>
            </c:numRef>
          </c:val>
          <c:extLst>
            <c:ext xmlns:c16="http://schemas.microsoft.com/office/drawing/2014/chart" uri="{C3380CC4-5D6E-409C-BE32-E72D297353CC}">
              <c16:uniqueId val="{00000000-472D-4853-A8F8-367BE2C4F0E1}"/>
            </c:ext>
          </c:extLst>
        </c:ser>
        <c:ser>
          <c:idx val="2"/>
          <c:order val="1"/>
          <c:tx>
            <c:strRef>
              <c:f>'[BHAG Long Term Plan.xlsx]Premium Assumptions'!$U$77</c:f>
              <c:strCache>
                <c:ptCount val="1"/>
                <c:pt idx="0">
                  <c:v>Additional Organic Growth</c:v>
                </c:pt>
              </c:strCache>
            </c:strRef>
          </c:tx>
          <c:spPr>
            <a:solidFill>
              <a:schemeClr val="accent1"/>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Assumptions'!$V$77:$AA$77</c:f>
              <c:numCache>
                <c:formatCode>0.0</c:formatCode>
                <c:ptCount val="6"/>
                <c:pt idx="0">
                  <c:v>0</c:v>
                </c:pt>
                <c:pt idx="1">
                  <c:v>0.2</c:v>
                </c:pt>
                <c:pt idx="2">
                  <c:v>0.4</c:v>
                </c:pt>
                <c:pt idx="3">
                  <c:v>0.9</c:v>
                </c:pt>
                <c:pt idx="4">
                  <c:v>1.4</c:v>
                </c:pt>
                <c:pt idx="5">
                  <c:v>2</c:v>
                </c:pt>
              </c:numCache>
            </c:numRef>
          </c:val>
          <c:extLst>
            <c:ext xmlns:c16="http://schemas.microsoft.com/office/drawing/2014/chart" uri="{C3380CC4-5D6E-409C-BE32-E72D297353CC}">
              <c16:uniqueId val="{00000001-472D-4853-A8F8-367BE2C4F0E1}"/>
            </c:ext>
          </c:extLst>
        </c:ser>
        <c:ser>
          <c:idx val="0"/>
          <c:order val="2"/>
          <c:tx>
            <c:strRef>
              <c:f>'[BHAG Long Term Plan.xlsx]Premium Assumptions'!$U$78</c:f>
              <c:strCache>
                <c:ptCount val="1"/>
                <c:pt idx="0">
                  <c:v>Accelerant Basic - WC</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Assumptions'!$V$78:$AA$78</c:f>
              <c:numCache>
                <c:formatCode>0.0</c:formatCode>
                <c:ptCount val="6"/>
                <c:pt idx="0">
                  <c:v>0</c:v>
                </c:pt>
                <c:pt idx="1">
                  <c:v>0</c:v>
                </c:pt>
                <c:pt idx="2">
                  <c:v>0.1</c:v>
                </c:pt>
                <c:pt idx="3">
                  <c:v>0.6</c:v>
                </c:pt>
                <c:pt idx="4">
                  <c:v>1</c:v>
                </c:pt>
                <c:pt idx="5">
                  <c:v>1.5</c:v>
                </c:pt>
              </c:numCache>
            </c:numRef>
          </c:val>
          <c:extLst>
            <c:ext xmlns:c16="http://schemas.microsoft.com/office/drawing/2014/chart" uri="{C3380CC4-5D6E-409C-BE32-E72D297353CC}">
              <c16:uniqueId val="{00000002-472D-4853-A8F8-367BE2C4F0E1}"/>
            </c:ext>
          </c:extLst>
        </c:ser>
        <c:ser>
          <c:idx val="3"/>
          <c:order val="3"/>
          <c:tx>
            <c:strRef>
              <c:f>'[BHAG Long Term Plan.xlsx]Premium Assumptions'!$U$79</c:f>
              <c:strCache>
                <c:ptCount val="1"/>
                <c:pt idx="0">
                  <c:v>Accelerant Basic - Higher Limit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Assumptions'!$V$79:$AA$79</c:f>
              <c:numCache>
                <c:formatCode>0.0</c:formatCode>
                <c:ptCount val="6"/>
                <c:pt idx="0">
                  <c:v>0</c:v>
                </c:pt>
                <c:pt idx="1">
                  <c:v>0.04</c:v>
                </c:pt>
                <c:pt idx="2">
                  <c:v>0.3</c:v>
                </c:pt>
                <c:pt idx="3">
                  <c:v>0.6</c:v>
                </c:pt>
                <c:pt idx="4">
                  <c:v>1</c:v>
                </c:pt>
                <c:pt idx="5">
                  <c:v>1.5</c:v>
                </c:pt>
              </c:numCache>
            </c:numRef>
          </c:val>
          <c:extLst>
            <c:ext xmlns:c16="http://schemas.microsoft.com/office/drawing/2014/chart" uri="{C3380CC4-5D6E-409C-BE32-E72D297353CC}">
              <c16:uniqueId val="{00000003-472D-4853-A8F8-367BE2C4F0E1}"/>
            </c:ext>
          </c:extLst>
        </c:ser>
        <c:ser>
          <c:idx val="4"/>
          <c:order val="4"/>
          <c:tx>
            <c:strRef>
              <c:f>'[BHAG Long Term Plan.xlsx]Premium Assumptions'!$U$80</c:f>
              <c:strCache>
                <c:ptCount val="1"/>
                <c:pt idx="0">
                  <c:v>Accelerant Basic - Auto</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Assumptions'!$V$80:$AA$80</c:f>
              <c:numCache>
                <c:formatCode>0.0</c:formatCode>
                <c:ptCount val="6"/>
                <c:pt idx="0">
                  <c:v>0</c:v>
                </c:pt>
                <c:pt idx="1">
                  <c:v>0</c:v>
                </c:pt>
                <c:pt idx="2">
                  <c:v>0.04</c:v>
                </c:pt>
                <c:pt idx="3">
                  <c:v>0.1</c:v>
                </c:pt>
                <c:pt idx="4">
                  <c:v>0.15</c:v>
                </c:pt>
                <c:pt idx="5">
                  <c:v>0.2</c:v>
                </c:pt>
              </c:numCache>
            </c:numRef>
          </c:val>
          <c:extLst>
            <c:ext xmlns:c16="http://schemas.microsoft.com/office/drawing/2014/chart" uri="{C3380CC4-5D6E-409C-BE32-E72D297353CC}">
              <c16:uniqueId val="{00000004-472D-4853-A8F8-367BE2C4F0E1}"/>
            </c:ext>
          </c:extLst>
        </c:ser>
        <c:ser>
          <c:idx val="5"/>
          <c:order val="5"/>
          <c:tx>
            <c:strRef>
              <c:f>'[BHAG Long Term Plan.xlsx]Premium Assumptions'!$U$81</c:f>
              <c:strCache>
                <c:ptCount val="1"/>
                <c:pt idx="0">
                  <c:v>Accelerant Basic - Property Cat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Assumptions'!$V$81:$AA$81</c:f>
              <c:numCache>
                <c:formatCode>0.0</c:formatCode>
                <c:ptCount val="6"/>
                <c:pt idx="0">
                  <c:v>0</c:v>
                </c:pt>
                <c:pt idx="1">
                  <c:v>0.02</c:v>
                </c:pt>
                <c:pt idx="2">
                  <c:v>0.1</c:v>
                </c:pt>
                <c:pt idx="3">
                  <c:v>0.2</c:v>
                </c:pt>
                <c:pt idx="4">
                  <c:v>0.3</c:v>
                </c:pt>
                <c:pt idx="5">
                  <c:v>0.4</c:v>
                </c:pt>
              </c:numCache>
            </c:numRef>
          </c:val>
          <c:extLst>
            <c:ext xmlns:c16="http://schemas.microsoft.com/office/drawing/2014/chart" uri="{C3380CC4-5D6E-409C-BE32-E72D297353CC}">
              <c16:uniqueId val="{00000005-472D-4853-A8F8-367BE2C4F0E1}"/>
            </c:ext>
          </c:extLst>
        </c:ser>
        <c:ser>
          <c:idx val="6"/>
          <c:order val="6"/>
          <c:tx>
            <c:strRef>
              <c:f>'[BHAG Long Term Plan.xlsx]Premium Assumptions'!$U$82</c:f>
              <c:strCache>
                <c:ptCount val="1"/>
                <c:pt idx="0">
                  <c:v>Captives (via Velox Re)</c:v>
                </c:pt>
              </c:strCache>
            </c:strRef>
          </c:tx>
          <c:spPr>
            <a:solidFill>
              <a:schemeClr val="accent3"/>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Assumptions'!$V$82:$AA$82</c:f>
              <c:numCache>
                <c:formatCode>0.0</c:formatCode>
                <c:ptCount val="6"/>
                <c:pt idx="0">
                  <c:v>0</c:v>
                </c:pt>
                <c:pt idx="1">
                  <c:v>0.27300000000000002</c:v>
                </c:pt>
                <c:pt idx="2">
                  <c:v>0.61</c:v>
                </c:pt>
                <c:pt idx="3">
                  <c:v>1</c:v>
                </c:pt>
                <c:pt idx="4">
                  <c:v>1.6</c:v>
                </c:pt>
                <c:pt idx="5">
                  <c:v>2.5</c:v>
                </c:pt>
              </c:numCache>
            </c:numRef>
          </c:val>
          <c:extLst>
            <c:ext xmlns:c16="http://schemas.microsoft.com/office/drawing/2014/chart" uri="{C3380CC4-5D6E-409C-BE32-E72D297353CC}">
              <c16:uniqueId val="{00000006-472D-4853-A8F8-367BE2C4F0E1}"/>
            </c:ext>
          </c:extLst>
        </c:ser>
        <c:ser>
          <c:idx val="7"/>
          <c:order val="7"/>
          <c:tx>
            <c:strRef>
              <c:f>'[BHAG Long Term Plan.xlsx]Premium Assumptions'!$U$83</c:f>
              <c:strCache>
                <c:ptCount val="1"/>
                <c:pt idx="0">
                  <c:v>Lloyd's (Incremental Business)</c:v>
                </c:pt>
              </c:strCache>
            </c:strRef>
          </c:tx>
          <c:spPr>
            <a:solidFill>
              <a:schemeClr val="accent4"/>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Assumptions'!$V$83:$AA$83</c:f>
              <c:numCache>
                <c:formatCode>0.0</c:formatCode>
                <c:ptCount val="6"/>
                <c:pt idx="0">
                  <c:v>0</c:v>
                </c:pt>
                <c:pt idx="1">
                  <c:v>0.04</c:v>
                </c:pt>
                <c:pt idx="2">
                  <c:v>0.2</c:v>
                </c:pt>
                <c:pt idx="3">
                  <c:v>0.4</c:v>
                </c:pt>
                <c:pt idx="4">
                  <c:v>0.7</c:v>
                </c:pt>
                <c:pt idx="5">
                  <c:v>1</c:v>
                </c:pt>
              </c:numCache>
            </c:numRef>
          </c:val>
          <c:extLst>
            <c:ext xmlns:c16="http://schemas.microsoft.com/office/drawing/2014/chart" uri="{C3380CC4-5D6E-409C-BE32-E72D297353CC}">
              <c16:uniqueId val="{00000007-472D-4853-A8F8-367BE2C4F0E1}"/>
            </c:ext>
          </c:extLst>
        </c:ser>
        <c:ser>
          <c:idx val="8"/>
          <c:order val="8"/>
          <c:tx>
            <c:strRef>
              <c:f>'[BHAG Long Term Plan.xlsx]Premium Assumptions'!$U$84</c:f>
              <c:strCache>
                <c:ptCount val="1"/>
                <c:pt idx="0">
                  <c:v>WoodStar Insurer (M&amp;A)</c:v>
                </c:pt>
              </c:strCache>
            </c:strRef>
          </c:tx>
          <c:spPr>
            <a:solidFill>
              <a:srgbClr val="2D8F78"/>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Assumptions'!$V$84:$AA$84</c:f>
              <c:numCache>
                <c:formatCode>0.0</c:formatCode>
                <c:ptCount val="6"/>
                <c:pt idx="0">
                  <c:v>0</c:v>
                </c:pt>
                <c:pt idx="1">
                  <c:v>0</c:v>
                </c:pt>
                <c:pt idx="2">
                  <c:v>0</c:v>
                </c:pt>
                <c:pt idx="3">
                  <c:v>0.5</c:v>
                </c:pt>
                <c:pt idx="4">
                  <c:v>0.5</c:v>
                </c:pt>
                <c:pt idx="5">
                  <c:v>0.5</c:v>
                </c:pt>
              </c:numCache>
            </c:numRef>
          </c:val>
          <c:extLst>
            <c:ext xmlns:c16="http://schemas.microsoft.com/office/drawing/2014/chart" uri="{C3380CC4-5D6E-409C-BE32-E72D297353CC}">
              <c16:uniqueId val="{00000008-472D-4853-A8F8-367BE2C4F0E1}"/>
            </c:ext>
          </c:extLst>
        </c:ser>
        <c:ser>
          <c:idx val="9"/>
          <c:order val="9"/>
          <c:tx>
            <c:strRef>
              <c:f>'[BHAG Long Term Plan.xlsx]Premium Assumptions'!$U$85</c:f>
              <c:strCache>
                <c:ptCount val="1"/>
                <c:pt idx="0">
                  <c:v>Hummingbird (M&amp;A)</c:v>
                </c:pt>
              </c:strCache>
            </c:strRef>
          </c:tx>
          <c:spPr>
            <a:solidFill>
              <a:srgbClr val="1240BC"/>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Assumptions'!$V$85:$AA$85</c:f>
              <c:numCache>
                <c:formatCode>0.0</c:formatCode>
                <c:ptCount val="6"/>
                <c:pt idx="0">
                  <c:v>0</c:v>
                </c:pt>
                <c:pt idx="1">
                  <c:v>0.02</c:v>
                </c:pt>
                <c:pt idx="2">
                  <c:v>0.2</c:v>
                </c:pt>
                <c:pt idx="3">
                  <c:v>0.3</c:v>
                </c:pt>
                <c:pt idx="4">
                  <c:v>0.4</c:v>
                </c:pt>
                <c:pt idx="5">
                  <c:v>0.5</c:v>
                </c:pt>
              </c:numCache>
            </c:numRef>
          </c:val>
          <c:extLst>
            <c:ext xmlns:c16="http://schemas.microsoft.com/office/drawing/2014/chart" uri="{C3380CC4-5D6E-409C-BE32-E72D297353CC}">
              <c16:uniqueId val="{00000009-472D-4853-A8F8-367BE2C4F0E1}"/>
            </c:ext>
          </c:extLst>
        </c:ser>
        <c:ser>
          <c:idx val="10"/>
          <c:order val="10"/>
          <c:tx>
            <c:strRef>
              <c:f>'[BHAG Long Term Plan.xlsx]Premium Assumptions'!$U$86</c:f>
              <c:strCache>
                <c:ptCount val="1"/>
                <c:pt idx="0">
                  <c:v>Accelerant Product Marketplace</c:v>
                </c:pt>
              </c:strCache>
            </c:strRef>
          </c:tx>
          <c:spPr>
            <a:solidFill>
              <a:schemeClr val="accent5"/>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Assumptions'!$V$86:$AA$86</c:f>
              <c:numCache>
                <c:formatCode>0.0</c:formatCode>
                <c:ptCount val="6"/>
                <c:pt idx="0">
                  <c:v>0</c:v>
                </c:pt>
                <c:pt idx="1">
                  <c:v>0</c:v>
                </c:pt>
                <c:pt idx="2">
                  <c:v>0.04</c:v>
                </c:pt>
                <c:pt idx="3">
                  <c:v>0.08</c:v>
                </c:pt>
                <c:pt idx="4">
                  <c:v>0.2</c:v>
                </c:pt>
                <c:pt idx="5">
                  <c:v>0.4</c:v>
                </c:pt>
              </c:numCache>
            </c:numRef>
          </c:val>
          <c:extLst>
            <c:ext xmlns:c16="http://schemas.microsoft.com/office/drawing/2014/chart" uri="{C3380CC4-5D6E-409C-BE32-E72D297353CC}">
              <c16:uniqueId val="{0000000A-472D-4853-A8F8-367BE2C4F0E1}"/>
            </c:ext>
          </c:extLst>
        </c:ser>
        <c:dLbls>
          <c:showLegendKey val="0"/>
          <c:showVal val="0"/>
          <c:showCatName val="0"/>
          <c:showSerName val="0"/>
          <c:showPercent val="0"/>
          <c:showBubbleSize val="0"/>
        </c:dLbls>
        <c:gapWidth val="100"/>
        <c:overlap val="100"/>
        <c:axId val="1982225680"/>
        <c:axId val="1982223760"/>
      </c:barChart>
      <c:lineChart>
        <c:grouping val="standard"/>
        <c:varyColors val="0"/>
        <c:ser>
          <c:idx val="11"/>
          <c:order val="11"/>
          <c:tx>
            <c:strRef>
              <c:f>'[BHAG Long Term Plan.xlsx]Premium Assumptions'!$U$87</c:f>
              <c:strCache>
                <c:ptCount val="1"/>
                <c:pt idx="0">
                  <c:v>Total</c:v>
                </c:pt>
              </c:strCache>
            </c:strRef>
          </c:tx>
          <c:spPr>
            <a:ln w="28575" cap="rnd">
              <a:no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Assumptions'!$V$87:$AA$87</c:f>
              <c:numCache>
                <c:formatCode>0.0</c:formatCode>
                <c:ptCount val="6"/>
                <c:pt idx="0">
                  <c:v>3.1</c:v>
                </c:pt>
                <c:pt idx="1">
                  <c:v>4.3929999999999989</c:v>
                </c:pt>
                <c:pt idx="2">
                  <c:v>6.99</c:v>
                </c:pt>
                <c:pt idx="3">
                  <c:v>11.08</c:v>
                </c:pt>
                <c:pt idx="4">
                  <c:v>15.25</c:v>
                </c:pt>
                <c:pt idx="5">
                  <c:v>20.099999999999998</c:v>
                </c:pt>
              </c:numCache>
            </c:numRef>
          </c:val>
          <c:smooth val="0"/>
          <c:extLst>
            <c:ext xmlns:c16="http://schemas.microsoft.com/office/drawing/2014/chart" uri="{C3380CC4-5D6E-409C-BE32-E72D297353CC}">
              <c16:uniqueId val="{0000000B-472D-4853-A8F8-367BE2C4F0E1}"/>
            </c:ext>
          </c:extLst>
        </c:ser>
        <c:dLbls>
          <c:showLegendKey val="0"/>
          <c:showVal val="0"/>
          <c:showCatName val="0"/>
          <c:showSerName val="0"/>
          <c:showPercent val="0"/>
          <c:showBubbleSize val="0"/>
        </c:dLbls>
        <c:marker val="1"/>
        <c:smooth val="0"/>
        <c:axId val="1982225680"/>
        <c:axId val="1982223760"/>
      </c:lineChart>
      <c:catAx>
        <c:axId val="198222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982223760"/>
        <c:crosses val="autoZero"/>
        <c:auto val="1"/>
        <c:lblAlgn val="ctr"/>
        <c:lblOffset val="100"/>
        <c:noMultiLvlLbl val="0"/>
      </c:catAx>
      <c:valAx>
        <c:axId val="1982223760"/>
        <c:scaling>
          <c:orientation val="minMax"/>
          <c:max val="21"/>
          <c:min val="0"/>
        </c:scaling>
        <c:delete val="1"/>
        <c:axPos val="l"/>
        <c:numFmt formatCode="0.0" sourceLinked="1"/>
        <c:majorTickMark val="out"/>
        <c:minorTickMark val="none"/>
        <c:tickLblPos val="nextTo"/>
        <c:crossAx val="1982225680"/>
        <c:crosses val="autoZero"/>
        <c:crossBetween val="between"/>
      </c:valAx>
      <c:spPr>
        <a:noFill/>
        <a:ln>
          <a:noFill/>
        </a:ln>
        <a:effectLst/>
      </c:spPr>
    </c:plotArea>
    <c:legend>
      <c:legendPos val="r"/>
      <c:legendEntry>
        <c:idx val="11"/>
        <c:delete val="1"/>
      </c:legendEntry>
      <c:layout>
        <c:manualLayout>
          <c:xMode val="edge"/>
          <c:yMode val="edge"/>
          <c:x val="0.66691755817284615"/>
          <c:y val="0.11486798726157907"/>
          <c:w val="0.3330824418271538"/>
          <c:h val="0.76574819521812154"/>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1" u="none" strike="noStrike" kern="1200" spc="0" baseline="0">
                <a:solidFill>
                  <a:schemeClr val="accent1"/>
                </a:solidFill>
                <a:latin typeface="Arial" panose="020B0604020202020204" pitchFamily="34" charset="0"/>
                <a:ea typeface="+mn-ea"/>
                <a:cs typeface="Arial" panose="020B0604020202020204" pitchFamily="34" charset="0"/>
              </a:defRPr>
            </a:pPr>
            <a:r>
              <a:rPr lang="en-US" sz="1440" i="1">
                <a:solidFill>
                  <a:schemeClr val="accent1"/>
                </a:solidFill>
              </a:rPr>
              <a:t>Exchange Written Premium</a:t>
            </a:r>
            <a:r>
              <a:rPr lang="en-US" sz="1440" i="1" baseline="0">
                <a:solidFill>
                  <a:schemeClr val="accent1"/>
                </a:solidFill>
              </a:rPr>
              <a:t> </a:t>
            </a:r>
            <a:r>
              <a:rPr lang="en-US" sz="1440" i="1">
                <a:solidFill>
                  <a:schemeClr val="accent1"/>
                </a:solidFill>
              </a:rPr>
              <a:t>($B)</a:t>
            </a:r>
          </a:p>
        </c:rich>
      </c:tx>
      <c:layout>
        <c:manualLayout>
          <c:xMode val="edge"/>
          <c:yMode val="edge"/>
          <c:x val="0"/>
          <c:y val="1.7946381389726948E-3"/>
        </c:manualLayout>
      </c:layout>
      <c:overlay val="0"/>
      <c:spPr>
        <a:noFill/>
        <a:ln>
          <a:noFill/>
        </a:ln>
        <a:effectLst/>
      </c:spPr>
      <c:txPr>
        <a:bodyPr rot="0" spcFirstLastPara="1" vertOverflow="ellipsis" vert="horz" wrap="square" anchor="ctr" anchorCtr="1"/>
        <a:lstStyle/>
        <a:p>
          <a:pPr>
            <a:defRPr sz="1440" b="0" i="1" u="none" strike="noStrike" kern="1200" spc="0" baseline="0">
              <a:solidFill>
                <a:schemeClr val="accent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0555555555555555E-2"/>
          <c:y val="0.11491434101582786"/>
          <c:w val="0.6270820860636579"/>
          <c:h val="0.75594721308937451"/>
        </c:manualLayout>
      </c:layout>
      <c:barChart>
        <c:barDir val="col"/>
        <c:grouping val="stacked"/>
        <c:varyColors val="0"/>
        <c:ser>
          <c:idx val="1"/>
          <c:order val="0"/>
          <c:tx>
            <c:strRef>
              <c:f>'[BHAG Long Term Plan.xlsx]Premium Assumptions'!$U$76</c:f>
              <c:strCache>
                <c:ptCount val="1"/>
                <c:pt idx="0">
                  <c:v>Baseline</c:v>
                </c:pt>
              </c:strCache>
            </c:strRef>
          </c:tx>
          <c:spPr>
            <a:solidFill>
              <a:schemeClr val="tx2">
                <a:lumMod val="20000"/>
                <a:lumOff val="80000"/>
              </a:schemeClr>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Assumptions'!$V$76:$AA$76</c:f>
              <c:numCache>
                <c:formatCode>0.0</c:formatCode>
                <c:ptCount val="6"/>
                <c:pt idx="0">
                  <c:v>3.1</c:v>
                </c:pt>
                <c:pt idx="1">
                  <c:v>3.8</c:v>
                </c:pt>
                <c:pt idx="2">
                  <c:v>5</c:v>
                </c:pt>
                <c:pt idx="3">
                  <c:v>6.4</c:v>
                </c:pt>
                <c:pt idx="4">
                  <c:v>8</c:v>
                </c:pt>
                <c:pt idx="5">
                  <c:v>9.6</c:v>
                </c:pt>
              </c:numCache>
            </c:numRef>
          </c:val>
          <c:extLst>
            <c:ext xmlns:c16="http://schemas.microsoft.com/office/drawing/2014/chart" uri="{C3380CC4-5D6E-409C-BE32-E72D297353CC}">
              <c16:uniqueId val="{00000000-3414-4D19-8770-2A15CD3E3104}"/>
            </c:ext>
          </c:extLst>
        </c:ser>
        <c:ser>
          <c:idx val="2"/>
          <c:order val="1"/>
          <c:tx>
            <c:strRef>
              <c:f>'[BHAG Long Term Plan.xlsx]Premium Assumptions'!$U$77</c:f>
              <c:strCache>
                <c:ptCount val="1"/>
                <c:pt idx="0">
                  <c:v>Additional Organic Growth</c:v>
                </c:pt>
              </c:strCache>
            </c:strRef>
          </c:tx>
          <c:spPr>
            <a:solidFill>
              <a:schemeClr val="accent1"/>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Assumptions'!$V$77:$AA$77</c:f>
              <c:numCache>
                <c:formatCode>0.0</c:formatCode>
                <c:ptCount val="6"/>
                <c:pt idx="0">
                  <c:v>0</c:v>
                </c:pt>
                <c:pt idx="1">
                  <c:v>0.2</c:v>
                </c:pt>
                <c:pt idx="2">
                  <c:v>0.4</c:v>
                </c:pt>
                <c:pt idx="3">
                  <c:v>0.9</c:v>
                </c:pt>
                <c:pt idx="4">
                  <c:v>1.4</c:v>
                </c:pt>
                <c:pt idx="5">
                  <c:v>2</c:v>
                </c:pt>
              </c:numCache>
            </c:numRef>
          </c:val>
          <c:extLst>
            <c:ext xmlns:c16="http://schemas.microsoft.com/office/drawing/2014/chart" uri="{C3380CC4-5D6E-409C-BE32-E72D297353CC}">
              <c16:uniqueId val="{00000001-3414-4D19-8770-2A15CD3E3104}"/>
            </c:ext>
          </c:extLst>
        </c:ser>
        <c:ser>
          <c:idx val="0"/>
          <c:order val="2"/>
          <c:tx>
            <c:strRef>
              <c:f>'[BHAG Long Term Plan.xlsx]Premium Assumptions'!$U$78</c:f>
              <c:strCache>
                <c:ptCount val="1"/>
                <c:pt idx="0">
                  <c:v>Accelerant Basic - WC</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Assumptions'!$V$78:$AA$78</c:f>
              <c:numCache>
                <c:formatCode>0.0</c:formatCode>
                <c:ptCount val="6"/>
                <c:pt idx="0">
                  <c:v>0</c:v>
                </c:pt>
                <c:pt idx="1">
                  <c:v>0</c:v>
                </c:pt>
                <c:pt idx="2">
                  <c:v>0.1</c:v>
                </c:pt>
                <c:pt idx="3">
                  <c:v>0.6</c:v>
                </c:pt>
                <c:pt idx="4">
                  <c:v>1</c:v>
                </c:pt>
                <c:pt idx="5">
                  <c:v>1.5</c:v>
                </c:pt>
              </c:numCache>
            </c:numRef>
          </c:val>
          <c:extLst>
            <c:ext xmlns:c16="http://schemas.microsoft.com/office/drawing/2014/chart" uri="{C3380CC4-5D6E-409C-BE32-E72D297353CC}">
              <c16:uniqueId val="{00000002-3414-4D19-8770-2A15CD3E3104}"/>
            </c:ext>
          </c:extLst>
        </c:ser>
        <c:ser>
          <c:idx val="3"/>
          <c:order val="3"/>
          <c:tx>
            <c:strRef>
              <c:f>'[BHAG Long Term Plan.xlsx]Premium Assumptions'!$U$79</c:f>
              <c:strCache>
                <c:ptCount val="1"/>
                <c:pt idx="0">
                  <c:v>Accelerant Basic - Higher Limit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Assumptions'!$V$79:$AA$79</c:f>
              <c:numCache>
                <c:formatCode>0.0</c:formatCode>
                <c:ptCount val="6"/>
                <c:pt idx="0">
                  <c:v>0</c:v>
                </c:pt>
                <c:pt idx="1">
                  <c:v>0.04</c:v>
                </c:pt>
                <c:pt idx="2">
                  <c:v>0.3</c:v>
                </c:pt>
                <c:pt idx="3">
                  <c:v>0.6</c:v>
                </c:pt>
                <c:pt idx="4">
                  <c:v>1</c:v>
                </c:pt>
                <c:pt idx="5">
                  <c:v>1.5</c:v>
                </c:pt>
              </c:numCache>
            </c:numRef>
          </c:val>
          <c:extLst>
            <c:ext xmlns:c16="http://schemas.microsoft.com/office/drawing/2014/chart" uri="{C3380CC4-5D6E-409C-BE32-E72D297353CC}">
              <c16:uniqueId val="{00000003-3414-4D19-8770-2A15CD3E3104}"/>
            </c:ext>
          </c:extLst>
        </c:ser>
        <c:ser>
          <c:idx val="4"/>
          <c:order val="4"/>
          <c:tx>
            <c:strRef>
              <c:f>'[BHAG Long Term Plan.xlsx]Premium Assumptions'!$U$80</c:f>
              <c:strCache>
                <c:ptCount val="1"/>
                <c:pt idx="0">
                  <c:v>Accelerant Basic - Auto</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Assumptions'!$V$80:$AA$80</c:f>
              <c:numCache>
                <c:formatCode>0.0</c:formatCode>
                <c:ptCount val="6"/>
                <c:pt idx="0">
                  <c:v>0</c:v>
                </c:pt>
                <c:pt idx="1">
                  <c:v>0</c:v>
                </c:pt>
                <c:pt idx="2">
                  <c:v>0.04</c:v>
                </c:pt>
                <c:pt idx="3">
                  <c:v>0.1</c:v>
                </c:pt>
                <c:pt idx="4">
                  <c:v>0.15</c:v>
                </c:pt>
                <c:pt idx="5">
                  <c:v>0.2</c:v>
                </c:pt>
              </c:numCache>
            </c:numRef>
          </c:val>
          <c:extLst>
            <c:ext xmlns:c16="http://schemas.microsoft.com/office/drawing/2014/chart" uri="{C3380CC4-5D6E-409C-BE32-E72D297353CC}">
              <c16:uniqueId val="{00000004-3414-4D19-8770-2A15CD3E3104}"/>
            </c:ext>
          </c:extLst>
        </c:ser>
        <c:ser>
          <c:idx val="5"/>
          <c:order val="5"/>
          <c:tx>
            <c:strRef>
              <c:f>'[BHAG Long Term Plan.xlsx]Premium Assumptions'!$U$81</c:f>
              <c:strCache>
                <c:ptCount val="1"/>
                <c:pt idx="0">
                  <c:v>Accelerant Basic - Property Cat</c:v>
                </c:pt>
              </c:strCache>
            </c:strRef>
          </c:tx>
          <c:spPr>
            <a:solidFill>
              <a:schemeClr val="accent2"/>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Assumptions'!$V$81:$AA$81</c:f>
              <c:numCache>
                <c:formatCode>0.0</c:formatCode>
                <c:ptCount val="6"/>
                <c:pt idx="0">
                  <c:v>0</c:v>
                </c:pt>
                <c:pt idx="1">
                  <c:v>0.02</c:v>
                </c:pt>
                <c:pt idx="2">
                  <c:v>0.1</c:v>
                </c:pt>
                <c:pt idx="3">
                  <c:v>0.2</c:v>
                </c:pt>
                <c:pt idx="4">
                  <c:v>0.3</c:v>
                </c:pt>
                <c:pt idx="5">
                  <c:v>0.4</c:v>
                </c:pt>
              </c:numCache>
            </c:numRef>
          </c:val>
          <c:extLst>
            <c:ext xmlns:c16="http://schemas.microsoft.com/office/drawing/2014/chart" uri="{C3380CC4-5D6E-409C-BE32-E72D297353CC}">
              <c16:uniqueId val="{00000005-3414-4D19-8770-2A15CD3E3104}"/>
            </c:ext>
          </c:extLst>
        </c:ser>
        <c:ser>
          <c:idx val="6"/>
          <c:order val="6"/>
          <c:tx>
            <c:strRef>
              <c:f>'[BHAG Long Term Plan.xlsx]Premium Assumptions'!$U$82</c:f>
              <c:strCache>
                <c:ptCount val="1"/>
                <c:pt idx="0">
                  <c:v>Captives (via Velox Re)</c:v>
                </c:pt>
              </c:strCache>
            </c:strRef>
          </c:tx>
          <c:spPr>
            <a:solidFill>
              <a:schemeClr val="accent3"/>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Assumptions'!$V$82:$AA$82</c:f>
              <c:numCache>
                <c:formatCode>0.0</c:formatCode>
                <c:ptCount val="6"/>
                <c:pt idx="0">
                  <c:v>0</c:v>
                </c:pt>
                <c:pt idx="1">
                  <c:v>0.27300000000000002</c:v>
                </c:pt>
                <c:pt idx="2">
                  <c:v>0.61</c:v>
                </c:pt>
                <c:pt idx="3">
                  <c:v>1</c:v>
                </c:pt>
                <c:pt idx="4">
                  <c:v>1.6</c:v>
                </c:pt>
                <c:pt idx="5">
                  <c:v>2.5</c:v>
                </c:pt>
              </c:numCache>
            </c:numRef>
          </c:val>
          <c:extLst>
            <c:ext xmlns:c16="http://schemas.microsoft.com/office/drawing/2014/chart" uri="{C3380CC4-5D6E-409C-BE32-E72D297353CC}">
              <c16:uniqueId val="{00000006-3414-4D19-8770-2A15CD3E3104}"/>
            </c:ext>
          </c:extLst>
        </c:ser>
        <c:ser>
          <c:idx val="7"/>
          <c:order val="7"/>
          <c:tx>
            <c:strRef>
              <c:f>'[BHAG Long Term Plan.xlsx]Premium Assumptions'!$U$83</c:f>
              <c:strCache>
                <c:ptCount val="1"/>
                <c:pt idx="0">
                  <c:v>Lloyd's (Incremental Business)</c:v>
                </c:pt>
              </c:strCache>
            </c:strRef>
          </c:tx>
          <c:spPr>
            <a:solidFill>
              <a:schemeClr val="accent4"/>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Assumptions'!$V$83:$AA$83</c:f>
              <c:numCache>
                <c:formatCode>0.0</c:formatCode>
                <c:ptCount val="6"/>
                <c:pt idx="0">
                  <c:v>0</c:v>
                </c:pt>
                <c:pt idx="1">
                  <c:v>0.04</c:v>
                </c:pt>
                <c:pt idx="2">
                  <c:v>0.2</c:v>
                </c:pt>
                <c:pt idx="3">
                  <c:v>0.4</c:v>
                </c:pt>
                <c:pt idx="4">
                  <c:v>0.7</c:v>
                </c:pt>
                <c:pt idx="5">
                  <c:v>1</c:v>
                </c:pt>
              </c:numCache>
            </c:numRef>
          </c:val>
          <c:extLst>
            <c:ext xmlns:c16="http://schemas.microsoft.com/office/drawing/2014/chart" uri="{C3380CC4-5D6E-409C-BE32-E72D297353CC}">
              <c16:uniqueId val="{00000007-3414-4D19-8770-2A15CD3E3104}"/>
            </c:ext>
          </c:extLst>
        </c:ser>
        <c:ser>
          <c:idx val="8"/>
          <c:order val="8"/>
          <c:tx>
            <c:strRef>
              <c:f>'[BHAG Long Term Plan.xlsx]Premium Assumptions'!$U$84</c:f>
              <c:strCache>
                <c:ptCount val="1"/>
                <c:pt idx="0">
                  <c:v>WoodStar Insurer (M&amp;A)</c:v>
                </c:pt>
              </c:strCache>
            </c:strRef>
          </c:tx>
          <c:spPr>
            <a:solidFill>
              <a:srgbClr val="2D8F78"/>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Assumptions'!$V$84:$AA$84</c:f>
              <c:numCache>
                <c:formatCode>0.0</c:formatCode>
                <c:ptCount val="6"/>
                <c:pt idx="0">
                  <c:v>0</c:v>
                </c:pt>
                <c:pt idx="1">
                  <c:v>0</c:v>
                </c:pt>
                <c:pt idx="2">
                  <c:v>0</c:v>
                </c:pt>
                <c:pt idx="3">
                  <c:v>0.5</c:v>
                </c:pt>
                <c:pt idx="4">
                  <c:v>0.5</c:v>
                </c:pt>
                <c:pt idx="5">
                  <c:v>0.5</c:v>
                </c:pt>
              </c:numCache>
            </c:numRef>
          </c:val>
          <c:extLst>
            <c:ext xmlns:c16="http://schemas.microsoft.com/office/drawing/2014/chart" uri="{C3380CC4-5D6E-409C-BE32-E72D297353CC}">
              <c16:uniqueId val="{00000008-3414-4D19-8770-2A15CD3E3104}"/>
            </c:ext>
          </c:extLst>
        </c:ser>
        <c:ser>
          <c:idx val="9"/>
          <c:order val="9"/>
          <c:tx>
            <c:strRef>
              <c:f>'[BHAG Long Term Plan.xlsx]Premium Assumptions'!$U$85</c:f>
              <c:strCache>
                <c:ptCount val="1"/>
                <c:pt idx="0">
                  <c:v>Hummingbird (M&amp;A)</c:v>
                </c:pt>
              </c:strCache>
            </c:strRef>
          </c:tx>
          <c:spPr>
            <a:solidFill>
              <a:srgbClr val="1240BC"/>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Assumptions'!$V$85:$AA$85</c:f>
              <c:numCache>
                <c:formatCode>0.0</c:formatCode>
                <c:ptCount val="6"/>
                <c:pt idx="0">
                  <c:v>0</c:v>
                </c:pt>
                <c:pt idx="1">
                  <c:v>0.02</c:v>
                </c:pt>
                <c:pt idx="2">
                  <c:v>0.2</c:v>
                </c:pt>
                <c:pt idx="3">
                  <c:v>0.3</c:v>
                </c:pt>
                <c:pt idx="4">
                  <c:v>0.4</c:v>
                </c:pt>
                <c:pt idx="5">
                  <c:v>0.5</c:v>
                </c:pt>
              </c:numCache>
            </c:numRef>
          </c:val>
          <c:extLst>
            <c:ext xmlns:c16="http://schemas.microsoft.com/office/drawing/2014/chart" uri="{C3380CC4-5D6E-409C-BE32-E72D297353CC}">
              <c16:uniqueId val="{00000009-3414-4D19-8770-2A15CD3E3104}"/>
            </c:ext>
          </c:extLst>
        </c:ser>
        <c:ser>
          <c:idx val="10"/>
          <c:order val="10"/>
          <c:tx>
            <c:strRef>
              <c:f>'[BHAG Long Term Plan.xlsx]Premium Assumptions'!$U$86</c:f>
              <c:strCache>
                <c:ptCount val="1"/>
                <c:pt idx="0">
                  <c:v>Accelerant Product Marketplace</c:v>
                </c:pt>
              </c:strCache>
            </c:strRef>
          </c:tx>
          <c:spPr>
            <a:solidFill>
              <a:schemeClr val="accent5"/>
            </a:solidFill>
            <a:ln>
              <a:noFill/>
            </a:ln>
            <a:effectLst/>
          </c:spPr>
          <c:invertIfNegative val="0"/>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Assumptions'!$V$86:$AA$86</c:f>
              <c:numCache>
                <c:formatCode>0.0</c:formatCode>
                <c:ptCount val="6"/>
                <c:pt idx="0">
                  <c:v>0</c:v>
                </c:pt>
                <c:pt idx="1">
                  <c:v>0</c:v>
                </c:pt>
                <c:pt idx="2">
                  <c:v>0.04</c:v>
                </c:pt>
                <c:pt idx="3">
                  <c:v>0.08</c:v>
                </c:pt>
                <c:pt idx="4">
                  <c:v>0.2</c:v>
                </c:pt>
                <c:pt idx="5">
                  <c:v>0.4</c:v>
                </c:pt>
              </c:numCache>
            </c:numRef>
          </c:val>
          <c:extLst>
            <c:ext xmlns:c16="http://schemas.microsoft.com/office/drawing/2014/chart" uri="{C3380CC4-5D6E-409C-BE32-E72D297353CC}">
              <c16:uniqueId val="{0000000A-3414-4D19-8770-2A15CD3E3104}"/>
            </c:ext>
          </c:extLst>
        </c:ser>
        <c:dLbls>
          <c:showLegendKey val="0"/>
          <c:showVal val="0"/>
          <c:showCatName val="0"/>
          <c:showSerName val="0"/>
          <c:showPercent val="0"/>
          <c:showBubbleSize val="0"/>
        </c:dLbls>
        <c:gapWidth val="100"/>
        <c:overlap val="100"/>
        <c:axId val="1982225680"/>
        <c:axId val="1982223760"/>
      </c:barChart>
      <c:lineChart>
        <c:grouping val="standard"/>
        <c:varyColors val="0"/>
        <c:ser>
          <c:idx val="11"/>
          <c:order val="11"/>
          <c:tx>
            <c:strRef>
              <c:f>'[BHAG Long Term Plan.xlsx]Premium Assumptions'!$U$87</c:f>
              <c:strCache>
                <c:ptCount val="1"/>
                <c:pt idx="0">
                  <c:v>Total</c:v>
                </c:pt>
              </c:strCache>
            </c:strRef>
          </c:tx>
          <c:spPr>
            <a:ln w="28575" cap="rnd">
              <a:no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'[BHAG Long Term Plan.xlsx]Premium Assumptions'!$V$75:$AA$75</c:f>
              <c:numCache>
                <c:formatCode>General</c:formatCode>
                <c:ptCount val="6"/>
                <c:pt idx="0">
                  <c:v>2024</c:v>
                </c:pt>
                <c:pt idx="1">
                  <c:v>2025</c:v>
                </c:pt>
                <c:pt idx="2">
                  <c:v>2026</c:v>
                </c:pt>
                <c:pt idx="3">
                  <c:v>2027</c:v>
                </c:pt>
                <c:pt idx="4">
                  <c:v>2028</c:v>
                </c:pt>
                <c:pt idx="5">
                  <c:v>2029</c:v>
                </c:pt>
              </c:numCache>
            </c:numRef>
          </c:cat>
          <c:val>
            <c:numRef>
              <c:f>'[BHAG Long Term Plan.xlsx]Premium Assumptions'!$V$87:$AA$87</c:f>
              <c:numCache>
                <c:formatCode>0.0</c:formatCode>
                <c:ptCount val="6"/>
                <c:pt idx="0">
                  <c:v>3.1</c:v>
                </c:pt>
                <c:pt idx="1">
                  <c:v>4.3929999999999989</c:v>
                </c:pt>
                <c:pt idx="2">
                  <c:v>6.99</c:v>
                </c:pt>
                <c:pt idx="3">
                  <c:v>11.08</c:v>
                </c:pt>
                <c:pt idx="4">
                  <c:v>15.25</c:v>
                </c:pt>
                <c:pt idx="5">
                  <c:v>20.099999999999998</c:v>
                </c:pt>
              </c:numCache>
            </c:numRef>
          </c:val>
          <c:smooth val="0"/>
          <c:extLst>
            <c:ext xmlns:c16="http://schemas.microsoft.com/office/drawing/2014/chart" uri="{C3380CC4-5D6E-409C-BE32-E72D297353CC}">
              <c16:uniqueId val="{0000000B-3414-4D19-8770-2A15CD3E3104}"/>
            </c:ext>
          </c:extLst>
        </c:ser>
        <c:dLbls>
          <c:showLegendKey val="0"/>
          <c:showVal val="0"/>
          <c:showCatName val="0"/>
          <c:showSerName val="0"/>
          <c:showPercent val="0"/>
          <c:showBubbleSize val="0"/>
        </c:dLbls>
        <c:marker val="1"/>
        <c:smooth val="0"/>
        <c:axId val="1982225680"/>
        <c:axId val="1982223760"/>
      </c:lineChart>
      <c:catAx>
        <c:axId val="198222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crossAx val="1982223760"/>
        <c:crosses val="autoZero"/>
        <c:auto val="1"/>
        <c:lblAlgn val="ctr"/>
        <c:lblOffset val="100"/>
        <c:noMultiLvlLbl val="0"/>
      </c:catAx>
      <c:valAx>
        <c:axId val="1982223760"/>
        <c:scaling>
          <c:orientation val="minMax"/>
          <c:max val="21"/>
          <c:min val="0"/>
        </c:scaling>
        <c:delete val="1"/>
        <c:axPos val="l"/>
        <c:numFmt formatCode="0.0" sourceLinked="1"/>
        <c:majorTickMark val="out"/>
        <c:minorTickMark val="none"/>
        <c:tickLblPos val="nextTo"/>
        <c:crossAx val="1982225680"/>
        <c:crosses val="autoZero"/>
        <c:crossBetween val="between"/>
      </c:valAx>
      <c:spPr>
        <a:noFill/>
        <a:ln>
          <a:noFill/>
        </a:ln>
        <a:effectLst/>
      </c:spPr>
    </c:plotArea>
    <c:legend>
      <c:legendPos val="r"/>
      <c:legendEntry>
        <c:idx val="11"/>
        <c:delete val="1"/>
      </c:legendEntry>
      <c:layout>
        <c:manualLayout>
          <c:xMode val="edge"/>
          <c:yMode val="edge"/>
          <c:x val="0.66691755817284615"/>
          <c:y val="0.11486798726157907"/>
          <c:w val="0.3330824418271538"/>
          <c:h val="0.76574819521812154"/>
        </c:manualLayout>
      </c:layout>
      <c:overlay val="0"/>
      <c:spPr>
        <a:noFill/>
        <a:ln>
          <a:noFill/>
        </a:ln>
        <a:effectLst/>
      </c:spPr>
      <c:txPr>
        <a:bodyPr rot="0" spcFirstLastPara="1" vertOverflow="ellipsis" vert="horz" wrap="square" anchor="ctr" anchorCtr="1"/>
        <a:lstStyle/>
        <a:p>
          <a:pPr>
            <a:defRPr sz="1200" b="0" i="0" u="none" strike="noStrike" kern="1200" baseline="0">
              <a:solidFill>
                <a:sysClr val="windowText" lastClr="000000"/>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ysClr val="windowText" lastClr="00000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CB7D61-01EE-897C-3863-20A962FEC7B6}"/>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330F801-B03B-BDC3-7EAE-59163ADE62BC}"/>
              </a:ext>
            </a:extLst>
          </p:cNvPr>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95711E8D-EF66-E94F-A5E7-F12258D5F41B}" type="datetimeFigureOut">
              <a:rPr lang="en-US" smtClean="0"/>
              <a:t>4/21/2026</a:t>
            </a:fld>
            <a:endParaRPr lang="en-US"/>
          </a:p>
        </p:txBody>
      </p:sp>
      <p:sp>
        <p:nvSpPr>
          <p:cNvPr id="4" name="Footer Placeholder 3">
            <a:extLst>
              <a:ext uri="{FF2B5EF4-FFF2-40B4-BE49-F238E27FC236}">
                <a16:creationId xmlns:a16="http://schemas.microsoft.com/office/drawing/2014/main" id="{D2479AC3-92E8-2596-4BCA-A6D19EE063B4}"/>
              </a:ext>
            </a:extLst>
          </p:cNvPr>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7017CF0-816D-F9EA-4444-77DE3DCF359A}"/>
              </a:ext>
            </a:extLst>
          </p:cNvPr>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1E80127A-DBD4-CA4F-AE09-5FF92CAF97E0}" type="slidenum">
              <a:rPr lang="en-US" smtClean="0"/>
              <a:t>‹#›</a:t>
            </a:fld>
            <a:endParaRPr lang="en-US"/>
          </a:p>
        </p:txBody>
      </p:sp>
    </p:spTree>
    <p:extLst>
      <p:ext uri="{BB962C8B-B14F-4D97-AF65-F5344CB8AC3E}">
        <p14:creationId xmlns:p14="http://schemas.microsoft.com/office/powerpoint/2010/main" val="22275576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B1BA1A90-E9DB-2648-A5D1-E22A10616E69}" type="datetimeFigureOut">
              <a:rPr lang="en-US" smtClean="0"/>
              <a:t>4/21/2026</a:t>
            </a:fld>
            <a:endParaRPr lang="en-US"/>
          </a:p>
        </p:txBody>
      </p:sp>
      <p:sp>
        <p:nvSpPr>
          <p:cNvPr id="4" name="Slide Image Placehold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7F9A0928-D88F-F84D-AA6D-643D83EA54CC}" type="slidenum">
              <a:rPr lang="en-US" smtClean="0"/>
              <a:t>‹#›</a:t>
            </a:fld>
            <a:endParaRPr lang="en-US"/>
          </a:p>
        </p:txBody>
      </p:sp>
    </p:spTree>
    <p:extLst>
      <p:ext uri="{BB962C8B-B14F-4D97-AF65-F5344CB8AC3E}">
        <p14:creationId xmlns:p14="http://schemas.microsoft.com/office/powerpoint/2010/main" val="106459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ataccama.com/blog/why-pie-charts-are-evil"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F9A0928-D88F-F84D-AA6D-643D83EA54CC}" type="slidenum">
              <a:rPr lang="en-US" smtClean="0"/>
              <a:t>2</a:t>
            </a:fld>
            <a:endParaRPr lang="en-US"/>
          </a:p>
        </p:txBody>
      </p:sp>
    </p:spTree>
    <p:extLst>
      <p:ext uri="{BB962C8B-B14F-4D97-AF65-F5344CB8AC3E}">
        <p14:creationId xmlns:p14="http://schemas.microsoft.com/office/powerpoint/2010/main" val="3249848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t>The names are pretty</a:t>
            </a:r>
            <a:r>
              <a:rPr lang="en-US" baseline="0"/>
              <a:t> self explanatory – Key Message slides highlight the most important takeaways and conclusions from our work, while Detail slides provide all of the documentation.</a:t>
            </a:r>
          </a:p>
          <a:p>
            <a:pPr lvl="0"/>
            <a:endParaRPr lang="en-US" baseline="0"/>
          </a:p>
          <a:p>
            <a:pPr lvl="0"/>
            <a:r>
              <a:rPr lang="en-US" baseline="0"/>
              <a:t>KM slides are simpler, they have less information density – the goal is that those takeaways can be absorbed quickly, then focus can be brought back to the presenter during a live presentation.</a:t>
            </a:r>
          </a:p>
          <a:p>
            <a:endParaRPr lang="en-US" baseline="0"/>
          </a:p>
          <a:p>
            <a:r>
              <a:rPr lang="en-US"/>
              <a:t>On the other hand there are cases in which more information is needed, which is why we also have the Detail slide format. This format is not meant to be the bulk  of a presentation-</a:t>
            </a:r>
            <a:r>
              <a:rPr lang="en-US" baseline="0"/>
              <a:t> it can be used as pre-read or leave behind material, or brought up to address detailed questions during a live presentation.</a:t>
            </a:r>
            <a:endParaRPr lang="en-US"/>
          </a:p>
        </p:txBody>
      </p:sp>
      <p:sp>
        <p:nvSpPr>
          <p:cNvPr id="4" name="Slide Number Placeholder 3"/>
          <p:cNvSpPr>
            <a:spLocks noGrp="1"/>
          </p:cNvSpPr>
          <p:nvPr>
            <p:ph type="sldNum" sz="quarter" idx="5"/>
          </p:nvPr>
        </p:nvSpPr>
        <p:spPr/>
        <p:txBody>
          <a:bodyPr/>
          <a:lstStyle/>
          <a:p>
            <a:fld id="{7F9A0928-D88F-F84D-AA6D-643D83EA54CC}" type="slidenum">
              <a:rPr lang="en-US" smtClean="0"/>
              <a:t>24</a:t>
            </a:fld>
            <a:endParaRPr lang="en-US"/>
          </a:p>
        </p:txBody>
      </p:sp>
    </p:spTree>
    <p:extLst>
      <p:ext uri="{BB962C8B-B14F-4D97-AF65-F5344CB8AC3E}">
        <p14:creationId xmlns:p14="http://schemas.microsoft.com/office/powerpoint/2010/main" val="1717920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13CF7-C9FC-5CA2-A766-2ACC7394A8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1906DF-97BF-A4ED-BB9B-286CB990E0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393D6-CEFE-352C-F555-1D5DDF0DB91D}"/>
              </a:ext>
            </a:extLst>
          </p:cNvPr>
          <p:cNvSpPr>
            <a:spLocks noGrp="1"/>
          </p:cNvSpPr>
          <p:nvPr>
            <p:ph type="body" idx="1"/>
          </p:nvPr>
        </p:nvSpPr>
        <p:spPr/>
        <p:txBody>
          <a:bodyPr/>
          <a:lstStyle/>
          <a:p>
            <a:r>
              <a:rPr lang="en-US"/>
              <a:t>Adam</a:t>
            </a:r>
          </a:p>
          <a:p>
            <a:endParaRPr lang="en-US"/>
          </a:p>
          <a:p>
            <a:pPr rtl="0">
              <a:buFont typeface="Arial" panose="020B0604020202020204" pitchFamily="34" charset="0"/>
              <a:buChar char="•"/>
            </a:pPr>
            <a:r>
              <a:rPr lang="en-US"/>
              <a:t>December 2024 </a:t>
            </a:r>
          </a:p>
          <a:p>
            <a:pPr marL="742950" lvl="1" indent="-285750" rtl="0">
              <a:buFont typeface="Arial" panose="020B0604020202020204" pitchFamily="34" charset="0"/>
              <a:buChar char="•"/>
            </a:pPr>
            <a:r>
              <a:rPr lang="en-US"/>
              <a:t>ASIC and ANIC QS.  50% + of the business.  There are no business exceptions.</a:t>
            </a:r>
          </a:p>
          <a:p>
            <a:pPr marL="742950" lvl="1" indent="-285750" rtl="0">
              <a:buFont typeface="Arial" panose="020B0604020202020204" pitchFamily="34" charset="0"/>
              <a:buChar char="•"/>
            </a:pPr>
            <a:r>
              <a:rPr lang="en-US"/>
              <a:t>ASIC and ANIC LPTs.  TBD on the amount of business.  The goal is to create "fronting companies" out of ASIC and ANIC, thereby sweeping up all NWP</a:t>
            </a:r>
          </a:p>
          <a:p>
            <a:pPr marL="742950" lvl="1" indent="-285750" rtl="0">
              <a:buFont typeface="Arial" panose="020B0604020202020204" pitchFamily="34" charset="0"/>
              <a:buChar char="•"/>
            </a:pPr>
            <a:r>
              <a:rPr lang="en-US" err="1"/>
              <a:t>Woodstar</a:t>
            </a:r>
            <a:r>
              <a:rPr lang="en-US"/>
              <a:t> Reciprocal Exchange:  25 direct policies </a:t>
            </a:r>
          </a:p>
          <a:p>
            <a:pPr rtl="0">
              <a:buFont typeface="Arial" panose="020B0604020202020204" pitchFamily="34" charset="0"/>
              <a:buChar char="•"/>
            </a:pPr>
            <a:r>
              <a:rPr lang="en-US"/>
              <a:t>January 2025 </a:t>
            </a:r>
          </a:p>
          <a:p>
            <a:pPr marL="742950" lvl="1" indent="-285750" rtl="0">
              <a:buFont typeface="Arial" panose="020B0604020202020204" pitchFamily="34" charset="0"/>
              <a:buChar char="•"/>
            </a:pPr>
            <a:r>
              <a:rPr lang="en-US"/>
              <a:t>ASIC and ANIC QS.  50% + of the business remains in place.  There are no business exceptions.</a:t>
            </a:r>
          </a:p>
          <a:p>
            <a:pPr marL="742950" lvl="1" indent="-285750" rtl="0">
              <a:buFont typeface="Arial" panose="020B0604020202020204" pitchFamily="34" charset="0"/>
              <a:buChar char="•"/>
            </a:pPr>
            <a:r>
              <a:rPr lang="en-US" err="1"/>
              <a:t>Woodstar</a:t>
            </a:r>
            <a:r>
              <a:rPr lang="en-US"/>
              <a:t> Specialty (Non-admitted) Direct Writings begin to occur  </a:t>
            </a:r>
          </a:p>
        </p:txBody>
      </p:sp>
      <p:sp>
        <p:nvSpPr>
          <p:cNvPr id="4" name="Slide Number Placeholder 3">
            <a:extLst>
              <a:ext uri="{FF2B5EF4-FFF2-40B4-BE49-F238E27FC236}">
                <a16:creationId xmlns:a16="http://schemas.microsoft.com/office/drawing/2014/main" id="{76F37DC8-20BD-0703-6D43-C992632BEF41}"/>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9A0928-D88F-F84D-AA6D-643D83EA54CC}" type="slidenum">
              <a:rPr kumimoji="0" lang="en-US" sz="1200" b="0" i="0" u="none" strike="noStrike" kern="1200" cap="none" spc="0" normalizeH="0" baseline="0" noProof="0" smtClean="0">
                <a:ln>
                  <a:noFill/>
                </a:ln>
                <a:solidFill>
                  <a:prstClr val="black"/>
                </a:solidFill>
                <a:effectLst/>
                <a:uLnTx/>
                <a:uFillTx/>
                <a:latin typeface="Arial" charset="0"/>
                <a:ea typeface="LF_Kai"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rial" charset="0"/>
              <a:ea typeface="LF_Kai" pitchFamily="2" charset="-122"/>
              <a:cs typeface="+mn-cs"/>
            </a:endParaRPr>
          </a:p>
        </p:txBody>
      </p:sp>
    </p:spTree>
    <p:extLst>
      <p:ext uri="{BB962C8B-B14F-4D97-AF65-F5344CB8AC3E}">
        <p14:creationId xmlns:p14="http://schemas.microsoft.com/office/powerpoint/2010/main" val="1591703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31</a:t>
            </a:fld>
            <a:endParaRPr lang="en-US"/>
          </a:p>
        </p:txBody>
      </p:sp>
    </p:spTree>
    <p:extLst>
      <p:ext uri="{BB962C8B-B14F-4D97-AF65-F5344CB8AC3E}">
        <p14:creationId xmlns:p14="http://schemas.microsoft.com/office/powerpoint/2010/main" val="2185045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5575" y="574675"/>
            <a:ext cx="6621463" cy="372427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41</a:t>
            </a:fld>
            <a:endParaRPr lang="en-US"/>
          </a:p>
        </p:txBody>
      </p:sp>
    </p:spTree>
    <p:extLst>
      <p:ext uri="{BB962C8B-B14F-4D97-AF65-F5344CB8AC3E}">
        <p14:creationId xmlns:p14="http://schemas.microsoft.com/office/powerpoint/2010/main" val="1832659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1" i="0" u="sng">
                <a:effectLst/>
                <a:latin typeface="__fkGroteskNeue_598ab8"/>
              </a:rPr>
              <a:t>Disadvantages of pie charts</a:t>
            </a:r>
          </a:p>
          <a:p>
            <a:pPr algn="l">
              <a:buFont typeface="Arial" panose="020B0604020202020204" pitchFamily="34" charset="0"/>
              <a:buNone/>
            </a:pPr>
            <a:r>
              <a:rPr lang="en-US" b="0" i="0">
                <a:effectLst/>
                <a:latin typeface="__fkGroteskNeue_598ab8"/>
              </a:rPr>
              <a:t>Space Inefficiency</a:t>
            </a:r>
          </a:p>
          <a:p>
            <a:pPr algn="l">
              <a:buFont typeface="Arial" panose="020B0604020202020204" pitchFamily="34" charset="0"/>
              <a:buChar char="•"/>
            </a:pPr>
            <a:r>
              <a:rPr lang="en-US" b="0" i="0">
                <a:effectLst/>
                <a:latin typeface="__fkGroteskNeue_598ab8"/>
              </a:rPr>
              <a:t>Pie charts waste valuable space due to their circular shape and area-based representation, while alternatives like bar charts use space more efficiently</a:t>
            </a:r>
            <a:endParaRPr lang="en-US" b="0" i="0" u="none" strike="noStrike">
              <a:effectLst/>
              <a:latin typeface="var(--font-berkeley-mono)"/>
              <a:hlinkClick r:id="rId3"/>
            </a:endParaRPr>
          </a:p>
          <a:p>
            <a:pPr algn="l">
              <a:buFont typeface="Arial" panose="020B0604020202020204" pitchFamily="34" charset="0"/>
              <a:buNone/>
            </a:pPr>
            <a:endParaRPr lang="en-US" b="0" i="0">
              <a:effectLst/>
              <a:latin typeface="__fkGroteskNeue_598ab8"/>
            </a:endParaRPr>
          </a:p>
          <a:p>
            <a:pPr algn="l">
              <a:buFont typeface="Arial" panose="020B0604020202020204" pitchFamily="34" charset="0"/>
              <a:buNone/>
            </a:pPr>
            <a:r>
              <a:rPr lang="en-US" b="0" i="0">
                <a:effectLst/>
                <a:latin typeface="__fkGroteskNeue_598ab8"/>
              </a:rPr>
              <a:t>Poor Readability</a:t>
            </a:r>
          </a:p>
          <a:p>
            <a:pPr algn="l">
              <a:buFont typeface="Arial" panose="020B0604020202020204" pitchFamily="34" charset="0"/>
              <a:buChar char="•"/>
            </a:pPr>
            <a:r>
              <a:rPr lang="en-US" b="0" i="0">
                <a:effectLst/>
                <a:latin typeface="__fkGroteskNeue_598ab8"/>
              </a:rPr>
              <a:t>Humans have difficulty determining relative sizes between pie segments, as comparing angles is harder than comparing lengths</a:t>
            </a:r>
          </a:p>
          <a:p>
            <a:pPr algn="l">
              <a:buFont typeface="Arial" panose="020B0604020202020204" pitchFamily="34" charset="0"/>
              <a:buChar char="•"/>
            </a:pPr>
            <a:r>
              <a:rPr lang="en-US" b="0" i="0">
                <a:effectLst/>
                <a:latin typeface="__fkGroteskNeue_598ab8"/>
              </a:rPr>
              <a:t>People tend to overestimate obtuse angles and underestimate acute angles</a:t>
            </a:r>
          </a:p>
          <a:p>
            <a:pPr algn="l">
              <a:buFont typeface="Arial" panose="020B0604020202020204" pitchFamily="34" charset="0"/>
              <a:buChar char="•"/>
            </a:pPr>
            <a:r>
              <a:rPr lang="en-US" b="0" i="0">
                <a:effectLst/>
                <a:latin typeface="__fkGroteskNeue_598ab8"/>
              </a:rPr>
              <a:t>Comparing segments across different pie charts is nearly impossible</a:t>
            </a:r>
          </a:p>
          <a:p>
            <a:pPr algn="l">
              <a:buFont typeface="Arial" panose="020B0604020202020204" pitchFamily="34" charset="0"/>
              <a:buNone/>
            </a:pPr>
            <a:endParaRPr lang="en-US" b="0" i="0">
              <a:effectLst/>
              <a:latin typeface="__fkGroteskNeue_598ab8"/>
            </a:endParaRPr>
          </a:p>
          <a:p>
            <a:pPr algn="l">
              <a:buFont typeface="Arial" panose="020B0604020202020204" pitchFamily="34" charset="0"/>
              <a:buNone/>
            </a:pPr>
            <a:r>
              <a:rPr lang="en-US" b="0" i="0">
                <a:effectLst/>
                <a:latin typeface="__fkGroteskNeue_598ab8"/>
              </a:rPr>
              <a:t>Technical Limitations</a:t>
            </a:r>
          </a:p>
          <a:p>
            <a:pPr algn="l">
              <a:buFont typeface="Arial" panose="020B0604020202020204" pitchFamily="34" charset="0"/>
              <a:buChar char="•"/>
            </a:pPr>
            <a:r>
              <a:rPr lang="en-US" b="0" i="0">
                <a:effectLst/>
                <a:latin typeface="__fkGroteskNeue_598ab8"/>
              </a:rPr>
              <a:t>Labels become cluttered and hard to read with multiple variables</a:t>
            </a:r>
          </a:p>
          <a:p>
            <a:pPr algn="l">
              <a:buFont typeface="Arial" panose="020B0604020202020204" pitchFamily="34" charset="0"/>
              <a:buChar char="•"/>
            </a:pPr>
            <a:r>
              <a:rPr lang="en-US" b="0" i="0">
                <a:effectLst/>
                <a:latin typeface="__fkGroteskNeue_598ab8"/>
              </a:rPr>
              <a:t>Small percentages are difficult to display effectively</a:t>
            </a:r>
          </a:p>
          <a:p>
            <a:pPr algn="l">
              <a:buFont typeface="Arial" panose="020B0604020202020204" pitchFamily="34" charset="0"/>
              <a:buChar char="•"/>
            </a:pPr>
            <a:r>
              <a:rPr lang="en-US" b="0" i="0">
                <a:effectLst/>
                <a:latin typeface="__fkGroteskNeue_598ab8"/>
              </a:rPr>
              <a:t>Adding more segments makes the chart increasingly difficult to interpret</a:t>
            </a:r>
          </a:p>
          <a:p>
            <a:pPr algn="l"/>
            <a:endParaRPr lang="en-US"/>
          </a:p>
        </p:txBody>
      </p:sp>
      <p:sp>
        <p:nvSpPr>
          <p:cNvPr id="4" name="Slide Number Placeholder 3"/>
          <p:cNvSpPr>
            <a:spLocks noGrp="1"/>
          </p:cNvSpPr>
          <p:nvPr>
            <p:ph type="sldNum" sz="quarter" idx="5"/>
          </p:nvPr>
        </p:nvSpPr>
        <p:spPr/>
        <p:txBody>
          <a:bodyPr/>
          <a:lstStyle/>
          <a:p>
            <a:fld id="{7F9A0928-D88F-F84D-AA6D-643D83EA54CC}" type="slidenum">
              <a:rPr lang="en-US" smtClean="0"/>
              <a:t>42</a:t>
            </a:fld>
            <a:endParaRPr lang="en-US"/>
          </a:p>
        </p:txBody>
      </p:sp>
    </p:spTree>
    <p:extLst>
      <p:ext uri="{BB962C8B-B14F-4D97-AF65-F5344CB8AC3E}">
        <p14:creationId xmlns:p14="http://schemas.microsoft.com/office/powerpoint/2010/main" val="422646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AAF86-CA67-5FB2-7901-95E88F4B52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4E963-6B33-750A-9312-D02EEFF47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A8A4A-10B4-D87A-0F3D-4533A63E6E12}"/>
              </a:ext>
            </a:extLst>
          </p:cNvPr>
          <p:cNvSpPr>
            <a:spLocks noGrp="1"/>
          </p:cNvSpPr>
          <p:nvPr>
            <p:ph type="body" idx="1"/>
          </p:nvPr>
        </p:nvSpPr>
        <p:spPr/>
        <p:txBody>
          <a:bodyPr/>
          <a:lstStyle/>
          <a:p>
            <a:endParaRPr lang="en-US" u="none"/>
          </a:p>
        </p:txBody>
      </p:sp>
      <p:sp>
        <p:nvSpPr>
          <p:cNvPr id="4" name="Slide Number Placeholder 3">
            <a:extLst>
              <a:ext uri="{FF2B5EF4-FFF2-40B4-BE49-F238E27FC236}">
                <a16:creationId xmlns:a16="http://schemas.microsoft.com/office/drawing/2014/main" id="{F0F0E551-80DF-991D-C2BA-8B7E375296C7}"/>
              </a:ext>
            </a:extLst>
          </p:cNvPr>
          <p:cNvSpPr>
            <a:spLocks noGrp="1"/>
          </p:cNvSpPr>
          <p:nvPr>
            <p:ph type="sldNum" sz="quarter" idx="5"/>
          </p:nvPr>
        </p:nvSpPr>
        <p:spPr/>
        <p:txBody>
          <a:bodyPr/>
          <a:lstStyle/>
          <a:p>
            <a:pPr marL="0" marR="0" lvl="0" indent="0" algn="r" defTabSz="1018719" rtl="0" eaLnBrk="1" fontAlgn="auto" latinLnBrk="0" hangingPunct="1">
              <a:lnSpc>
                <a:spcPct val="100000"/>
              </a:lnSpc>
              <a:spcBef>
                <a:spcPts val="0"/>
              </a:spcBef>
              <a:spcAft>
                <a:spcPts val="0"/>
              </a:spcAft>
              <a:buClrTx/>
              <a:buSzTx/>
              <a:buFontTx/>
              <a:buNone/>
              <a:tabLst/>
              <a:defRPr/>
            </a:pPr>
            <a:fld id="{3966A25E-58F8-441D-AA5C-F9CE201FCD08}" type="slidenum">
              <a:rPr kumimoji="0" lang="en-US" sz="1100" b="0" i="0" u="none" strike="noStrike" kern="1200" cap="none" spc="0" normalizeH="0" baseline="0" noProof="0">
                <a:ln>
                  <a:noFill/>
                </a:ln>
                <a:solidFill>
                  <a:prstClr val="black"/>
                </a:solidFill>
                <a:effectLst/>
                <a:uLnTx/>
                <a:uFillTx/>
                <a:latin typeface="Calibri"/>
                <a:ea typeface="+mn-ea"/>
                <a:cs typeface="+mn-cs"/>
              </a:rPr>
              <a:pPr marL="0" marR="0" lvl="0" indent="0" algn="r" defTabSz="1018719" rtl="0" eaLnBrk="1" fontAlgn="auto" latinLnBrk="0" hangingPunct="1">
                <a:lnSpc>
                  <a:spcPct val="100000"/>
                </a:lnSpc>
                <a:spcBef>
                  <a:spcPts val="0"/>
                </a:spcBef>
                <a:spcAft>
                  <a:spcPts val="0"/>
                </a:spcAft>
                <a:buClrTx/>
                <a:buSzTx/>
                <a:buFontTx/>
                <a:buNone/>
                <a:tabLst/>
                <a:defRPr/>
              </a:pPr>
              <a:t>52</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248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ED10E-B109-21D5-0D65-BD16B911A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EAA44-FABA-CABD-3A4C-05187FCA62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10B030-A989-764A-005A-C08F3A7984F9}"/>
              </a:ext>
            </a:extLst>
          </p:cNvPr>
          <p:cNvSpPr>
            <a:spLocks noGrp="1"/>
          </p:cNvSpPr>
          <p:nvPr>
            <p:ph type="body" idx="1"/>
          </p:nvPr>
        </p:nvSpPr>
        <p:spPr/>
        <p:txBody>
          <a:bodyPr/>
          <a:lstStyle/>
          <a:p>
            <a:endParaRPr lang="en-US" u="none"/>
          </a:p>
        </p:txBody>
      </p:sp>
      <p:sp>
        <p:nvSpPr>
          <p:cNvPr id="4" name="Slide Number Placeholder 3">
            <a:extLst>
              <a:ext uri="{FF2B5EF4-FFF2-40B4-BE49-F238E27FC236}">
                <a16:creationId xmlns:a16="http://schemas.microsoft.com/office/drawing/2014/main" id="{5E192F31-430D-A578-EE07-BBDCDD67A5D4}"/>
              </a:ext>
            </a:extLst>
          </p:cNvPr>
          <p:cNvSpPr>
            <a:spLocks noGrp="1"/>
          </p:cNvSpPr>
          <p:nvPr>
            <p:ph type="sldNum" sz="quarter" idx="5"/>
          </p:nvPr>
        </p:nvSpPr>
        <p:spPr/>
        <p:txBody>
          <a:bodyPr/>
          <a:lstStyle/>
          <a:p>
            <a:pPr marL="0" marR="0" lvl="0" indent="0" algn="r" defTabSz="1018719" rtl="0" eaLnBrk="1" fontAlgn="auto" latinLnBrk="0" hangingPunct="1">
              <a:lnSpc>
                <a:spcPct val="100000"/>
              </a:lnSpc>
              <a:spcBef>
                <a:spcPts val="0"/>
              </a:spcBef>
              <a:spcAft>
                <a:spcPts val="0"/>
              </a:spcAft>
              <a:buClrTx/>
              <a:buSzTx/>
              <a:buFontTx/>
              <a:buNone/>
              <a:tabLst/>
              <a:defRPr/>
            </a:pPr>
            <a:fld id="{3966A25E-58F8-441D-AA5C-F9CE201FCD08}" type="slidenum">
              <a:rPr kumimoji="0" lang="en-US" sz="1100" b="0" i="0" u="none" strike="noStrike" kern="1200" cap="none" spc="0" normalizeH="0" baseline="0" noProof="0">
                <a:ln>
                  <a:noFill/>
                </a:ln>
                <a:solidFill>
                  <a:prstClr val="black"/>
                </a:solidFill>
                <a:effectLst/>
                <a:uLnTx/>
                <a:uFillTx/>
                <a:latin typeface="Calibri"/>
                <a:ea typeface="+mn-ea"/>
                <a:cs typeface="+mn-cs"/>
              </a:rPr>
              <a:pPr marL="0" marR="0" lvl="0" indent="0" algn="r" defTabSz="1018719" rtl="0" eaLnBrk="1" fontAlgn="auto" latinLnBrk="0" hangingPunct="1">
                <a:lnSpc>
                  <a:spcPct val="100000"/>
                </a:lnSpc>
                <a:spcBef>
                  <a:spcPts val="0"/>
                </a:spcBef>
                <a:spcAft>
                  <a:spcPts val="0"/>
                </a:spcAft>
                <a:buClrTx/>
                <a:buSzTx/>
                <a:buFontTx/>
                <a:buNone/>
                <a:tabLst/>
                <a:defRPr/>
              </a:pPr>
              <a:t>53</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70977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7FD84-C6A1-D8AB-376D-65978B348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0046AA-4B1A-34E8-39DB-FC01F63774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380B8-606B-FEE1-432A-08C0C8C3586F}"/>
              </a:ext>
            </a:extLst>
          </p:cNvPr>
          <p:cNvSpPr>
            <a:spLocks noGrp="1"/>
          </p:cNvSpPr>
          <p:nvPr>
            <p:ph type="body" idx="1"/>
          </p:nvPr>
        </p:nvSpPr>
        <p:spPr/>
        <p:txBody>
          <a:bodyPr/>
          <a:lstStyle/>
          <a:p>
            <a:endParaRPr lang="en-US" u="none"/>
          </a:p>
        </p:txBody>
      </p:sp>
      <p:sp>
        <p:nvSpPr>
          <p:cNvPr id="4" name="Slide Number Placeholder 3">
            <a:extLst>
              <a:ext uri="{FF2B5EF4-FFF2-40B4-BE49-F238E27FC236}">
                <a16:creationId xmlns:a16="http://schemas.microsoft.com/office/drawing/2014/main" id="{B45963CD-A5B4-703D-E574-55602DFDAB99}"/>
              </a:ext>
            </a:extLst>
          </p:cNvPr>
          <p:cNvSpPr>
            <a:spLocks noGrp="1"/>
          </p:cNvSpPr>
          <p:nvPr>
            <p:ph type="sldNum" sz="quarter" idx="5"/>
          </p:nvPr>
        </p:nvSpPr>
        <p:spPr/>
        <p:txBody>
          <a:bodyPr/>
          <a:lstStyle/>
          <a:p>
            <a:pPr marL="0" marR="0" lvl="0" indent="0" algn="r" defTabSz="1018719" rtl="0" eaLnBrk="1" fontAlgn="auto" latinLnBrk="0" hangingPunct="1">
              <a:lnSpc>
                <a:spcPct val="100000"/>
              </a:lnSpc>
              <a:spcBef>
                <a:spcPts val="0"/>
              </a:spcBef>
              <a:spcAft>
                <a:spcPts val="0"/>
              </a:spcAft>
              <a:buClrTx/>
              <a:buSzTx/>
              <a:buFontTx/>
              <a:buNone/>
              <a:tabLst/>
              <a:defRPr/>
            </a:pPr>
            <a:fld id="{3966A25E-58F8-441D-AA5C-F9CE201FCD08}" type="slidenum">
              <a:rPr kumimoji="0" lang="en-US" sz="1100" b="0" i="0" u="none" strike="noStrike" kern="1200" cap="none" spc="0" normalizeH="0" baseline="0" noProof="0">
                <a:ln>
                  <a:noFill/>
                </a:ln>
                <a:solidFill>
                  <a:prstClr val="black"/>
                </a:solidFill>
                <a:effectLst/>
                <a:uLnTx/>
                <a:uFillTx/>
                <a:latin typeface="Calibri"/>
                <a:ea typeface="+mn-ea"/>
                <a:cs typeface="+mn-cs"/>
              </a:rPr>
              <a:pPr marL="0" marR="0" lvl="0" indent="0" algn="r" defTabSz="1018719" rtl="0" eaLnBrk="1" fontAlgn="auto" latinLnBrk="0" hangingPunct="1">
                <a:lnSpc>
                  <a:spcPct val="100000"/>
                </a:lnSpc>
                <a:spcBef>
                  <a:spcPts val="0"/>
                </a:spcBef>
                <a:spcAft>
                  <a:spcPts val="0"/>
                </a:spcAft>
                <a:buClrTx/>
                <a:buSzTx/>
                <a:buFontTx/>
                <a:buNone/>
                <a:tabLst/>
                <a:defRPr/>
              </a:pPr>
              <a:t>54</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75906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FBF8F-1E1D-0FA8-E4D9-A498A6B11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6D686-6B7C-83A2-0380-CEEEAAB12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FEE015-DD0E-320D-88B4-9DD416BA7D86}"/>
              </a:ext>
            </a:extLst>
          </p:cNvPr>
          <p:cNvSpPr>
            <a:spLocks noGrp="1"/>
          </p:cNvSpPr>
          <p:nvPr>
            <p:ph type="body" idx="1"/>
          </p:nvPr>
        </p:nvSpPr>
        <p:spPr/>
        <p:txBody>
          <a:bodyPr/>
          <a:lstStyle/>
          <a:p>
            <a:endParaRPr lang="en-US" u="none"/>
          </a:p>
        </p:txBody>
      </p:sp>
      <p:sp>
        <p:nvSpPr>
          <p:cNvPr id="4" name="Slide Number Placeholder 3">
            <a:extLst>
              <a:ext uri="{FF2B5EF4-FFF2-40B4-BE49-F238E27FC236}">
                <a16:creationId xmlns:a16="http://schemas.microsoft.com/office/drawing/2014/main" id="{4E23B9A7-26A3-7894-C172-196F8B131C9E}"/>
              </a:ext>
            </a:extLst>
          </p:cNvPr>
          <p:cNvSpPr>
            <a:spLocks noGrp="1"/>
          </p:cNvSpPr>
          <p:nvPr>
            <p:ph type="sldNum" sz="quarter" idx="5"/>
          </p:nvPr>
        </p:nvSpPr>
        <p:spPr/>
        <p:txBody>
          <a:bodyPr/>
          <a:lstStyle/>
          <a:p>
            <a:pPr marL="0" marR="0" lvl="0" indent="0" algn="r" defTabSz="1018719" rtl="0" eaLnBrk="1" fontAlgn="auto" latinLnBrk="0" hangingPunct="1">
              <a:lnSpc>
                <a:spcPct val="100000"/>
              </a:lnSpc>
              <a:spcBef>
                <a:spcPts val="0"/>
              </a:spcBef>
              <a:spcAft>
                <a:spcPts val="0"/>
              </a:spcAft>
              <a:buClrTx/>
              <a:buSzTx/>
              <a:buFontTx/>
              <a:buNone/>
              <a:tabLst/>
              <a:defRPr/>
            </a:pPr>
            <a:fld id="{3966A25E-58F8-441D-AA5C-F9CE201FCD08}" type="slidenum">
              <a:rPr kumimoji="0" lang="en-US" sz="1100" b="0" i="0" u="none" strike="noStrike" kern="1200" cap="none" spc="0" normalizeH="0" baseline="0" noProof="0">
                <a:ln>
                  <a:noFill/>
                </a:ln>
                <a:solidFill>
                  <a:prstClr val="black"/>
                </a:solidFill>
                <a:effectLst/>
                <a:uLnTx/>
                <a:uFillTx/>
                <a:latin typeface="Calibri"/>
                <a:ea typeface="+mn-ea"/>
                <a:cs typeface="+mn-cs"/>
              </a:rPr>
              <a:pPr marL="0" marR="0" lvl="0" indent="0" algn="r" defTabSz="1018719" rtl="0" eaLnBrk="1" fontAlgn="auto" latinLnBrk="0" hangingPunct="1">
                <a:lnSpc>
                  <a:spcPct val="100000"/>
                </a:lnSpc>
                <a:spcBef>
                  <a:spcPts val="0"/>
                </a:spcBef>
                <a:spcAft>
                  <a:spcPts val="0"/>
                </a:spcAft>
                <a:buClrTx/>
                <a:buSzTx/>
                <a:buFontTx/>
                <a:buNone/>
                <a:tabLst/>
                <a:defRPr/>
              </a:pPr>
              <a:t>55</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82270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E3AA3-972F-4C13-52AE-8DE156553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0401D-C94A-72F9-86B9-0978792BC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36F92-E6FC-D440-CA3F-57344F5069E5}"/>
              </a:ext>
            </a:extLst>
          </p:cNvPr>
          <p:cNvSpPr>
            <a:spLocks noGrp="1"/>
          </p:cNvSpPr>
          <p:nvPr>
            <p:ph type="body" idx="1"/>
          </p:nvPr>
        </p:nvSpPr>
        <p:spPr/>
        <p:txBody>
          <a:bodyPr/>
          <a:lstStyle/>
          <a:p>
            <a:endParaRPr lang="en-US" u="none"/>
          </a:p>
        </p:txBody>
      </p:sp>
      <p:sp>
        <p:nvSpPr>
          <p:cNvPr id="4" name="Slide Number Placeholder 3">
            <a:extLst>
              <a:ext uri="{FF2B5EF4-FFF2-40B4-BE49-F238E27FC236}">
                <a16:creationId xmlns:a16="http://schemas.microsoft.com/office/drawing/2014/main" id="{BA28ED0C-5139-87D4-B4C0-5C7FC40F3298}"/>
              </a:ext>
            </a:extLst>
          </p:cNvPr>
          <p:cNvSpPr>
            <a:spLocks noGrp="1"/>
          </p:cNvSpPr>
          <p:nvPr>
            <p:ph type="sldNum" sz="quarter" idx="5"/>
          </p:nvPr>
        </p:nvSpPr>
        <p:spPr/>
        <p:txBody>
          <a:bodyPr/>
          <a:lstStyle/>
          <a:p>
            <a:pPr marL="0" marR="0" lvl="0" indent="0" algn="r" defTabSz="1018719" rtl="0" eaLnBrk="1" fontAlgn="auto" latinLnBrk="0" hangingPunct="1">
              <a:lnSpc>
                <a:spcPct val="100000"/>
              </a:lnSpc>
              <a:spcBef>
                <a:spcPts val="0"/>
              </a:spcBef>
              <a:spcAft>
                <a:spcPts val="0"/>
              </a:spcAft>
              <a:buClrTx/>
              <a:buSzTx/>
              <a:buFontTx/>
              <a:buNone/>
              <a:tabLst/>
              <a:defRPr/>
            </a:pPr>
            <a:fld id="{3966A25E-58F8-441D-AA5C-F9CE201FCD08}" type="slidenum">
              <a:rPr kumimoji="0" lang="en-US" sz="1100" b="0" i="0" u="none" strike="noStrike" kern="1200" cap="none" spc="0" normalizeH="0" baseline="0" noProof="0">
                <a:ln>
                  <a:noFill/>
                </a:ln>
                <a:solidFill>
                  <a:prstClr val="black"/>
                </a:solidFill>
                <a:effectLst/>
                <a:uLnTx/>
                <a:uFillTx/>
                <a:latin typeface="Calibri"/>
                <a:ea typeface="+mn-ea"/>
                <a:cs typeface="+mn-cs"/>
              </a:rPr>
              <a:pPr marL="0" marR="0" lvl="0" indent="0" algn="r" defTabSz="1018719" rtl="0" eaLnBrk="1" fontAlgn="auto" latinLnBrk="0" hangingPunct="1">
                <a:lnSpc>
                  <a:spcPct val="100000"/>
                </a:lnSpc>
                <a:spcBef>
                  <a:spcPts val="0"/>
                </a:spcBef>
                <a:spcAft>
                  <a:spcPts val="0"/>
                </a:spcAft>
                <a:buClrTx/>
                <a:buSzTx/>
                <a:buFontTx/>
                <a:buNone/>
                <a:tabLst/>
                <a:defRPr/>
              </a:pPr>
              <a:t>56</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48264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629F3-5CF3-0200-7A5F-3FDAEA468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A9445-055E-3ADF-8760-F559C3F78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048BF-F816-AE13-9E24-17BA95A3947E}"/>
              </a:ext>
            </a:extLst>
          </p:cNvPr>
          <p:cNvSpPr>
            <a:spLocks noGrp="1"/>
          </p:cNvSpPr>
          <p:nvPr>
            <p:ph type="body" idx="1"/>
          </p:nvPr>
        </p:nvSpPr>
        <p:spPr/>
        <p:txBody>
          <a:bodyPr/>
          <a:lstStyle/>
          <a:p>
            <a:endParaRPr lang="en-US" u="none"/>
          </a:p>
        </p:txBody>
      </p:sp>
      <p:sp>
        <p:nvSpPr>
          <p:cNvPr id="4" name="Slide Number Placeholder 3">
            <a:extLst>
              <a:ext uri="{FF2B5EF4-FFF2-40B4-BE49-F238E27FC236}">
                <a16:creationId xmlns:a16="http://schemas.microsoft.com/office/drawing/2014/main" id="{3873F406-BA9B-A4FF-F4A6-3F14E057FFF8}"/>
              </a:ext>
            </a:extLst>
          </p:cNvPr>
          <p:cNvSpPr>
            <a:spLocks noGrp="1"/>
          </p:cNvSpPr>
          <p:nvPr>
            <p:ph type="sldNum" sz="quarter" idx="5"/>
          </p:nvPr>
        </p:nvSpPr>
        <p:spPr/>
        <p:txBody>
          <a:bodyPr/>
          <a:lstStyle/>
          <a:p>
            <a:pPr marL="0" marR="0" lvl="0" indent="0" algn="r" defTabSz="1018719" rtl="0" eaLnBrk="1" fontAlgn="auto" latinLnBrk="0" hangingPunct="1">
              <a:lnSpc>
                <a:spcPct val="100000"/>
              </a:lnSpc>
              <a:spcBef>
                <a:spcPts val="0"/>
              </a:spcBef>
              <a:spcAft>
                <a:spcPts val="0"/>
              </a:spcAft>
              <a:buClrTx/>
              <a:buSzTx/>
              <a:buFontTx/>
              <a:buNone/>
              <a:tabLst/>
              <a:defRPr/>
            </a:pPr>
            <a:fld id="{3966A25E-58F8-441D-AA5C-F9CE201FCD08}" type="slidenum">
              <a:rPr kumimoji="0" lang="en-US" sz="1100" b="0" i="0" u="none" strike="noStrike" kern="1200" cap="none" spc="0" normalizeH="0" baseline="0" noProof="0">
                <a:ln>
                  <a:noFill/>
                </a:ln>
                <a:solidFill>
                  <a:prstClr val="black"/>
                </a:solidFill>
                <a:effectLst/>
                <a:uLnTx/>
                <a:uFillTx/>
                <a:latin typeface="Calibri"/>
                <a:ea typeface="+mn-ea"/>
                <a:cs typeface="+mn-cs"/>
              </a:rPr>
              <a:pPr marL="0" marR="0" lvl="0" indent="0" algn="r" defTabSz="1018719" rtl="0" eaLnBrk="1" fontAlgn="auto" latinLnBrk="0" hangingPunct="1">
                <a:lnSpc>
                  <a:spcPct val="100000"/>
                </a:lnSpc>
                <a:spcBef>
                  <a:spcPts val="0"/>
                </a:spcBef>
                <a:spcAft>
                  <a:spcPts val="0"/>
                </a:spcAft>
                <a:buClrTx/>
                <a:buSzTx/>
                <a:buFontTx/>
                <a:buNone/>
                <a:tabLst/>
                <a:defRPr/>
              </a:pPr>
              <a:t>57</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69945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79664-764D-E668-4BBA-94E84D48F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5C388-E1BC-D1EC-F4D3-A057BC209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FF7B20-E5FC-8FE3-9404-8047221CFF8D}"/>
              </a:ext>
            </a:extLst>
          </p:cNvPr>
          <p:cNvSpPr>
            <a:spLocks noGrp="1"/>
          </p:cNvSpPr>
          <p:nvPr>
            <p:ph type="body" idx="1"/>
          </p:nvPr>
        </p:nvSpPr>
        <p:spPr/>
        <p:txBody>
          <a:bodyPr/>
          <a:lstStyle/>
          <a:p>
            <a:endParaRPr lang="en-US" u="none"/>
          </a:p>
        </p:txBody>
      </p:sp>
      <p:sp>
        <p:nvSpPr>
          <p:cNvPr id="4" name="Slide Number Placeholder 3">
            <a:extLst>
              <a:ext uri="{FF2B5EF4-FFF2-40B4-BE49-F238E27FC236}">
                <a16:creationId xmlns:a16="http://schemas.microsoft.com/office/drawing/2014/main" id="{DD7E6B1F-C28B-23E0-F2F0-119382A14263}"/>
              </a:ext>
            </a:extLst>
          </p:cNvPr>
          <p:cNvSpPr>
            <a:spLocks noGrp="1"/>
          </p:cNvSpPr>
          <p:nvPr>
            <p:ph type="sldNum" sz="quarter" idx="5"/>
          </p:nvPr>
        </p:nvSpPr>
        <p:spPr/>
        <p:txBody>
          <a:bodyPr/>
          <a:lstStyle/>
          <a:p>
            <a:pPr marL="0" marR="0" lvl="0" indent="0" algn="r" defTabSz="1018719" rtl="0" eaLnBrk="1" fontAlgn="auto" latinLnBrk="0" hangingPunct="1">
              <a:lnSpc>
                <a:spcPct val="100000"/>
              </a:lnSpc>
              <a:spcBef>
                <a:spcPts val="0"/>
              </a:spcBef>
              <a:spcAft>
                <a:spcPts val="0"/>
              </a:spcAft>
              <a:buClrTx/>
              <a:buSzTx/>
              <a:buFontTx/>
              <a:buNone/>
              <a:tabLst/>
              <a:defRPr/>
            </a:pPr>
            <a:fld id="{3966A25E-58F8-441D-AA5C-F9CE201FCD08}" type="slidenum">
              <a:rPr kumimoji="0" lang="en-US" sz="1100" b="0" i="0" u="none" strike="noStrike" kern="1200" cap="none" spc="0" normalizeH="0" baseline="0" noProof="0">
                <a:ln>
                  <a:noFill/>
                </a:ln>
                <a:solidFill>
                  <a:prstClr val="black"/>
                </a:solidFill>
                <a:effectLst/>
                <a:uLnTx/>
                <a:uFillTx/>
                <a:latin typeface="Calibri"/>
                <a:ea typeface="+mn-ea"/>
                <a:cs typeface="+mn-cs"/>
              </a:rPr>
              <a:pPr marL="0" marR="0" lvl="0" indent="0" algn="r" defTabSz="1018719" rtl="0" eaLnBrk="1" fontAlgn="auto" latinLnBrk="0" hangingPunct="1">
                <a:lnSpc>
                  <a:spcPct val="100000"/>
                </a:lnSpc>
                <a:spcBef>
                  <a:spcPts val="0"/>
                </a:spcBef>
                <a:spcAft>
                  <a:spcPts val="0"/>
                </a:spcAft>
                <a:buClrTx/>
                <a:buSzTx/>
                <a:buFontTx/>
                <a:buNone/>
                <a:tabLst/>
                <a:defRPr/>
              </a:pPr>
              <a:t>58</a:t>
            </a:fld>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706023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tags" Target="../tags/tag12.xml"/><Relationship Id="rId7" Type="http://schemas.openxmlformats.org/officeDocument/2006/relationships/image" Target="../media/image9.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8.png"/><Relationship Id="rId5" Type="http://schemas.openxmlformats.org/officeDocument/2006/relationships/slideMaster" Target="../slideMasters/slideMaster1.xml"/><Relationship Id="rId4" Type="http://schemas.openxmlformats.org/officeDocument/2006/relationships/tags" Target="../tags/tag13.xml"/></Relationships>
</file>

<file path=ppt/slideLayouts/_rels/slideLayout2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Master" Target="../slideMasters/slideMaster2.xml"/><Relationship Id="rId1" Type="http://schemas.openxmlformats.org/officeDocument/2006/relationships/tags" Target="../tags/tag18.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15.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hemeOverride" Target="../theme/themeOverride1.xml"/><Relationship Id="rId4"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angle 13"/>
          <p:cNvSpPr>
            <a:spLocks noGrp="1" noChangeArrowheads="1"/>
          </p:cNvSpPr>
          <p:nvPr>
            <p:ph type="subTitle" idx="1"/>
          </p:nvPr>
        </p:nvSpPr>
        <p:spPr>
          <a:xfrm>
            <a:off x="886175" y="5308354"/>
            <a:ext cx="11807729" cy="591207"/>
          </a:xfrm>
        </p:spPr>
        <p:txBody>
          <a:bodyPr lIns="0" tIns="0" rIns="0" bIns="0" anchor="ctr"/>
          <a:lstStyle>
            <a:lvl1pPr marL="0" indent="0" algn="ctr">
              <a:lnSpc>
                <a:spcPct val="100000"/>
              </a:lnSpc>
              <a:spcBef>
                <a:spcPct val="0"/>
              </a:spcBef>
              <a:buClrTx/>
              <a:buSzTx/>
              <a:buFontTx/>
              <a:buNone/>
              <a:defRPr sz="2400">
                <a:solidFill>
                  <a:schemeClr val="bg1"/>
                </a:solidFill>
                <a:latin typeface="Arial" panose="020B0604020202020204" pitchFamily="34" charset="0"/>
                <a:cs typeface="Arial" panose="020B0604020202020204" pitchFamily="34" charset="0"/>
              </a:defRPr>
            </a:lvl1pPr>
          </a:lstStyle>
          <a:p>
            <a:r>
              <a:rPr lang="en-US"/>
              <a:t>Click to edit Master subtitle style</a:t>
            </a:r>
            <a:endParaRPr lang="en-CA"/>
          </a:p>
        </p:txBody>
      </p:sp>
      <p:sp>
        <p:nvSpPr>
          <p:cNvPr id="12" name="Title 1"/>
          <p:cNvSpPr>
            <a:spLocks noGrp="1"/>
          </p:cNvSpPr>
          <p:nvPr>
            <p:ph type="ctrTitle" sz="quarter"/>
          </p:nvPr>
        </p:nvSpPr>
        <p:spPr>
          <a:xfrm>
            <a:off x="886177" y="4301590"/>
            <a:ext cx="11792721" cy="879684"/>
          </a:xfrm>
          <a:prstGeom prst="rect">
            <a:avLst/>
          </a:prstGeom>
        </p:spPr>
        <p:txBody>
          <a:bodyPr lIns="0" tIns="0" rIns="0" anchor="ctr">
            <a:noAutofit/>
          </a:bodyPr>
          <a:lstStyle>
            <a:lvl1pPr algn="ctr">
              <a:lnSpc>
                <a:spcPct val="100000"/>
              </a:lnSpc>
              <a:defRPr sz="4000"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CA"/>
          </a:p>
        </p:txBody>
      </p:sp>
      <p:pic>
        <p:nvPicPr>
          <p:cNvPr id="10" name="Picture 9" descr="Text, logo&#10;&#10;Description automatically generated">
            <a:extLst>
              <a:ext uri="{FF2B5EF4-FFF2-40B4-BE49-F238E27FC236}">
                <a16:creationId xmlns:a16="http://schemas.microsoft.com/office/drawing/2014/main" id="{B2465830-A6EE-3385-60FD-A7739B81331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54186" y="2254393"/>
            <a:ext cx="6945085" cy="1977514"/>
          </a:xfrm>
          <a:prstGeom prst="rect">
            <a:avLst/>
          </a:prstGeom>
        </p:spPr>
      </p:pic>
    </p:spTree>
    <p:extLst>
      <p:ext uri="{BB962C8B-B14F-4D97-AF65-F5344CB8AC3E}">
        <p14:creationId xmlns:p14="http://schemas.microsoft.com/office/powerpoint/2010/main" val="670426445"/>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bg2"/>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63AE500C-9881-EA8F-398E-0DEB46F118A2}"/>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accent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6" name="Footer Placeholder 4">
            <a:extLst>
              <a:ext uri="{FF2B5EF4-FFF2-40B4-BE49-F238E27FC236}">
                <a16:creationId xmlns:a16="http://schemas.microsoft.com/office/drawing/2014/main" id="{AA03DB70-2B97-5BB5-CA6C-9FCF54B1E2E5}"/>
              </a:ext>
            </a:extLst>
          </p:cNvPr>
          <p:cNvSpPr txBox="1">
            <a:spLocks/>
          </p:cNvSpPr>
          <p:nvPr userDrawn="1"/>
        </p:nvSpPr>
        <p:spPr>
          <a:xfrm>
            <a:off x="455791" y="7245337"/>
            <a:ext cx="1315156" cy="193182"/>
          </a:xfrm>
          <a:prstGeom prst="rect">
            <a:avLst/>
          </a:prstGeom>
        </p:spPr>
        <p:txBody>
          <a:bodyPr vert="horz" lIns="0" tIns="45720" rIns="0" bIns="45720" rtlCol="0" anchor="t"/>
          <a:lstStyle>
            <a:defPPr>
              <a:defRPr lang="en-CA"/>
            </a:defPPr>
            <a:lvl1pPr algn="l" rtl="0" fontAlgn="base">
              <a:spcBef>
                <a:spcPct val="0"/>
              </a:spcBef>
              <a:spcAft>
                <a:spcPct val="0"/>
              </a:spcAft>
              <a:defRPr sz="600" kern="1200">
                <a:solidFill>
                  <a:schemeClr val="accent1"/>
                </a:solidFill>
                <a:latin typeface="Arial" panose="020B0604020202020204" pitchFamily="34" charset="0"/>
                <a:ea typeface="Roboto Lt" panose="02000000000000000000" pitchFamily="2" charset="0"/>
                <a:cs typeface="Arial" panose="020B0604020202020204" pitchFamily="34" charset="0"/>
              </a:defRPr>
            </a:lvl1pPr>
            <a:lvl2pPr marL="457200" algn="ctr" rtl="0" fontAlgn="base">
              <a:spcBef>
                <a:spcPct val="0"/>
              </a:spcBef>
              <a:spcAft>
                <a:spcPct val="0"/>
              </a:spcAft>
              <a:defRPr sz="1200" kern="1200">
                <a:solidFill>
                  <a:schemeClr val="tx1"/>
                </a:solidFill>
                <a:latin typeface="Arial" charset="0"/>
                <a:ea typeface="LF_Kai" pitchFamily="2" charset="-122"/>
                <a:cs typeface="+mn-cs"/>
              </a:defRPr>
            </a:lvl2pPr>
            <a:lvl3pPr marL="914400" algn="ctr" rtl="0" fontAlgn="base">
              <a:spcBef>
                <a:spcPct val="0"/>
              </a:spcBef>
              <a:spcAft>
                <a:spcPct val="0"/>
              </a:spcAft>
              <a:defRPr sz="1200" kern="1200">
                <a:solidFill>
                  <a:schemeClr val="tx1"/>
                </a:solidFill>
                <a:latin typeface="Arial" charset="0"/>
                <a:ea typeface="LF_Kai" pitchFamily="2" charset="-122"/>
                <a:cs typeface="+mn-cs"/>
              </a:defRPr>
            </a:lvl3pPr>
            <a:lvl4pPr marL="1371600" algn="ctr" rtl="0" fontAlgn="base">
              <a:spcBef>
                <a:spcPct val="0"/>
              </a:spcBef>
              <a:spcAft>
                <a:spcPct val="0"/>
              </a:spcAft>
              <a:defRPr sz="1200" kern="1200">
                <a:solidFill>
                  <a:schemeClr val="tx1"/>
                </a:solidFill>
                <a:latin typeface="Arial" charset="0"/>
                <a:ea typeface="LF_Kai" pitchFamily="2" charset="-122"/>
                <a:cs typeface="+mn-cs"/>
              </a:defRPr>
            </a:lvl4pPr>
            <a:lvl5pPr marL="1828800" algn="ctr" rtl="0" fontAlgn="base">
              <a:spcBef>
                <a:spcPct val="0"/>
              </a:spcBef>
              <a:spcAft>
                <a:spcPct val="0"/>
              </a:spcAft>
              <a:defRPr sz="1200" kern="1200">
                <a:solidFill>
                  <a:schemeClr val="tx1"/>
                </a:solidFill>
                <a:latin typeface="Arial" charset="0"/>
                <a:ea typeface="LF_Kai" pitchFamily="2" charset="-122"/>
                <a:cs typeface="+mn-cs"/>
              </a:defRPr>
            </a:lvl5pPr>
            <a:lvl6pPr marL="2286000" algn="l" defTabSz="914400" rtl="0" eaLnBrk="1" latinLnBrk="0" hangingPunct="1">
              <a:defRPr sz="1200" kern="1200">
                <a:solidFill>
                  <a:schemeClr val="tx1"/>
                </a:solidFill>
                <a:latin typeface="Arial" charset="0"/>
                <a:ea typeface="LF_Kai" pitchFamily="2" charset="-122"/>
                <a:cs typeface="+mn-cs"/>
              </a:defRPr>
            </a:lvl6pPr>
            <a:lvl7pPr marL="2743200" algn="l" defTabSz="914400" rtl="0" eaLnBrk="1" latinLnBrk="0" hangingPunct="1">
              <a:defRPr sz="1200" kern="1200">
                <a:solidFill>
                  <a:schemeClr val="tx1"/>
                </a:solidFill>
                <a:latin typeface="Arial" charset="0"/>
                <a:ea typeface="LF_Kai" pitchFamily="2" charset="-122"/>
                <a:cs typeface="+mn-cs"/>
              </a:defRPr>
            </a:lvl7pPr>
            <a:lvl8pPr marL="3200400" algn="l" defTabSz="914400" rtl="0" eaLnBrk="1" latinLnBrk="0" hangingPunct="1">
              <a:defRPr sz="1200" kern="1200">
                <a:solidFill>
                  <a:schemeClr val="tx1"/>
                </a:solidFill>
                <a:latin typeface="Arial" charset="0"/>
                <a:ea typeface="LF_Kai" pitchFamily="2" charset="-122"/>
                <a:cs typeface="+mn-cs"/>
              </a:defRPr>
            </a:lvl8pPr>
            <a:lvl9pPr marL="3657600" algn="l" defTabSz="914400" rtl="0" eaLnBrk="1" latinLnBrk="0" hangingPunct="1">
              <a:defRPr sz="1200" kern="1200">
                <a:solidFill>
                  <a:schemeClr val="tx1"/>
                </a:solidFill>
                <a:latin typeface="Arial" charset="0"/>
                <a:ea typeface="LF_Kai" pitchFamily="2" charset="-122"/>
                <a:cs typeface="+mn-cs"/>
              </a:defRPr>
            </a:lvl9pPr>
          </a:lstStyle>
          <a:p>
            <a:r>
              <a:rPr lang="en-CA">
                <a:solidFill>
                  <a:schemeClr val="tx2"/>
                </a:solidFill>
              </a:rPr>
              <a:t>#</a:t>
            </a:r>
          </a:p>
        </p:txBody>
      </p:sp>
      <p:sp>
        <p:nvSpPr>
          <p:cNvPr id="8" name="Rectangle 13">
            <a:extLst>
              <a:ext uri="{FF2B5EF4-FFF2-40B4-BE49-F238E27FC236}">
                <a16:creationId xmlns:a16="http://schemas.microsoft.com/office/drawing/2014/main" id="{3B1E19F0-636F-D119-B9FD-CAFF47E3D364}"/>
              </a:ext>
            </a:extLst>
          </p:cNvPr>
          <p:cNvSpPr>
            <a:spLocks noGrp="1" noChangeArrowheads="1"/>
          </p:cNvSpPr>
          <p:nvPr>
            <p:ph type="subTitle" idx="1"/>
          </p:nvPr>
        </p:nvSpPr>
        <p:spPr>
          <a:xfrm>
            <a:off x="886175" y="5225725"/>
            <a:ext cx="11807729" cy="591207"/>
          </a:xfrm>
        </p:spPr>
        <p:txBody>
          <a:bodyPr lIns="0" tIns="0" rIns="0" bIns="0" anchor="ctr"/>
          <a:lstStyle>
            <a:lvl1pPr marL="0" indent="0" algn="ctr">
              <a:lnSpc>
                <a:spcPct val="100000"/>
              </a:lnSpc>
              <a:spcBef>
                <a:spcPct val="0"/>
              </a:spcBef>
              <a:buClrTx/>
              <a:buSzTx/>
              <a:buFontTx/>
              <a:buNone/>
              <a:defRPr sz="2400">
                <a:solidFill>
                  <a:schemeClr val="accent2"/>
                </a:solidFill>
                <a:latin typeface="Arial" panose="020B0604020202020204" pitchFamily="34" charset="0"/>
                <a:cs typeface="Arial" panose="020B0604020202020204" pitchFamily="34" charset="0"/>
              </a:defRPr>
            </a:lvl1pPr>
          </a:lstStyle>
          <a:p>
            <a:r>
              <a:rPr lang="en-US"/>
              <a:t>Click to edit Master subtitle style</a:t>
            </a:r>
            <a:endParaRPr lang="en-CA"/>
          </a:p>
        </p:txBody>
      </p:sp>
      <p:sp>
        <p:nvSpPr>
          <p:cNvPr id="10" name="Title 1">
            <a:extLst>
              <a:ext uri="{FF2B5EF4-FFF2-40B4-BE49-F238E27FC236}">
                <a16:creationId xmlns:a16="http://schemas.microsoft.com/office/drawing/2014/main" id="{B4F93B64-4EFC-8C3D-27B1-912604E81F13}"/>
              </a:ext>
            </a:extLst>
          </p:cNvPr>
          <p:cNvSpPr>
            <a:spLocks noGrp="1"/>
          </p:cNvSpPr>
          <p:nvPr>
            <p:ph type="ctrTitle" sz="quarter"/>
          </p:nvPr>
        </p:nvSpPr>
        <p:spPr>
          <a:xfrm>
            <a:off x="886177" y="4218961"/>
            <a:ext cx="11792721" cy="879684"/>
          </a:xfrm>
          <a:prstGeom prst="rect">
            <a:avLst/>
          </a:prstGeom>
        </p:spPr>
        <p:txBody>
          <a:bodyPr lIns="0" tIns="0" rIns="0" anchor="ctr">
            <a:noAutofit/>
          </a:bodyPr>
          <a:lstStyle>
            <a:lvl1pPr algn="ctr">
              <a:lnSpc>
                <a:spcPct val="100000"/>
              </a:lnSpc>
              <a:defRPr sz="4000"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CA"/>
          </a:p>
        </p:txBody>
      </p:sp>
      <p:pic>
        <p:nvPicPr>
          <p:cNvPr id="9" name="Picture 8" descr="Text&#10;&#10;Description automatically generated">
            <a:extLst>
              <a:ext uri="{FF2B5EF4-FFF2-40B4-BE49-F238E27FC236}">
                <a16:creationId xmlns:a16="http://schemas.microsoft.com/office/drawing/2014/main" id="{1D0BBF7B-9A6D-0E18-80BE-A3468050616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06394" y="2254394"/>
            <a:ext cx="6892878" cy="1904844"/>
          </a:xfrm>
          <a:prstGeom prst="rect">
            <a:avLst/>
          </a:prstGeom>
        </p:spPr>
      </p:pic>
    </p:spTree>
    <p:extLst>
      <p:ext uri="{BB962C8B-B14F-4D97-AF65-F5344CB8AC3E}">
        <p14:creationId xmlns:p14="http://schemas.microsoft.com/office/powerpoint/2010/main" val="1707904523"/>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9_Title Slide">
    <p:bg>
      <p:bgPr>
        <a:solidFill>
          <a:srgbClr val="F3F6FA"/>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A03DB70-2B97-5BB5-CA6C-9FCF54B1E2E5}"/>
              </a:ext>
            </a:extLst>
          </p:cNvPr>
          <p:cNvSpPr txBox="1">
            <a:spLocks/>
          </p:cNvSpPr>
          <p:nvPr userDrawn="1"/>
        </p:nvSpPr>
        <p:spPr>
          <a:xfrm>
            <a:off x="455791" y="7245337"/>
            <a:ext cx="1315156" cy="193182"/>
          </a:xfrm>
          <a:prstGeom prst="rect">
            <a:avLst/>
          </a:prstGeom>
        </p:spPr>
        <p:txBody>
          <a:bodyPr vert="horz" lIns="0" tIns="45720" rIns="0" bIns="45720" rtlCol="0" anchor="t"/>
          <a:lstStyle>
            <a:defPPr>
              <a:defRPr lang="en-CA"/>
            </a:defPPr>
            <a:lvl1pPr algn="l" rtl="0" fontAlgn="base">
              <a:spcBef>
                <a:spcPct val="0"/>
              </a:spcBef>
              <a:spcAft>
                <a:spcPct val="0"/>
              </a:spcAft>
              <a:defRPr sz="600" kern="1200">
                <a:solidFill>
                  <a:schemeClr val="accent1"/>
                </a:solidFill>
                <a:latin typeface="Arial" panose="020B0604020202020204" pitchFamily="34" charset="0"/>
                <a:ea typeface="Roboto Lt" panose="02000000000000000000" pitchFamily="2" charset="0"/>
                <a:cs typeface="Arial" panose="020B0604020202020204" pitchFamily="34" charset="0"/>
              </a:defRPr>
            </a:lvl1pPr>
            <a:lvl2pPr marL="457200" algn="ctr" rtl="0" fontAlgn="base">
              <a:spcBef>
                <a:spcPct val="0"/>
              </a:spcBef>
              <a:spcAft>
                <a:spcPct val="0"/>
              </a:spcAft>
              <a:defRPr sz="1200" kern="1200">
                <a:solidFill>
                  <a:schemeClr val="tx1"/>
                </a:solidFill>
                <a:latin typeface="Arial" charset="0"/>
                <a:ea typeface="LF_Kai" pitchFamily="2" charset="-122"/>
                <a:cs typeface="+mn-cs"/>
              </a:defRPr>
            </a:lvl2pPr>
            <a:lvl3pPr marL="914400" algn="ctr" rtl="0" fontAlgn="base">
              <a:spcBef>
                <a:spcPct val="0"/>
              </a:spcBef>
              <a:spcAft>
                <a:spcPct val="0"/>
              </a:spcAft>
              <a:defRPr sz="1200" kern="1200">
                <a:solidFill>
                  <a:schemeClr val="tx1"/>
                </a:solidFill>
                <a:latin typeface="Arial" charset="0"/>
                <a:ea typeface="LF_Kai" pitchFamily="2" charset="-122"/>
                <a:cs typeface="+mn-cs"/>
              </a:defRPr>
            </a:lvl3pPr>
            <a:lvl4pPr marL="1371600" algn="ctr" rtl="0" fontAlgn="base">
              <a:spcBef>
                <a:spcPct val="0"/>
              </a:spcBef>
              <a:spcAft>
                <a:spcPct val="0"/>
              </a:spcAft>
              <a:defRPr sz="1200" kern="1200">
                <a:solidFill>
                  <a:schemeClr val="tx1"/>
                </a:solidFill>
                <a:latin typeface="Arial" charset="0"/>
                <a:ea typeface="LF_Kai" pitchFamily="2" charset="-122"/>
                <a:cs typeface="+mn-cs"/>
              </a:defRPr>
            </a:lvl4pPr>
            <a:lvl5pPr marL="1828800" algn="ctr" rtl="0" fontAlgn="base">
              <a:spcBef>
                <a:spcPct val="0"/>
              </a:spcBef>
              <a:spcAft>
                <a:spcPct val="0"/>
              </a:spcAft>
              <a:defRPr sz="1200" kern="1200">
                <a:solidFill>
                  <a:schemeClr val="tx1"/>
                </a:solidFill>
                <a:latin typeface="Arial" charset="0"/>
                <a:ea typeface="LF_Kai" pitchFamily="2" charset="-122"/>
                <a:cs typeface="+mn-cs"/>
              </a:defRPr>
            </a:lvl5pPr>
            <a:lvl6pPr marL="2286000" algn="l" defTabSz="914400" rtl="0" eaLnBrk="1" latinLnBrk="0" hangingPunct="1">
              <a:defRPr sz="1200" kern="1200">
                <a:solidFill>
                  <a:schemeClr val="tx1"/>
                </a:solidFill>
                <a:latin typeface="Arial" charset="0"/>
                <a:ea typeface="LF_Kai" pitchFamily="2" charset="-122"/>
                <a:cs typeface="+mn-cs"/>
              </a:defRPr>
            </a:lvl6pPr>
            <a:lvl7pPr marL="2743200" algn="l" defTabSz="914400" rtl="0" eaLnBrk="1" latinLnBrk="0" hangingPunct="1">
              <a:defRPr sz="1200" kern="1200">
                <a:solidFill>
                  <a:schemeClr val="tx1"/>
                </a:solidFill>
                <a:latin typeface="Arial" charset="0"/>
                <a:ea typeface="LF_Kai" pitchFamily="2" charset="-122"/>
                <a:cs typeface="+mn-cs"/>
              </a:defRPr>
            </a:lvl7pPr>
            <a:lvl8pPr marL="3200400" algn="l" defTabSz="914400" rtl="0" eaLnBrk="1" latinLnBrk="0" hangingPunct="1">
              <a:defRPr sz="1200" kern="1200">
                <a:solidFill>
                  <a:schemeClr val="tx1"/>
                </a:solidFill>
                <a:latin typeface="Arial" charset="0"/>
                <a:ea typeface="LF_Kai" pitchFamily="2" charset="-122"/>
                <a:cs typeface="+mn-cs"/>
              </a:defRPr>
            </a:lvl8pPr>
            <a:lvl9pPr marL="3657600" algn="l" defTabSz="914400" rtl="0" eaLnBrk="1" latinLnBrk="0" hangingPunct="1">
              <a:defRPr sz="1200" kern="1200">
                <a:solidFill>
                  <a:schemeClr val="tx1"/>
                </a:solidFill>
                <a:latin typeface="Arial" charset="0"/>
                <a:ea typeface="LF_Kai" pitchFamily="2" charset="-122"/>
                <a:cs typeface="+mn-cs"/>
              </a:defRPr>
            </a:lvl9pPr>
          </a:lstStyle>
          <a:p>
            <a:r>
              <a:rPr lang="en-CA">
                <a:solidFill>
                  <a:schemeClr val="tx2"/>
                </a:solidFill>
              </a:rPr>
              <a:t>#</a:t>
            </a:r>
          </a:p>
        </p:txBody>
      </p:sp>
      <p:sp>
        <p:nvSpPr>
          <p:cNvPr id="8" name="Rectangle 13">
            <a:extLst>
              <a:ext uri="{FF2B5EF4-FFF2-40B4-BE49-F238E27FC236}">
                <a16:creationId xmlns:a16="http://schemas.microsoft.com/office/drawing/2014/main" id="{3B1E19F0-636F-D119-B9FD-CAFF47E3D364}"/>
              </a:ext>
            </a:extLst>
          </p:cNvPr>
          <p:cNvSpPr>
            <a:spLocks noGrp="1" noChangeArrowheads="1"/>
          </p:cNvSpPr>
          <p:nvPr>
            <p:ph type="subTitle" idx="1"/>
          </p:nvPr>
        </p:nvSpPr>
        <p:spPr>
          <a:xfrm>
            <a:off x="886175" y="5225725"/>
            <a:ext cx="11807729" cy="591207"/>
          </a:xfrm>
        </p:spPr>
        <p:txBody>
          <a:bodyPr lIns="0" tIns="0" rIns="0" bIns="0" anchor="ctr"/>
          <a:lstStyle>
            <a:lvl1pPr marL="0" indent="0" algn="ctr">
              <a:lnSpc>
                <a:spcPct val="100000"/>
              </a:lnSpc>
              <a:spcBef>
                <a:spcPct val="0"/>
              </a:spcBef>
              <a:buClrTx/>
              <a:buSzTx/>
              <a:buFontTx/>
              <a:buNone/>
              <a:defRPr sz="2400">
                <a:solidFill>
                  <a:schemeClr val="accent2"/>
                </a:solidFill>
                <a:latin typeface="Arial" panose="020B0604020202020204" pitchFamily="34" charset="0"/>
                <a:cs typeface="Arial" panose="020B0604020202020204" pitchFamily="34" charset="0"/>
              </a:defRPr>
            </a:lvl1pPr>
          </a:lstStyle>
          <a:p>
            <a:r>
              <a:rPr lang="en-US"/>
              <a:t>Click to edit Master subtitle style</a:t>
            </a:r>
            <a:endParaRPr lang="en-CA"/>
          </a:p>
        </p:txBody>
      </p:sp>
      <p:sp>
        <p:nvSpPr>
          <p:cNvPr id="10" name="Title 1">
            <a:extLst>
              <a:ext uri="{FF2B5EF4-FFF2-40B4-BE49-F238E27FC236}">
                <a16:creationId xmlns:a16="http://schemas.microsoft.com/office/drawing/2014/main" id="{B4F93B64-4EFC-8C3D-27B1-912604E81F13}"/>
              </a:ext>
            </a:extLst>
          </p:cNvPr>
          <p:cNvSpPr>
            <a:spLocks noGrp="1"/>
          </p:cNvSpPr>
          <p:nvPr>
            <p:ph type="ctrTitle" sz="quarter"/>
          </p:nvPr>
        </p:nvSpPr>
        <p:spPr>
          <a:xfrm>
            <a:off x="886177" y="4218961"/>
            <a:ext cx="11792721" cy="879684"/>
          </a:xfrm>
          <a:prstGeom prst="rect">
            <a:avLst/>
          </a:prstGeom>
        </p:spPr>
        <p:txBody>
          <a:bodyPr lIns="0" tIns="0" rIns="0" anchor="ctr">
            <a:noAutofit/>
          </a:bodyPr>
          <a:lstStyle>
            <a:lvl1pPr algn="ctr">
              <a:lnSpc>
                <a:spcPct val="100000"/>
              </a:lnSpc>
              <a:defRPr sz="4000"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CA"/>
          </a:p>
        </p:txBody>
      </p:sp>
      <p:pic>
        <p:nvPicPr>
          <p:cNvPr id="9" name="Picture 8" descr="Text&#10;&#10;Description automatically generated">
            <a:extLst>
              <a:ext uri="{FF2B5EF4-FFF2-40B4-BE49-F238E27FC236}">
                <a16:creationId xmlns:a16="http://schemas.microsoft.com/office/drawing/2014/main" id="{1D0BBF7B-9A6D-0E18-80BE-A346805061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06394" y="2254394"/>
            <a:ext cx="6892878" cy="1904844"/>
          </a:xfrm>
          <a:prstGeom prst="rect">
            <a:avLst/>
          </a:prstGeom>
        </p:spPr>
      </p:pic>
    </p:spTree>
    <p:extLst>
      <p:ext uri="{BB962C8B-B14F-4D97-AF65-F5344CB8AC3E}">
        <p14:creationId xmlns:p14="http://schemas.microsoft.com/office/powerpoint/2010/main" val="2418445983"/>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A03DB70-2B97-5BB5-CA6C-9FCF54B1E2E5}"/>
              </a:ext>
            </a:extLst>
          </p:cNvPr>
          <p:cNvSpPr txBox="1">
            <a:spLocks/>
          </p:cNvSpPr>
          <p:nvPr userDrawn="1"/>
        </p:nvSpPr>
        <p:spPr>
          <a:xfrm>
            <a:off x="455791" y="7245337"/>
            <a:ext cx="1315156" cy="193182"/>
          </a:xfrm>
          <a:prstGeom prst="rect">
            <a:avLst/>
          </a:prstGeom>
        </p:spPr>
        <p:txBody>
          <a:bodyPr vert="horz" lIns="0" tIns="45720" rIns="0" bIns="45720" rtlCol="0" anchor="t"/>
          <a:lstStyle>
            <a:defPPr>
              <a:defRPr lang="en-CA"/>
            </a:defPPr>
            <a:lvl1pPr algn="l" rtl="0" fontAlgn="base">
              <a:spcBef>
                <a:spcPct val="0"/>
              </a:spcBef>
              <a:spcAft>
                <a:spcPct val="0"/>
              </a:spcAft>
              <a:defRPr sz="600" kern="1200">
                <a:solidFill>
                  <a:schemeClr val="accent1"/>
                </a:solidFill>
                <a:latin typeface="Arial" panose="020B0604020202020204" pitchFamily="34" charset="0"/>
                <a:ea typeface="Roboto Lt" panose="02000000000000000000" pitchFamily="2" charset="0"/>
                <a:cs typeface="Arial" panose="020B0604020202020204" pitchFamily="34" charset="0"/>
              </a:defRPr>
            </a:lvl1pPr>
            <a:lvl2pPr marL="457200" algn="ctr" rtl="0" fontAlgn="base">
              <a:spcBef>
                <a:spcPct val="0"/>
              </a:spcBef>
              <a:spcAft>
                <a:spcPct val="0"/>
              </a:spcAft>
              <a:defRPr sz="1200" kern="1200">
                <a:solidFill>
                  <a:schemeClr val="tx1"/>
                </a:solidFill>
                <a:latin typeface="Arial" charset="0"/>
                <a:ea typeface="LF_Kai" pitchFamily="2" charset="-122"/>
                <a:cs typeface="+mn-cs"/>
              </a:defRPr>
            </a:lvl2pPr>
            <a:lvl3pPr marL="914400" algn="ctr" rtl="0" fontAlgn="base">
              <a:spcBef>
                <a:spcPct val="0"/>
              </a:spcBef>
              <a:spcAft>
                <a:spcPct val="0"/>
              </a:spcAft>
              <a:defRPr sz="1200" kern="1200">
                <a:solidFill>
                  <a:schemeClr val="tx1"/>
                </a:solidFill>
                <a:latin typeface="Arial" charset="0"/>
                <a:ea typeface="LF_Kai" pitchFamily="2" charset="-122"/>
                <a:cs typeface="+mn-cs"/>
              </a:defRPr>
            </a:lvl3pPr>
            <a:lvl4pPr marL="1371600" algn="ctr" rtl="0" fontAlgn="base">
              <a:spcBef>
                <a:spcPct val="0"/>
              </a:spcBef>
              <a:spcAft>
                <a:spcPct val="0"/>
              </a:spcAft>
              <a:defRPr sz="1200" kern="1200">
                <a:solidFill>
                  <a:schemeClr val="tx1"/>
                </a:solidFill>
                <a:latin typeface="Arial" charset="0"/>
                <a:ea typeface="LF_Kai" pitchFamily="2" charset="-122"/>
                <a:cs typeface="+mn-cs"/>
              </a:defRPr>
            </a:lvl4pPr>
            <a:lvl5pPr marL="1828800" algn="ctr" rtl="0" fontAlgn="base">
              <a:spcBef>
                <a:spcPct val="0"/>
              </a:spcBef>
              <a:spcAft>
                <a:spcPct val="0"/>
              </a:spcAft>
              <a:defRPr sz="1200" kern="1200">
                <a:solidFill>
                  <a:schemeClr val="tx1"/>
                </a:solidFill>
                <a:latin typeface="Arial" charset="0"/>
                <a:ea typeface="LF_Kai" pitchFamily="2" charset="-122"/>
                <a:cs typeface="+mn-cs"/>
              </a:defRPr>
            </a:lvl5pPr>
            <a:lvl6pPr marL="2286000" algn="l" defTabSz="914400" rtl="0" eaLnBrk="1" latinLnBrk="0" hangingPunct="1">
              <a:defRPr sz="1200" kern="1200">
                <a:solidFill>
                  <a:schemeClr val="tx1"/>
                </a:solidFill>
                <a:latin typeface="Arial" charset="0"/>
                <a:ea typeface="LF_Kai" pitchFamily="2" charset="-122"/>
                <a:cs typeface="+mn-cs"/>
              </a:defRPr>
            </a:lvl6pPr>
            <a:lvl7pPr marL="2743200" algn="l" defTabSz="914400" rtl="0" eaLnBrk="1" latinLnBrk="0" hangingPunct="1">
              <a:defRPr sz="1200" kern="1200">
                <a:solidFill>
                  <a:schemeClr val="tx1"/>
                </a:solidFill>
                <a:latin typeface="Arial" charset="0"/>
                <a:ea typeface="LF_Kai" pitchFamily="2" charset="-122"/>
                <a:cs typeface="+mn-cs"/>
              </a:defRPr>
            </a:lvl7pPr>
            <a:lvl8pPr marL="3200400" algn="l" defTabSz="914400" rtl="0" eaLnBrk="1" latinLnBrk="0" hangingPunct="1">
              <a:defRPr sz="1200" kern="1200">
                <a:solidFill>
                  <a:schemeClr val="tx1"/>
                </a:solidFill>
                <a:latin typeface="Arial" charset="0"/>
                <a:ea typeface="LF_Kai" pitchFamily="2" charset="-122"/>
                <a:cs typeface="+mn-cs"/>
              </a:defRPr>
            </a:lvl8pPr>
            <a:lvl9pPr marL="3657600" algn="l" defTabSz="914400" rtl="0" eaLnBrk="1" latinLnBrk="0" hangingPunct="1">
              <a:defRPr sz="1200" kern="1200">
                <a:solidFill>
                  <a:schemeClr val="tx1"/>
                </a:solidFill>
                <a:latin typeface="Arial" charset="0"/>
                <a:ea typeface="LF_Kai" pitchFamily="2" charset="-122"/>
                <a:cs typeface="+mn-cs"/>
              </a:defRPr>
            </a:lvl9pPr>
          </a:lstStyle>
          <a:p>
            <a:r>
              <a:rPr lang="en-CA">
                <a:solidFill>
                  <a:schemeClr val="bg1"/>
                </a:solidFill>
              </a:rPr>
              <a:t>#</a:t>
            </a:r>
          </a:p>
        </p:txBody>
      </p:sp>
      <p:sp>
        <p:nvSpPr>
          <p:cNvPr id="5" name="Rectangle 13">
            <a:extLst>
              <a:ext uri="{FF2B5EF4-FFF2-40B4-BE49-F238E27FC236}">
                <a16:creationId xmlns:a16="http://schemas.microsoft.com/office/drawing/2014/main" id="{AF915531-6480-C298-A69C-34F33CD5BDD2}"/>
              </a:ext>
            </a:extLst>
          </p:cNvPr>
          <p:cNvSpPr>
            <a:spLocks noGrp="1" noChangeArrowheads="1"/>
          </p:cNvSpPr>
          <p:nvPr>
            <p:ph type="subTitle" idx="1"/>
          </p:nvPr>
        </p:nvSpPr>
        <p:spPr>
          <a:xfrm>
            <a:off x="886175" y="4040473"/>
            <a:ext cx="11807729" cy="591207"/>
          </a:xfrm>
        </p:spPr>
        <p:txBody>
          <a:bodyPr lIns="0" tIns="0" rIns="0" bIns="0" anchor="ctr"/>
          <a:lstStyle>
            <a:lvl1pPr marL="0" indent="0" algn="ctr">
              <a:lnSpc>
                <a:spcPct val="100000"/>
              </a:lnSpc>
              <a:spcBef>
                <a:spcPct val="0"/>
              </a:spcBef>
              <a:buClrTx/>
              <a:buSzTx/>
              <a:buFontTx/>
              <a:buNone/>
              <a:defRPr sz="3200">
                <a:solidFill>
                  <a:schemeClr val="bg1"/>
                </a:solidFill>
                <a:latin typeface="Arial" panose="020B0604020202020204" pitchFamily="34" charset="0"/>
                <a:cs typeface="Arial" panose="020B0604020202020204" pitchFamily="34" charset="0"/>
              </a:defRPr>
            </a:lvl1pPr>
          </a:lstStyle>
          <a:p>
            <a:r>
              <a:rPr lang="en-US"/>
              <a:t>Click to edit Master subtitle style</a:t>
            </a:r>
            <a:endParaRPr lang="en-CA"/>
          </a:p>
        </p:txBody>
      </p:sp>
      <p:sp>
        <p:nvSpPr>
          <p:cNvPr id="7" name="Title 1">
            <a:extLst>
              <a:ext uri="{FF2B5EF4-FFF2-40B4-BE49-F238E27FC236}">
                <a16:creationId xmlns:a16="http://schemas.microsoft.com/office/drawing/2014/main" id="{CF3C0985-02E3-7FF6-BAC7-7C9C3752B21A}"/>
              </a:ext>
            </a:extLst>
          </p:cNvPr>
          <p:cNvSpPr>
            <a:spLocks noGrp="1"/>
          </p:cNvSpPr>
          <p:nvPr>
            <p:ph type="ctrTitle" sz="quarter" hasCustomPrompt="1"/>
          </p:nvPr>
        </p:nvSpPr>
        <p:spPr>
          <a:xfrm>
            <a:off x="886177" y="3006516"/>
            <a:ext cx="11792721" cy="879684"/>
          </a:xfrm>
          <a:prstGeom prst="rect">
            <a:avLst/>
          </a:prstGeom>
        </p:spPr>
        <p:txBody>
          <a:bodyPr lIns="0" tIns="0" rIns="0" anchor="ctr">
            <a:noAutofit/>
          </a:bodyPr>
          <a:lstStyle>
            <a:lvl1pPr algn="ctr">
              <a:lnSpc>
                <a:spcPct val="100000"/>
              </a:lnSpc>
              <a:defRPr sz="6000" baseline="0">
                <a:solidFill>
                  <a:schemeClr val="bg1"/>
                </a:solidFill>
                <a:latin typeface="Arial" panose="020B0604020202020204" pitchFamily="34" charset="0"/>
                <a:cs typeface="Arial" panose="020B0604020202020204" pitchFamily="34" charset="0"/>
              </a:defRPr>
            </a:lvl1pPr>
          </a:lstStyle>
          <a:p>
            <a:r>
              <a:rPr lang="en-US"/>
              <a:t>Section Divider</a:t>
            </a:r>
            <a:endParaRPr lang="en-CA"/>
          </a:p>
        </p:txBody>
      </p:sp>
      <p:pic>
        <p:nvPicPr>
          <p:cNvPr id="10" name="Picture 9" descr="Text, logo&#10;&#10;Description automatically generated">
            <a:extLst>
              <a:ext uri="{FF2B5EF4-FFF2-40B4-BE49-F238E27FC236}">
                <a16:creationId xmlns:a16="http://schemas.microsoft.com/office/drawing/2014/main" id="{C71418D3-293B-7467-4B77-39A702184A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457551" y="6845075"/>
            <a:ext cx="2076395" cy="557348"/>
          </a:xfrm>
          <a:prstGeom prst="rect">
            <a:avLst/>
          </a:prstGeom>
        </p:spPr>
      </p:pic>
    </p:spTree>
    <p:extLst>
      <p:ext uri="{BB962C8B-B14F-4D97-AF65-F5344CB8AC3E}">
        <p14:creationId xmlns:p14="http://schemas.microsoft.com/office/powerpoint/2010/main" val="913606448"/>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solidFill>
          <a:schemeClr val="bg2"/>
        </a:solidFill>
        <a:effectLst/>
      </p:bgPr>
    </p:bg>
    <p:spTree>
      <p:nvGrpSpPr>
        <p:cNvPr id="1" name=""/>
        <p:cNvGrpSpPr/>
        <p:nvPr/>
      </p:nvGrpSpPr>
      <p:grpSpPr>
        <a:xfrm>
          <a:off x="0" y="0"/>
          <a:ext cx="0" cy="0"/>
          <a:chOff x="0" y="0"/>
          <a:chExt cx="0" cy="0"/>
        </a:xfrm>
      </p:grpSpPr>
      <p:sp>
        <p:nvSpPr>
          <p:cNvPr id="5" name="Rectangle 13">
            <a:extLst>
              <a:ext uri="{FF2B5EF4-FFF2-40B4-BE49-F238E27FC236}">
                <a16:creationId xmlns:a16="http://schemas.microsoft.com/office/drawing/2014/main" id="{AF915531-6480-C298-A69C-34F33CD5BDD2}"/>
              </a:ext>
            </a:extLst>
          </p:cNvPr>
          <p:cNvSpPr>
            <a:spLocks noGrp="1" noChangeArrowheads="1"/>
          </p:cNvSpPr>
          <p:nvPr>
            <p:ph type="subTitle" idx="1"/>
          </p:nvPr>
        </p:nvSpPr>
        <p:spPr>
          <a:xfrm>
            <a:off x="886175" y="4040473"/>
            <a:ext cx="11807729" cy="591207"/>
          </a:xfrm>
        </p:spPr>
        <p:txBody>
          <a:bodyPr lIns="0" tIns="0" rIns="0" bIns="0" anchor="ctr"/>
          <a:lstStyle>
            <a:lvl1pPr marL="0" indent="0" algn="ctr">
              <a:lnSpc>
                <a:spcPct val="100000"/>
              </a:lnSpc>
              <a:spcBef>
                <a:spcPct val="0"/>
              </a:spcBef>
              <a:buClrTx/>
              <a:buSzTx/>
              <a:buFontTx/>
              <a:buNone/>
              <a:defRPr sz="3200">
                <a:solidFill>
                  <a:schemeClr val="accent2"/>
                </a:solidFill>
                <a:latin typeface="Arial" panose="020B0604020202020204" pitchFamily="34" charset="0"/>
                <a:cs typeface="Arial" panose="020B0604020202020204" pitchFamily="34" charset="0"/>
              </a:defRPr>
            </a:lvl1pPr>
          </a:lstStyle>
          <a:p>
            <a:r>
              <a:rPr lang="en-US"/>
              <a:t>Click to edit Master subtitle style</a:t>
            </a:r>
            <a:endParaRPr lang="en-CA"/>
          </a:p>
        </p:txBody>
      </p:sp>
      <p:sp>
        <p:nvSpPr>
          <p:cNvPr id="7" name="Title 1">
            <a:extLst>
              <a:ext uri="{FF2B5EF4-FFF2-40B4-BE49-F238E27FC236}">
                <a16:creationId xmlns:a16="http://schemas.microsoft.com/office/drawing/2014/main" id="{CF3C0985-02E3-7FF6-BAC7-7C9C3752B21A}"/>
              </a:ext>
            </a:extLst>
          </p:cNvPr>
          <p:cNvSpPr>
            <a:spLocks noGrp="1"/>
          </p:cNvSpPr>
          <p:nvPr>
            <p:ph type="ctrTitle" sz="quarter" hasCustomPrompt="1"/>
          </p:nvPr>
        </p:nvSpPr>
        <p:spPr>
          <a:xfrm>
            <a:off x="886177" y="3006516"/>
            <a:ext cx="11792721" cy="879684"/>
          </a:xfrm>
          <a:prstGeom prst="rect">
            <a:avLst/>
          </a:prstGeom>
        </p:spPr>
        <p:txBody>
          <a:bodyPr lIns="0" tIns="0" rIns="0" anchor="ctr">
            <a:noAutofit/>
          </a:bodyPr>
          <a:lstStyle>
            <a:lvl1pPr algn="ctr">
              <a:lnSpc>
                <a:spcPct val="100000"/>
              </a:lnSpc>
              <a:defRPr sz="6000" baseline="0">
                <a:solidFill>
                  <a:srgbClr val="0000F2"/>
                </a:solidFill>
                <a:latin typeface="Arial" panose="020B0604020202020204" pitchFamily="34" charset="0"/>
                <a:cs typeface="Arial" panose="020B0604020202020204" pitchFamily="34" charset="0"/>
              </a:defRPr>
            </a:lvl1pPr>
          </a:lstStyle>
          <a:p>
            <a:r>
              <a:rPr lang="en-US"/>
              <a:t>Section Divider</a:t>
            </a:r>
            <a:endParaRPr lang="en-CA"/>
          </a:p>
        </p:txBody>
      </p:sp>
      <p:pic>
        <p:nvPicPr>
          <p:cNvPr id="3" name="Picture 2" descr="Text&#10;&#10;Description automatically generated">
            <a:extLst>
              <a:ext uri="{FF2B5EF4-FFF2-40B4-BE49-F238E27FC236}">
                <a16:creationId xmlns:a16="http://schemas.microsoft.com/office/drawing/2014/main" id="{61F1F7FE-2083-E1EB-5923-9C5C82E31E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5940" y="6826301"/>
            <a:ext cx="2084755" cy="576121"/>
          </a:xfrm>
          <a:prstGeom prst="rect">
            <a:avLst/>
          </a:prstGeom>
        </p:spPr>
      </p:pic>
    </p:spTree>
    <p:extLst>
      <p:ext uri="{BB962C8B-B14F-4D97-AF65-F5344CB8AC3E}">
        <p14:creationId xmlns:p14="http://schemas.microsoft.com/office/powerpoint/2010/main" val="3081797598"/>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8_Title Slide">
    <p:bg>
      <p:bgPr>
        <a:solidFill>
          <a:srgbClr val="F3F6FA"/>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F9EA90B8-3E29-5033-FE8C-D772B0A1328A}"/>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accent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5" name="Rectangle 13">
            <a:extLst>
              <a:ext uri="{FF2B5EF4-FFF2-40B4-BE49-F238E27FC236}">
                <a16:creationId xmlns:a16="http://schemas.microsoft.com/office/drawing/2014/main" id="{AF915531-6480-C298-A69C-34F33CD5BDD2}"/>
              </a:ext>
            </a:extLst>
          </p:cNvPr>
          <p:cNvSpPr>
            <a:spLocks noGrp="1" noChangeArrowheads="1"/>
          </p:cNvSpPr>
          <p:nvPr>
            <p:ph type="subTitle" idx="1"/>
          </p:nvPr>
        </p:nvSpPr>
        <p:spPr>
          <a:xfrm>
            <a:off x="886175" y="4040473"/>
            <a:ext cx="11807729" cy="591207"/>
          </a:xfrm>
        </p:spPr>
        <p:txBody>
          <a:bodyPr lIns="0" tIns="0" rIns="0" bIns="0" anchor="ctr"/>
          <a:lstStyle>
            <a:lvl1pPr marL="0" indent="0" algn="ctr">
              <a:lnSpc>
                <a:spcPct val="100000"/>
              </a:lnSpc>
              <a:spcBef>
                <a:spcPct val="0"/>
              </a:spcBef>
              <a:buClrTx/>
              <a:buSzTx/>
              <a:buFontTx/>
              <a:buNone/>
              <a:defRPr sz="3200">
                <a:solidFill>
                  <a:schemeClr val="accent2"/>
                </a:solidFill>
                <a:latin typeface="Arial" panose="020B0604020202020204" pitchFamily="34" charset="0"/>
                <a:cs typeface="Arial" panose="020B0604020202020204" pitchFamily="34" charset="0"/>
              </a:defRPr>
            </a:lvl1pPr>
          </a:lstStyle>
          <a:p>
            <a:r>
              <a:rPr lang="en-US"/>
              <a:t>Click to edit Master subtitle style</a:t>
            </a:r>
            <a:endParaRPr lang="en-CA"/>
          </a:p>
        </p:txBody>
      </p:sp>
      <p:sp>
        <p:nvSpPr>
          <p:cNvPr id="7" name="Title 1">
            <a:extLst>
              <a:ext uri="{FF2B5EF4-FFF2-40B4-BE49-F238E27FC236}">
                <a16:creationId xmlns:a16="http://schemas.microsoft.com/office/drawing/2014/main" id="{CF3C0985-02E3-7FF6-BAC7-7C9C3752B21A}"/>
              </a:ext>
            </a:extLst>
          </p:cNvPr>
          <p:cNvSpPr>
            <a:spLocks noGrp="1"/>
          </p:cNvSpPr>
          <p:nvPr>
            <p:ph type="ctrTitle" sz="quarter" hasCustomPrompt="1"/>
          </p:nvPr>
        </p:nvSpPr>
        <p:spPr>
          <a:xfrm>
            <a:off x="886177" y="3006516"/>
            <a:ext cx="11792721" cy="879684"/>
          </a:xfrm>
          <a:prstGeom prst="rect">
            <a:avLst/>
          </a:prstGeom>
        </p:spPr>
        <p:txBody>
          <a:bodyPr lIns="0" tIns="0" rIns="0" anchor="ctr">
            <a:noAutofit/>
          </a:bodyPr>
          <a:lstStyle>
            <a:lvl1pPr algn="ctr">
              <a:lnSpc>
                <a:spcPct val="100000"/>
              </a:lnSpc>
              <a:defRPr sz="6000" baseline="0">
                <a:solidFill>
                  <a:srgbClr val="0000F2"/>
                </a:solidFill>
                <a:latin typeface="Arial" panose="020B0604020202020204" pitchFamily="34" charset="0"/>
                <a:cs typeface="Arial" panose="020B0604020202020204" pitchFamily="34" charset="0"/>
              </a:defRPr>
            </a:lvl1pPr>
          </a:lstStyle>
          <a:p>
            <a:r>
              <a:rPr lang="en-US"/>
              <a:t>Section Divider</a:t>
            </a:r>
            <a:endParaRPr lang="en-CA"/>
          </a:p>
        </p:txBody>
      </p:sp>
      <p:pic>
        <p:nvPicPr>
          <p:cNvPr id="3" name="Picture 2" descr="Text&#10;&#10;Description automatically generated">
            <a:extLst>
              <a:ext uri="{FF2B5EF4-FFF2-40B4-BE49-F238E27FC236}">
                <a16:creationId xmlns:a16="http://schemas.microsoft.com/office/drawing/2014/main" id="{61F1F7FE-2083-E1EB-5923-9C5C82E31ED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435940" y="6826301"/>
            <a:ext cx="2084755" cy="576121"/>
          </a:xfrm>
          <a:prstGeom prst="rect">
            <a:avLst/>
          </a:prstGeom>
        </p:spPr>
      </p:pic>
    </p:spTree>
    <p:extLst>
      <p:ext uri="{BB962C8B-B14F-4D97-AF65-F5344CB8AC3E}">
        <p14:creationId xmlns:p14="http://schemas.microsoft.com/office/powerpoint/2010/main" val="3637265457"/>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chemeClr val="accent1"/>
        </a:solidFill>
        <a:effectLst/>
      </p:bgPr>
    </p:bg>
    <p:spTree>
      <p:nvGrpSpPr>
        <p:cNvPr id="1" name=""/>
        <p:cNvGrpSpPr/>
        <p:nvPr/>
      </p:nvGrpSpPr>
      <p:grpSpPr>
        <a:xfrm>
          <a:off x="0" y="0"/>
          <a:ext cx="0" cy="0"/>
          <a:chOff x="0" y="0"/>
          <a:chExt cx="0" cy="0"/>
        </a:xfrm>
      </p:grpSpPr>
      <p:sp>
        <p:nvSpPr>
          <p:cNvPr id="5" name="Rectangle 13">
            <a:extLst>
              <a:ext uri="{FF2B5EF4-FFF2-40B4-BE49-F238E27FC236}">
                <a16:creationId xmlns:a16="http://schemas.microsoft.com/office/drawing/2014/main" id="{AF915531-6480-C298-A69C-34F33CD5BDD2}"/>
              </a:ext>
            </a:extLst>
          </p:cNvPr>
          <p:cNvSpPr>
            <a:spLocks noGrp="1" noChangeArrowheads="1"/>
          </p:cNvSpPr>
          <p:nvPr>
            <p:ph type="subTitle" idx="1"/>
          </p:nvPr>
        </p:nvSpPr>
        <p:spPr>
          <a:xfrm>
            <a:off x="886175" y="4040473"/>
            <a:ext cx="11807729" cy="591207"/>
          </a:xfrm>
        </p:spPr>
        <p:txBody>
          <a:bodyPr lIns="0" tIns="0" rIns="0" bIns="0" anchor="ctr"/>
          <a:lstStyle>
            <a:lvl1pPr marL="0" indent="0" algn="ctr">
              <a:lnSpc>
                <a:spcPct val="100000"/>
              </a:lnSpc>
              <a:spcBef>
                <a:spcPct val="0"/>
              </a:spcBef>
              <a:buClrTx/>
              <a:buSzTx/>
              <a:buFontTx/>
              <a:buNone/>
              <a:defRPr sz="3200">
                <a:solidFill>
                  <a:schemeClr val="bg1"/>
                </a:solidFill>
                <a:latin typeface="Arial" panose="020B0604020202020204" pitchFamily="34" charset="0"/>
                <a:cs typeface="Arial" panose="020B0604020202020204" pitchFamily="34" charset="0"/>
              </a:defRPr>
            </a:lvl1pPr>
          </a:lstStyle>
          <a:p>
            <a:r>
              <a:rPr lang="en-US"/>
              <a:t>Click to edit Master subtitle style</a:t>
            </a:r>
            <a:endParaRPr lang="en-CA"/>
          </a:p>
        </p:txBody>
      </p:sp>
      <p:sp>
        <p:nvSpPr>
          <p:cNvPr id="7" name="Title 1">
            <a:extLst>
              <a:ext uri="{FF2B5EF4-FFF2-40B4-BE49-F238E27FC236}">
                <a16:creationId xmlns:a16="http://schemas.microsoft.com/office/drawing/2014/main" id="{CF3C0985-02E3-7FF6-BAC7-7C9C3752B21A}"/>
              </a:ext>
            </a:extLst>
          </p:cNvPr>
          <p:cNvSpPr>
            <a:spLocks noGrp="1"/>
          </p:cNvSpPr>
          <p:nvPr>
            <p:ph type="ctrTitle" sz="quarter" hasCustomPrompt="1"/>
          </p:nvPr>
        </p:nvSpPr>
        <p:spPr>
          <a:xfrm>
            <a:off x="886177" y="3006516"/>
            <a:ext cx="11792721" cy="879684"/>
          </a:xfrm>
          <a:prstGeom prst="rect">
            <a:avLst/>
          </a:prstGeom>
        </p:spPr>
        <p:txBody>
          <a:bodyPr lIns="0" tIns="0" rIns="0" anchor="ctr">
            <a:noAutofit/>
          </a:bodyPr>
          <a:lstStyle>
            <a:lvl1pPr algn="ctr">
              <a:lnSpc>
                <a:spcPct val="100000"/>
              </a:lnSpc>
              <a:defRPr sz="6000" baseline="0">
                <a:solidFill>
                  <a:schemeClr val="bg1"/>
                </a:solidFill>
                <a:latin typeface="Arial" panose="020B0604020202020204" pitchFamily="34" charset="0"/>
                <a:cs typeface="Arial" panose="020B0604020202020204" pitchFamily="34" charset="0"/>
              </a:defRPr>
            </a:lvl1pPr>
          </a:lstStyle>
          <a:p>
            <a:r>
              <a:rPr lang="en-US"/>
              <a:t>Section Divider</a:t>
            </a:r>
            <a:endParaRPr lang="en-CA"/>
          </a:p>
        </p:txBody>
      </p:sp>
      <p:pic>
        <p:nvPicPr>
          <p:cNvPr id="4" name="Picture 3" descr="Text, logo&#10;&#10;Description automatically generated">
            <a:extLst>
              <a:ext uri="{FF2B5EF4-FFF2-40B4-BE49-F238E27FC236}">
                <a16:creationId xmlns:a16="http://schemas.microsoft.com/office/drawing/2014/main" id="{65634224-4D9A-8060-A691-BBD3AE7D770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57551" y="6845075"/>
            <a:ext cx="2076395" cy="557348"/>
          </a:xfrm>
          <a:prstGeom prst="rect">
            <a:avLst/>
          </a:prstGeom>
        </p:spPr>
      </p:pic>
    </p:spTree>
    <p:extLst>
      <p:ext uri="{BB962C8B-B14F-4D97-AF65-F5344CB8AC3E}">
        <p14:creationId xmlns:p14="http://schemas.microsoft.com/office/powerpoint/2010/main" val="17397990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Pag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958998F-E404-7FB8-592E-47CB8FF18DB7}"/>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accent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0" name="Title 1">
            <a:extLst>
              <a:ext uri="{FF2B5EF4-FFF2-40B4-BE49-F238E27FC236}">
                <a16:creationId xmlns:a16="http://schemas.microsoft.com/office/drawing/2014/main" id="{70F9FEEA-5021-F866-E8A5-8C3DAAF92FD5}"/>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11" name="Rectangle 13">
            <a:extLst>
              <a:ext uri="{FF2B5EF4-FFF2-40B4-BE49-F238E27FC236}">
                <a16:creationId xmlns:a16="http://schemas.microsoft.com/office/drawing/2014/main" id="{D618CFFD-1DE8-7119-8154-1C30162335B0}"/>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3" name="Content Placeholder 5">
            <a:extLst>
              <a:ext uri="{FF2B5EF4-FFF2-40B4-BE49-F238E27FC236}">
                <a16:creationId xmlns:a16="http://schemas.microsoft.com/office/drawing/2014/main" id="{DCA28600-C56C-F2DC-FAF8-34C389EE698C}"/>
              </a:ext>
            </a:extLst>
          </p:cNvPr>
          <p:cNvSpPr>
            <a:spLocks noGrp="1"/>
          </p:cNvSpPr>
          <p:nvPr>
            <p:ph sz="quarter" idx="14"/>
          </p:nvPr>
        </p:nvSpPr>
        <p:spPr>
          <a:xfrm>
            <a:off x="448969" y="2109724"/>
            <a:ext cx="12665146" cy="4449408"/>
          </a:xfrm>
        </p:spPr>
        <p:txBody>
          <a:bodyPr/>
          <a:lstStyle>
            <a:lvl1pPr marL="0" indent="0">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314020"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3679"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2059"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60442"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stStyle>
          <a:p>
            <a:pPr lvl="0"/>
            <a:r>
              <a:rPr lang="en-US"/>
              <a:t>Click to edit Master text styles</a:t>
            </a:r>
          </a:p>
        </p:txBody>
      </p:sp>
      <p:sp>
        <p:nvSpPr>
          <p:cNvPr id="2" name="Footer Placeholder 4">
            <a:extLst>
              <a:ext uri="{FF2B5EF4-FFF2-40B4-BE49-F238E27FC236}">
                <a16:creationId xmlns:a16="http://schemas.microsoft.com/office/drawing/2014/main" id="{701E09A9-FD74-79CD-4975-436B689DA7FE}"/>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2619771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4DE150A4-A6BA-F91B-ACF0-9866B2BD37C1}"/>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accent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6" name="Content Placeholder 5"/>
          <p:cNvSpPr>
            <a:spLocks noGrp="1"/>
          </p:cNvSpPr>
          <p:nvPr>
            <p:ph sz="quarter" idx="14"/>
          </p:nvPr>
        </p:nvSpPr>
        <p:spPr>
          <a:xfrm>
            <a:off x="448969" y="2109724"/>
            <a:ext cx="12665146" cy="4449408"/>
          </a:xfrm>
        </p:spPr>
        <p:txBody>
          <a:bodyPr/>
          <a:lstStyle>
            <a:lvl1pPr marL="0" indent="0">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314020"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3679"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2059"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60442"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stStyle>
          <a:p>
            <a:pPr lvl="0"/>
            <a:r>
              <a:rPr lang="en-US"/>
              <a:t>Click to edit Master text styles</a:t>
            </a:r>
          </a:p>
        </p:txBody>
      </p:sp>
      <p:sp>
        <p:nvSpPr>
          <p:cNvPr id="4" name="Title 1">
            <a:extLst>
              <a:ext uri="{FF2B5EF4-FFF2-40B4-BE49-F238E27FC236}">
                <a16:creationId xmlns:a16="http://schemas.microsoft.com/office/drawing/2014/main" id="{3F554D3B-7E12-E45B-03C1-A3940395A463}"/>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5" name="Rectangle 13">
            <a:extLst>
              <a:ext uri="{FF2B5EF4-FFF2-40B4-BE49-F238E27FC236}">
                <a16:creationId xmlns:a16="http://schemas.microsoft.com/office/drawing/2014/main" id="{B74BB418-B73B-947C-6532-DFCBDA2D035F}"/>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3" name="Footer Placeholder 4">
            <a:extLst>
              <a:ext uri="{FF2B5EF4-FFF2-40B4-BE49-F238E27FC236}">
                <a16:creationId xmlns:a16="http://schemas.microsoft.com/office/drawing/2014/main" id="{AFC7FDF2-C37C-9018-A6CB-FEEDD54B2C19}"/>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3813700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Graphic 10">
            <a:extLst>
              <a:ext uri="{FF2B5EF4-FFF2-40B4-BE49-F238E27FC236}">
                <a16:creationId xmlns:a16="http://schemas.microsoft.com/office/drawing/2014/main" id="{1E293C5E-490F-311D-CC36-0B55C01B51B3}"/>
              </a:ext>
              <a:ext uri="{C183D7F6-B498-43B3-948B-1728B52AA6E4}">
                <adec:decorative xmlns:adec="http://schemas.microsoft.com/office/drawing/2017/decorative" val="1"/>
              </a:ext>
            </a:extLst>
          </p:cNvPr>
          <p:cNvSpPr/>
          <p:nvPr userDrawn="1"/>
        </p:nvSpPr>
        <p:spPr>
          <a:xfrm>
            <a:off x="3739484" y="0"/>
            <a:ext cx="10078116" cy="77724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rgbClr val="F3F6FA"/>
          </a:solidFill>
          <a:ln w="9525" cap="flat">
            <a:noFill/>
            <a:prstDash val="solid"/>
            <a:miter/>
          </a:ln>
        </p:spPr>
        <p:txBody>
          <a:bodyPr rtlCol="0" anchor="ctr"/>
          <a:lstStyle/>
          <a:p>
            <a:endParaRPr lang="en-US"/>
          </a:p>
        </p:txBody>
      </p:sp>
      <p:sp>
        <p:nvSpPr>
          <p:cNvPr id="3" name="Text Placeholder 15">
            <a:extLst>
              <a:ext uri="{FF2B5EF4-FFF2-40B4-BE49-F238E27FC236}">
                <a16:creationId xmlns:a16="http://schemas.microsoft.com/office/drawing/2014/main" id="{DC672678-5BE4-23B1-E677-3463DD120317}"/>
              </a:ext>
            </a:extLst>
          </p:cNvPr>
          <p:cNvSpPr>
            <a:spLocks noGrp="1"/>
          </p:cNvSpPr>
          <p:nvPr>
            <p:ph type="body" sz="quarter" idx="14" hasCustomPrompt="1"/>
          </p:nvPr>
        </p:nvSpPr>
        <p:spPr>
          <a:xfrm>
            <a:off x="2174356" y="3419712"/>
            <a:ext cx="2141764" cy="467591"/>
          </a:xfrm>
        </p:spPr>
        <p:txBody>
          <a:bodyPr anchor="ctr">
            <a:noAutofit/>
          </a:bodyPr>
          <a:lstStyle>
            <a:lvl1pPr marL="0" indent="0" algn="r">
              <a:buNone/>
              <a:defRPr lang="en-US" sz="1600" kern="1200" cap="none" spc="0" baseline="0" dirty="0">
                <a:solidFill>
                  <a:schemeClr val="tx1">
                    <a:lumMod val="85000"/>
                    <a:lumOff val="15000"/>
                  </a:schemeClr>
                </a:solidFill>
                <a:latin typeface="Arial" panose="020B0604020202020204" pitchFamily="34" charset="0"/>
                <a:ea typeface="Microsoft GothicNeo" panose="020B0500000101010101" pitchFamily="34" charset="-127"/>
                <a:cs typeface="Arial" panose="020B0604020202020204" pitchFamily="34" charset="0"/>
              </a:defRPr>
            </a:lvl1pPr>
          </a:lstStyle>
          <a:p>
            <a:pPr marL="0" lvl="0" indent="0" algn="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8" name="Text Placeholder 15">
            <a:extLst>
              <a:ext uri="{FF2B5EF4-FFF2-40B4-BE49-F238E27FC236}">
                <a16:creationId xmlns:a16="http://schemas.microsoft.com/office/drawing/2014/main" id="{98DE8260-C8B0-2FE2-4A32-E5FB70B80969}"/>
              </a:ext>
            </a:extLst>
          </p:cNvPr>
          <p:cNvSpPr>
            <a:spLocks noGrp="1"/>
          </p:cNvSpPr>
          <p:nvPr>
            <p:ph type="body" sz="quarter" idx="15" hasCustomPrompt="1"/>
          </p:nvPr>
        </p:nvSpPr>
        <p:spPr>
          <a:xfrm>
            <a:off x="2810473" y="4473373"/>
            <a:ext cx="2141764" cy="467591"/>
          </a:xfrm>
        </p:spPr>
        <p:txBody>
          <a:bodyPr anchor="ctr">
            <a:noAutofit/>
          </a:bodyPr>
          <a:lstStyle>
            <a:lvl1pPr marL="0" indent="0" algn="r">
              <a:buNone/>
              <a:defRPr lang="en-US" sz="1600" kern="1200" cap="none" spc="0" baseline="0" dirty="0">
                <a:solidFill>
                  <a:schemeClr val="tx1">
                    <a:lumMod val="85000"/>
                    <a:lumOff val="15000"/>
                  </a:schemeClr>
                </a:solidFill>
                <a:latin typeface="Arial" panose="020B0604020202020204" pitchFamily="34" charset="0"/>
                <a:ea typeface="Microsoft GothicNeo" panose="020B0500000101010101" pitchFamily="34" charset="-127"/>
                <a:cs typeface="Arial" panose="020B0604020202020204" pitchFamily="34" charset="0"/>
              </a:defRPr>
            </a:lvl1pPr>
          </a:lstStyle>
          <a:p>
            <a:pPr marL="0" lvl="0" indent="0" algn="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9" name="Text Placeholder 15">
            <a:extLst>
              <a:ext uri="{FF2B5EF4-FFF2-40B4-BE49-F238E27FC236}">
                <a16:creationId xmlns:a16="http://schemas.microsoft.com/office/drawing/2014/main" id="{5F370EEC-19CE-B1AE-A62F-806F1C621D19}"/>
              </a:ext>
            </a:extLst>
          </p:cNvPr>
          <p:cNvSpPr>
            <a:spLocks noGrp="1"/>
          </p:cNvSpPr>
          <p:nvPr>
            <p:ph type="body" sz="quarter" idx="16" hasCustomPrompt="1"/>
          </p:nvPr>
        </p:nvSpPr>
        <p:spPr>
          <a:xfrm>
            <a:off x="3245238" y="5569696"/>
            <a:ext cx="2141764" cy="467591"/>
          </a:xfrm>
        </p:spPr>
        <p:txBody>
          <a:bodyPr anchor="ctr">
            <a:noAutofit/>
          </a:bodyPr>
          <a:lstStyle>
            <a:lvl1pPr marL="0" indent="0" algn="r">
              <a:buNone/>
              <a:defRPr lang="en-US" sz="1600" kern="1200" cap="none" spc="0" baseline="0" dirty="0">
                <a:solidFill>
                  <a:schemeClr val="tx1">
                    <a:lumMod val="85000"/>
                    <a:lumOff val="15000"/>
                  </a:schemeClr>
                </a:solidFill>
                <a:latin typeface="Arial" panose="020B0604020202020204" pitchFamily="34" charset="0"/>
                <a:ea typeface="Microsoft GothicNeo" panose="020B0500000101010101" pitchFamily="34" charset="-127"/>
                <a:cs typeface="Arial" panose="020B0604020202020204" pitchFamily="34" charset="0"/>
              </a:defRPr>
            </a:lvl1pPr>
          </a:lstStyle>
          <a:p>
            <a:pPr marL="0" lvl="0" indent="0" algn="r" defTabSz="914400" rtl="0" eaLnBrk="1" latinLnBrk="0" hangingPunct="1">
              <a:lnSpc>
                <a:spcPct val="90000"/>
              </a:lnSpc>
              <a:spcBef>
                <a:spcPts val="1000"/>
              </a:spcBef>
              <a:buFont typeface="Arial" panose="020B0604020202020204" pitchFamily="34" charset="0"/>
              <a:buNone/>
            </a:pPr>
            <a:r>
              <a:rPr lang="en-US"/>
              <a:t>Click to edit master text styles</a:t>
            </a:r>
          </a:p>
        </p:txBody>
      </p:sp>
      <p:cxnSp>
        <p:nvCxnSpPr>
          <p:cNvPr id="10" name="Straight Connector 9">
            <a:extLst>
              <a:ext uri="{FF2B5EF4-FFF2-40B4-BE49-F238E27FC236}">
                <a16:creationId xmlns:a16="http://schemas.microsoft.com/office/drawing/2014/main" id="{DBDA6FDB-8894-E59D-E4F1-715EC349D482}"/>
              </a:ext>
              <a:ext uri="{C183D7F6-B498-43B3-948B-1728B52AA6E4}">
                <adec:decorative xmlns:adec="http://schemas.microsoft.com/office/drawing/2017/decorative" val="1"/>
              </a:ext>
            </a:extLst>
          </p:cNvPr>
          <p:cNvCxnSpPr>
            <a:cxnSpLocks/>
          </p:cNvCxnSpPr>
          <p:nvPr userDrawn="1"/>
        </p:nvCxnSpPr>
        <p:spPr>
          <a:xfrm>
            <a:off x="5685236" y="5921659"/>
            <a:ext cx="1513211" cy="0"/>
          </a:xfrm>
          <a:prstGeom prst="line">
            <a:avLst/>
          </a:prstGeom>
          <a:ln w="6350">
            <a:solidFill>
              <a:srgbClr val="0000FF"/>
            </a:solidFill>
          </a:ln>
        </p:spPr>
        <p:style>
          <a:lnRef idx="1">
            <a:schemeClr val="accent5"/>
          </a:lnRef>
          <a:fillRef idx="0">
            <a:schemeClr val="accent5"/>
          </a:fillRef>
          <a:effectRef idx="0">
            <a:schemeClr val="accent5"/>
          </a:effectRef>
          <a:fontRef idx="minor">
            <a:schemeClr val="tx1"/>
          </a:fontRef>
        </p:style>
      </p:cxnSp>
      <p:cxnSp>
        <p:nvCxnSpPr>
          <p:cNvPr id="11" name="Straight Connector 10">
            <a:extLst>
              <a:ext uri="{FF2B5EF4-FFF2-40B4-BE49-F238E27FC236}">
                <a16:creationId xmlns:a16="http://schemas.microsoft.com/office/drawing/2014/main" id="{B1645A69-DEE4-4AED-B138-14647FBC368F}"/>
              </a:ext>
              <a:ext uri="{C183D7F6-B498-43B3-948B-1728B52AA6E4}">
                <adec:decorative xmlns:adec="http://schemas.microsoft.com/office/drawing/2017/decorative" val="1"/>
              </a:ext>
            </a:extLst>
          </p:cNvPr>
          <p:cNvCxnSpPr>
            <a:cxnSpLocks/>
          </p:cNvCxnSpPr>
          <p:nvPr userDrawn="1"/>
        </p:nvCxnSpPr>
        <p:spPr>
          <a:xfrm>
            <a:off x="5185571" y="4816679"/>
            <a:ext cx="1513211" cy="0"/>
          </a:xfrm>
          <a:prstGeom prst="line">
            <a:avLst/>
          </a:prstGeom>
          <a:ln w="6350">
            <a:solidFill>
              <a:srgbClr val="0000FF"/>
            </a:solidFill>
          </a:ln>
        </p:spPr>
        <p:style>
          <a:lnRef idx="1">
            <a:schemeClr val="accent5"/>
          </a:lnRef>
          <a:fillRef idx="0">
            <a:schemeClr val="accent5"/>
          </a:fillRef>
          <a:effectRef idx="0">
            <a:schemeClr val="accent5"/>
          </a:effectRef>
          <a:fontRef idx="minor">
            <a:schemeClr val="tx1"/>
          </a:fontRef>
        </p:style>
      </p:cxnSp>
      <p:cxnSp>
        <p:nvCxnSpPr>
          <p:cNvPr id="12" name="Straight Connector 11">
            <a:extLst>
              <a:ext uri="{FF2B5EF4-FFF2-40B4-BE49-F238E27FC236}">
                <a16:creationId xmlns:a16="http://schemas.microsoft.com/office/drawing/2014/main" id="{2ACE02FD-CBE2-6D3F-2242-AAD1CDE9CE03}"/>
              </a:ext>
              <a:ext uri="{C183D7F6-B498-43B3-948B-1728B52AA6E4}">
                <adec:decorative xmlns:adec="http://schemas.microsoft.com/office/drawing/2017/decorative" val="1"/>
              </a:ext>
            </a:extLst>
          </p:cNvPr>
          <p:cNvCxnSpPr>
            <a:cxnSpLocks/>
          </p:cNvCxnSpPr>
          <p:nvPr userDrawn="1"/>
        </p:nvCxnSpPr>
        <p:spPr>
          <a:xfrm>
            <a:off x="4548291" y="3777659"/>
            <a:ext cx="1513211" cy="0"/>
          </a:xfrm>
          <a:prstGeom prst="line">
            <a:avLst/>
          </a:prstGeom>
          <a:ln w="6350">
            <a:solidFill>
              <a:srgbClr val="0000FF"/>
            </a:solidFill>
          </a:ln>
        </p:spPr>
        <p:style>
          <a:lnRef idx="1">
            <a:schemeClr val="accent5"/>
          </a:lnRef>
          <a:fillRef idx="0">
            <a:schemeClr val="accent5"/>
          </a:fillRef>
          <a:effectRef idx="0">
            <a:schemeClr val="accent5"/>
          </a:effectRef>
          <a:fontRef idx="minor">
            <a:schemeClr val="tx1"/>
          </a:fontRef>
        </p:style>
      </p:cxnSp>
      <p:cxnSp>
        <p:nvCxnSpPr>
          <p:cNvPr id="13" name="Straight Connector 12">
            <a:extLst>
              <a:ext uri="{FF2B5EF4-FFF2-40B4-BE49-F238E27FC236}">
                <a16:creationId xmlns:a16="http://schemas.microsoft.com/office/drawing/2014/main" id="{3F5E3BA1-518E-B7DF-8588-E9BBD9066EB6}"/>
              </a:ext>
              <a:ext uri="{C183D7F6-B498-43B3-948B-1728B52AA6E4}">
                <adec:decorative xmlns:adec="http://schemas.microsoft.com/office/drawing/2017/decorative" val="1"/>
              </a:ext>
            </a:extLst>
          </p:cNvPr>
          <p:cNvCxnSpPr>
            <a:cxnSpLocks/>
          </p:cNvCxnSpPr>
          <p:nvPr userDrawn="1"/>
        </p:nvCxnSpPr>
        <p:spPr>
          <a:xfrm>
            <a:off x="3966962" y="2612565"/>
            <a:ext cx="1513211" cy="0"/>
          </a:xfrm>
          <a:prstGeom prst="line">
            <a:avLst/>
          </a:prstGeom>
          <a:ln w="6350">
            <a:solidFill>
              <a:srgbClr val="0000FF"/>
            </a:solidFill>
          </a:ln>
        </p:spPr>
        <p:style>
          <a:lnRef idx="1">
            <a:schemeClr val="accent5"/>
          </a:lnRef>
          <a:fillRef idx="0">
            <a:schemeClr val="accent5"/>
          </a:fillRef>
          <a:effectRef idx="0">
            <a:schemeClr val="accent5"/>
          </a:effectRef>
          <a:fontRef idx="minor">
            <a:schemeClr val="tx1"/>
          </a:fontRef>
        </p:style>
      </p:cxnSp>
      <p:sp>
        <p:nvSpPr>
          <p:cNvPr id="4" name="Title 1">
            <a:extLst>
              <a:ext uri="{FF2B5EF4-FFF2-40B4-BE49-F238E27FC236}">
                <a16:creationId xmlns:a16="http://schemas.microsoft.com/office/drawing/2014/main" id="{3F554D3B-7E12-E45B-03C1-A3940395A463}"/>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5" name="Rectangle 13">
            <a:extLst>
              <a:ext uri="{FF2B5EF4-FFF2-40B4-BE49-F238E27FC236}">
                <a16:creationId xmlns:a16="http://schemas.microsoft.com/office/drawing/2014/main" id="{B74BB418-B73B-947C-6532-DFCBDA2D035F}"/>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14" name="Text Placeholder 15">
            <a:extLst>
              <a:ext uri="{FF2B5EF4-FFF2-40B4-BE49-F238E27FC236}">
                <a16:creationId xmlns:a16="http://schemas.microsoft.com/office/drawing/2014/main" id="{B9FE4994-1681-6A75-B341-504DE85BDFCF}"/>
              </a:ext>
            </a:extLst>
          </p:cNvPr>
          <p:cNvSpPr>
            <a:spLocks noGrp="1"/>
          </p:cNvSpPr>
          <p:nvPr>
            <p:ph type="body" sz="quarter" idx="17" hasCustomPrompt="1"/>
          </p:nvPr>
        </p:nvSpPr>
        <p:spPr>
          <a:xfrm>
            <a:off x="1569756" y="2378769"/>
            <a:ext cx="2141764" cy="467591"/>
          </a:xfrm>
        </p:spPr>
        <p:txBody>
          <a:bodyPr anchor="ctr">
            <a:noAutofit/>
          </a:bodyPr>
          <a:lstStyle>
            <a:lvl1pPr marL="0" indent="0" algn="r">
              <a:buNone/>
              <a:defRPr sz="1600" cap="none" spc="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5" name="Text Placeholder 15">
            <a:extLst>
              <a:ext uri="{FF2B5EF4-FFF2-40B4-BE49-F238E27FC236}">
                <a16:creationId xmlns:a16="http://schemas.microsoft.com/office/drawing/2014/main" id="{CC5E88BA-9F0D-45D9-CE5B-3DC21BC4B5C3}"/>
              </a:ext>
            </a:extLst>
          </p:cNvPr>
          <p:cNvSpPr>
            <a:spLocks noGrp="1"/>
          </p:cNvSpPr>
          <p:nvPr>
            <p:ph type="body" sz="quarter" idx="18" hasCustomPrompt="1"/>
          </p:nvPr>
        </p:nvSpPr>
        <p:spPr>
          <a:xfrm>
            <a:off x="5605097" y="2339744"/>
            <a:ext cx="5539095" cy="918947"/>
          </a:xfrm>
        </p:spPr>
        <p:txBody>
          <a:bodyPr anchor="t">
            <a:normAutofit/>
          </a:bodyPr>
          <a:lstStyle>
            <a:lvl1pPr marL="0" indent="0" algn="l">
              <a:lnSpc>
                <a:spcPct val="100000"/>
              </a:lnSpc>
              <a:buNone/>
              <a:defRPr sz="1600" spc="5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a:t>
            </a:r>
          </a:p>
        </p:txBody>
      </p:sp>
      <p:sp>
        <p:nvSpPr>
          <p:cNvPr id="16" name="Text Placeholder 15">
            <a:extLst>
              <a:ext uri="{FF2B5EF4-FFF2-40B4-BE49-F238E27FC236}">
                <a16:creationId xmlns:a16="http://schemas.microsoft.com/office/drawing/2014/main" id="{8E67B764-98C6-4302-86CD-630601A11B69}"/>
              </a:ext>
            </a:extLst>
          </p:cNvPr>
          <p:cNvSpPr>
            <a:spLocks noGrp="1"/>
          </p:cNvSpPr>
          <p:nvPr>
            <p:ph type="body" sz="quarter" idx="19" hasCustomPrompt="1"/>
          </p:nvPr>
        </p:nvSpPr>
        <p:spPr>
          <a:xfrm>
            <a:off x="6189590" y="3427830"/>
            <a:ext cx="5539095" cy="918947"/>
          </a:xfrm>
        </p:spPr>
        <p:txBody>
          <a:bodyPr anchor="t">
            <a:normAutofit/>
          </a:bodyPr>
          <a:lstStyle>
            <a:lvl1pPr marL="0" indent="0" algn="l">
              <a:lnSpc>
                <a:spcPct val="100000"/>
              </a:lnSpc>
              <a:buNone/>
              <a:defRPr sz="1600" spc="5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a:t>
            </a:r>
          </a:p>
        </p:txBody>
      </p:sp>
      <p:sp>
        <p:nvSpPr>
          <p:cNvPr id="17" name="Text Placeholder 15">
            <a:extLst>
              <a:ext uri="{FF2B5EF4-FFF2-40B4-BE49-F238E27FC236}">
                <a16:creationId xmlns:a16="http://schemas.microsoft.com/office/drawing/2014/main" id="{0D25DFFA-31EB-88B0-85FB-4E61CBA3DD4E}"/>
              </a:ext>
            </a:extLst>
          </p:cNvPr>
          <p:cNvSpPr>
            <a:spLocks noGrp="1"/>
          </p:cNvSpPr>
          <p:nvPr>
            <p:ph type="body" sz="quarter" idx="20" hasCustomPrompt="1"/>
          </p:nvPr>
        </p:nvSpPr>
        <p:spPr>
          <a:xfrm>
            <a:off x="6780499" y="4500660"/>
            <a:ext cx="5539095" cy="918947"/>
          </a:xfrm>
        </p:spPr>
        <p:txBody>
          <a:bodyPr anchor="t">
            <a:normAutofit/>
          </a:bodyPr>
          <a:lstStyle>
            <a:lvl1pPr marL="0" indent="0" algn="l">
              <a:lnSpc>
                <a:spcPct val="100000"/>
              </a:lnSpc>
              <a:buNone/>
              <a:defRPr sz="1600" spc="5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a:t>
            </a:r>
          </a:p>
        </p:txBody>
      </p:sp>
      <p:sp>
        <p:nvSpPr>
          <p:cNvPr id="18" name="Text Placeholder 15">
            <a:extLst>
              <a:ext uri="{FF2B5EF4-FFF2-40B4-BE49-F238E27FC236}">
                <a16:creationId xmlns:a16="http://schemas.microsoft.com/office/drawing/2014/main" id="{688A8D53-56C3-35B4-50C9-4B4C25DEEFCC}"/>
              </a:ext>
            </a:extLst>
          </p:cNvPr>
          <p:cNvSpPr>
            <a:spLocks noGrp="1"/>
          </p:cNvSpPr>
          <p:nvPr>
            <p:ph type="body" sz="quarter" idx="21" hasCustomPrompt="1"/>
          </p:nvPr>
        </p:nvSpPr>
        <p:spPr>
          <a:xfrm>
            <a:off x="7378841" y="5569696"/>
            <a:ext cx="5539095" cy="918947"/>
          </a:xfrm>
        </p:spPr>
        <p:txBody>
          <a:bodyPr anchor="t">
            <a:normAutofit/>
          </a:bodyPr>
          <a:lstStyle>
            <a:lvl1pPr marL="0" indent="0" algn="l">
              <a:lnSpc>
                <a:spcPct val="100000"/>
              </a:lnSpc>
              <a:buNone/>
              <a:defRPr sz="1600" spc="5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a:t>
            </a:r>
          </a:p>
        </p:txBody>
      </p:sp>
      <p:sp>
        <p:nvSpPr>
          <p:cNvPr id="7" name="Footer Placeholder 4">
            <a:extLst>
              <a:ext uri="{FF2B5EF4-FFF2-40B4-BE49-F238E27FC236}">
                <a16:creationId xmlns:a16="http://schemas.microsoft.com/office/drawing/2014/main" id="{01884EF7-821B-3CEA-7A30-56683B2AFE32}"/>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3855208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Text Placeholder 15">
            <a:extLst>
              <a:ext uri="{FF2B5EF4-FFF2-40B4-BE49-F238E27FC236}">
                <a16:creationId xmlns:a16="http://schemas.microsoft.com/office/drawing/2014/main" id="{DC672678-5BE4-23B1-E677-3463DD120317}"/>
              </a:ext>
            </a:extLst>
          </p:cNvPr>
          <p:cNvSpPr>
            <a:spLocks noGrp="1"/>
          </p:cNvSpPr>
          <p:nvPr>
            <p:ph type="body" sz="quarter" idx="14" hasCustomPrompt="1"/>
          </p:nvPr>
        </p:nvSpPr>
        <p:spPr>
          <a:xfrm>
            <a:off x="2174356" y="3419712"/>
            <a:ext cx="2141764" cy="467591"/>
          </a:xfrm>
        </p:spPr>
        <p:txBody>
          <a:bodyPr anchor="ctr">
            <a:noAutofit/>
          </a:bodyPr>
          <a:lstStyle>
            <a:lvl1pPr marL="0" indent="0" algn="r">
              <a:buNone/>
              <a:defRPr lang="en-US" sz="1600" kern="1200" cap="none" spc="0" baseline="0" dirty="0">
                <a:solidFill>
                  <a:schemeClr val="tx1">
                    <a:lumMod val="85000"/>
                    <a:lumOff val="15000"/>
                  </a:schemeClr>
                </a:solidFill>
                <a:latin typeface="Arial" panose="020B0604020202020204" pitchFamily="34" charset="0"/>
                <a:ea typeface="Microsoft GothicNeo" panose="020B0500000101010101" pitchFamily="34" charset="-127"/>
                <a:cs typeface="Arial" panose="020B0604020202020204" pitchFamily="34" charset="0"/>
              </a:defRPr>
            </a:lvl1pPr>
          </a:lstStyle>
          <a:p>
            <a:pPr marL="0" lvl="0" indent="0" algn="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8" name="Text Placeholder 15">
            <a:extLst>
              <a:ext uri="{FF2B5EF4-FFF2-40B4-BE49-F238E27FC236}">
                <a16:creationId xmlns:a16="http://schemas.microsoft.com/office/drawing/2014/main" id="{98DE8260-C8B0-2FE2-4A32-E5FB70B80969}"/>
              </a:ext>
            </a:extLst>
          </p:cNvPr>
          <p:cNvSpPr>
            <a:spLocks noGrp="1"/>
          </p:cNvSpPr>
          <p:nvPr>
            <p:ph type="body" sz="quarter" idx="15" hasCustomPrompt="1"/>
          </p:nvPr>
        </p:nvSpPr>
        <p:spPr>
          <a:xfrm>
            <a:off x="2810473" y="4473373"/>
            <a:ext cx="2141764" cy="467591"/>
          </a:xfrm>
        </p:spPr>
        <p:txBody>
          <a:bodyPr anchor="ctr">
            <a:noAutofit/>
          </a:bodyPr>
          <a:lstStyle>
            <a:lvl1pPr marL="0" indent="0" algn="r">
              <a:buNone/>
              <a:defRPr lang="en-US" sz="1600" kern="1200" cap="none" spc="0" baseline="0" dirty="0">
                <a:solidFill>
                  <a:schemeClr val="tx1">
                    <a:lumMod val="85000"/>
                    <a:lumOff val="15000"/>
                  </a:schemeClr>
                </a:solidFill>
                <a:latin typeface="Arial" panose="020B0604020202020204" pitchFamily="34" charset="0"/>
                <a:ea typeface="Microsoft GothicNeo" panose="020B0500000101010101" pitchFamily="34" charset="-127"/>
                <a:cs typeface="Arial" panose="020B0604020202020204" pitchFamily="34" charset="0"/>
              </a:defRPr>
            </a:lvl1pPr>
          </a:lstStyle>
          <a:p>
            <a:pPr marL="0" lvl="0" indent="0" algn="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9" name="Text Placeholder 15">
            <a:extLst>
              <a:ext uri="{FF2B5EF4-FFF2-40B4-BE49-F238E27FC236}">
                <a16:creationId xmlns:a16="http://schemas.microsoft.com/office/drawing/2014/main" id="{5F370EEC-19CE-B1AE-A62F-806F1C621D19}"/>
              </a:ext>
            </a:extLst>
          </p:cNvPr>
          <p:cNvSpPr>
            <a:spLocks noGrp="1"/>
          </p:cNvSpPr>
          <p:nvPr>
            <p:ph type="body" sz="quarter" idx="16" hasCustomPrompt="1"/>
          </p:nvPr>
        </p:nvSpPr>
        <p:spPr>
          <a:xfrm>
            <a:off x="3245238" y="5569696"/>
            <a:ext cx="2141764" cy="467591"/>
          </a:xfrm>
        </p:spPr>
        <p:txBody>
          <a:bodyPr anchor="ctr">
            <a:noAutofit/>
          </a:bodyPr>
          <a:lstStyle>
            <a:lvl1pPr marL="0" indent="0" algn="r">
              <a:buNone/>
              <a:defRPr lang="en-US" sz="1600" kern="1200" cap="none" spc="0" baseline="0" dirty="0">
                <a:solidFill>
                  <a:schemeClr val="tx1">
                    <a:lumMod val="85000"/>
                    <a:lumOff val="15000"/>
                  </a:schemeClr>
                </a:solidFill>
                <a:latin typeface="Arial" panose="020B0604020202020204" pitchFamily="34" charset="0"/>
                <a:ea typeface="Microsoft GothicNeo" panose="020B0500000101010101" pitchFamily="34" charset="-127"/>
                <a:cs typeface="Arial" panose="020B0604020202020204" pitchFamily="34" charset="0"/>
              </a:defRPr>
            </a:lvl1pPr>
          </a:lstStyle>
          <a:p>
            <a:pPr marL="0" lvl="0" indent="0" algn="r" defTabSz="914400" rtl="0" eaLnBrk="1" latinLnBrk="0" hangingPunct="1">
              <a:lnSpc>
                <a:spcPct val="90000"/>
              </a:lnSpc>
              <a:spcBef>
                <a:spcPts val="1000"/>
              </a:spcBef>
              <a:buFont typeface="Arial" panose="020B0604020202020204" pitchFamily="34" charset="0"/>
              <a:buNone/>
            </a:pPr>
            <a:r>
              <a:rPr lang="en-US"/>
              <a:t>Click to edit master text styles</a:t>
            </a:r>
          </a:p>
        </p:txBody>
      </p:sp>
      <p:cxnSp>
        <p:nvCxnSpPr>
          <p:cNvPr id="10" name="Straight Connector 9">
            <a:extLst>
              <a:ext uri="{FF2B5EF4-FFF2-40B4-BE49-F238E27FC236}">
                <a16:creationId xmlns:a16="http://schemas.microsoft.com/office/drawing/2014/main" id="{DBDA6FDB-8894-E59D-E4F1-715EC349D482}"/>
              </a:ext>
              <a:ext uri="{C183D7F6-B498-43B3-948B-1728B52AA6E4}">
                <adec:decorative xmlns:adec="http://schemas.microsoft.com/office/drawing/2017/decorative" val="1"/>
              </a:ext>
            </a:extLst>
          </p:cNvPr>
          <p:cNvCxnSpPr>
            <a:cxnSpLocks/>
          </p:cNvCxnSpPr>
          <p:nvPr userDrawn="1"/>
        </p:nvCxnSpPr>
        <p:spPr>
          <a:xfrm>
            <a:off x="5685236" y="5921659"/>
            <a:ext cx="1513211" cy="0"/>
          </a:xfrm>
          <a:prstGeom prst="line">
            <a:avLst/>
          </a:prstGeom>
          <a:ln w="6350">
            <a:solidFill>
              <a:srgbClr val="0000FF"/>
            </a:solidFill>
          </a:ln>
        </p:spPr>
        <p:style>
          <a:lnRef idx="1">
            <a:schemeClr val="accent5"/>
          </a:lnRef>
          <a:fillRef idx="0">
            <a:schemeClr val="accent5"/>
          </a:fillRef>
          <a:effectRef idx="0">
            <a:schemeClr val="accent5"/>
          </a:effectRef>
          <a:fontRef idx="minor">
            <a:schemeClr val="tx1"/>
          </a:fontRef>
        </p:style>
      </p:cxnSp>
      <p:cxnSp>
        <p:nvCxnSpPr>
          <p:cNvPr id="11" name="Straight Connector 10">
            <a:extLst>
              <a:ext uri="{FF2B5EF4-FFF2-40B4-BE49-F238E27FC236}">
                <a16:creationId xmlns:a16="http://schemas.microsoft.com/office/drawing/2014/main" id="{B1645A69-DEE4-4AED-B138-14647FBC368F}"/>
              </a:ext>
              <a:ext uri="{C183D7F6-B498-43B3-948B-1728B52AA6E4}">
                <adec:decorative xmlns:adec="http://schemas.microsoft.com/office/drawing/2017/decorative" val="1"/>
              </a:ext>
            </a:extLst>
          </p:cNvPr>
          <p:cNvCxnSpPr>
            <a:cxnSpLocks/>
          </p:cNvCxnSpPr>
          <p:nvPr userDrawn="1"/>
        </p:nvCxnSpPr>
        <p:spPr>
          <a:xfrm>
            <a:off x="5185571" y="4816679"/>
            <a:ext cx="1513211" cy="0"/>
          </a:xfrm>
          <a:prstGeom prst="line">
            <a:avLst/>
          </a:prstGeom>
          <a:ln w="6350">
            <a:solidFill>
              <a:srgbClr val="0000FF"/>
            </a:solidFill>
          </a:ln>
        </p:spPr>
        <p:style>
          <a:lnRef idx="1">
            <a:schemeClr val="accent5"/>
          </a:lnRef>
          <a:fillRef idx="0">
            <a:schemeClr val="accent5"/>
          </a:fillRef>
          <a:effectRef idx="0">
            <a:schemeClr val="accent5"/>
          </a:effectRef>
          <a:fontRef idx="minor">
            <a:schemeClr val="tx1"/>
          </a:fontRef>
        </p:style>
      </p:cxnSp>
      <p:cxnSp>
        <p:nvCxnSpPr>
          <p:cNvPr id="12" name="Straight Connector 11">
            <a:extLst>
              <a:ext uri="{FF2B5EF4-FFF2-40B4-BE49-F238E27FC236}">
                <a16:creationId xmlns:a16="http://schemas.microsoft.com/office/drawing/2014/main" id="{2ACE02FD-CBE2-6D3F-2242-AAD1CDE9CE03}"/>
              </a:ext>
              <a:ext uri="{C183D7F6-B498-43B3-948B-1728B52AA6E4}">
                <adec:decorative xmlns:adec="http://schemas.microsoft.com/office/drawing/2017/decorative" val="1"/>
              </a:ext>
            </a:extLst>
          </p:cNvPr>
          <p:cNvCxnSpPr>
            <a:cxnSpLocks/>
          </p:cNvCxnSpPr>
          <p:nvPr userDrawn="1"/>
        </p:nvCxnSpPr>
        <p:spPr>
          <a:xfrm>
            <a:off x="4548291" y="3777659"/>
            <a:ext cx="1513211" cy="0"/>
          </a:xfrm>
          <a:prstGeom prst="line">
            <a:avLst/>
          </a:prstGeom>
          <a:ln w="6350">
            <a:solidFill>
              <a:srgbClr val="0000FF"/>
            </a:solidFill>
          </a:ln>
        </p:spPr>
        <p:style>
          <a:lnRef idx="1">
            <a:schemeClr val="accent5"/>
          </a:lnRef>
          <a:fillRef idx="0">
            <a:schemeClr val="accent5"/>
          </a:fillRef>
          <a:effectRef idx="0">
            <a:schemeClr val="accent5"/>
          </a:effectRef>
          <a:fontRef idx="minor">
            <a:schemeClr val="tx1"/>
          </a:fontRef>
        </p:style>
      </p:cxnSp>
      <p:cxnSp>
        <p:nvCxnSpPr>
          <p:cNvPr id="13" name="Straight Connector 12">
            <a:extLst>
              <a:ext uri="{FF2B5EF4-FFF2-40B4-BE49-F238E27FC236}">
                <a16:creationId xmlns:a16="http://schemas.microsoft.com/office/drawing/2014/main" id="{3F5E3BA1-518E-B7DF-8588-E9BBD9066EB6}"/>
              </a:ext>
              <a:ext uri="{C183D7F6-B498-43B3-948B-1728B52AA6E4}">
                <adec:decorative xmlns:adec="http://schemas.microsoft.com/office/drawing/2017/decorative" val="1"/>
              </a:ext>
            </a:extLst>
          </p:cNvPr>
          <p:cNvCxnSpPr>
            <a:cxnSpLocks/>
          </p:cNvCxnSpPr>
          <p:nvPr userDrawn="1"/>
        </p:nvCxnSpPr>
        <p:spPr>
          <a:xfrm>
            <a:off x="3966962" y="2612565"/>
            <a:ext cx="1513211" cy="0"/>
          </a:xfrm>
          <a:prstGeom prst="line">
            <a:avLst/>
          </a:prstGeom>
          <a:ln w="6350">
            <a:solidFill>
              <a:srgbClr val="0000FF"/>
            </a:solidFill>
          </a:ln>
        </p:spPr>
        <p:style>
          <a:lnRef idx="1">
            <a:schemeClr val="accent5"/>
          </a:lnRef>
          <a:fillRef idx="0">
            <a:schemeClr val="accent5"/>
          </a:fillRef>
          <a:effectRef idx="0">
            <a:schemeClr val="accent5"/>
          </a:effectRef>
          <a:fontRef idx="minor">
            <a:schemeClr val="tx1"/>
          </a:fontRef>
        </p:style>
      </p:cxnSp>
      <p:sp>
        <p:nvSpPr>
          <p:cNvPr id="4" name="Title 1">
            <a:extLst>
              <a:ext uri="{FF2B5EF4-FFF2-40B4-BE49-F238E27FC236}">
                <a16:creationId xmlns:a16="http://schemas.microsoft.com/office/drawing/2014/main" id="{3F554D3B-7E12-E45B-03C1-A3940395A463}"/>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5" name="Rectangle 13">
            <a:extLst>
              <a:ext uri="{FF2B5EF4-FFF2-40B4-BE49-F238E27FC236}">
                <a16:creationId xmlns:a16="http://schemas.microsoft.com/office/drawing/2014/main" id="{B74BB418-B73B-947C-6532-DFCBDA2D035F}"/>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14" name="Text Placeholder 15">
            <a:extLst>
              <a:ext uri="{FF2B5EF4-FFF2-40B4-BE49-F238E27FC236}">
                <a16:creationId xmlns:a16="http://schemas.microsoft.com/office/drawing/2014/main" id="{B9FE4994-1681-6A75-B341-504DE85BDFCF}"/>
              </a:ext>
            </a:extLst>
          </p:cNvPr>
          <p:cNvSpPr>
            <a:spLocks noGrp="1"/>
          </p:cNvSpPr>
          <p:nvPr>
            <p:ph type="body" sz="quarter" idx="17" hasCustomPrompt="1"/>
          </p:nvPr>
        </p:nvSpPr>
        <p:spPr>
          <a:xfrm>
            <a:off x="1569756" y="2378769"/>
            <a:ext cx="2141764" cy="467591"/>
          </a:xfrm>
        </p:spPr>
        <p:txBody>
          <a:bodyPr anchor="ctr">
            <a:noAutofit/>
          </a:bodyPr>
          <a:lstStyle>
            <a:lvl1pPr marL="0" indent="0" algn="r">
              <a:buNone/>
              <a:defRPr sz="1600" cap="none" spc="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5" name="Text Placeholder 15">
            <a:extLst>
              <a:ext uri="{FF2B5EF4-FFF2-40B4-BE49-F238E27FC236}">
                <a16:creationId xmlns:a16="http://schemas.microsoft.com/office/drawing/2014/main" id="{CC5E88BA-9F0D-45D9-CE5B-3DC21BC4B5C3}"/>
              </a:ext>
            </a:extLst>
          </p:cNvPr>
          <p:cNvSpPr>
            <a:spLocks noGrp="1"/>
          </p:cNvSpPr>
          <p:nvPr>
            <p:ph type="body" sz="quarter" idx="18" hasCustomPrompt="1"/>
          </p:nvPr>
        </p:nvSpPr>
        <p:spPr>
          <a:xfrm>
            <a:off x="5605097" y="2339744"/>
            <a:ext cx="5539095" cy="918947"/>
          </a:xfrm>
        </p:spPr>
        <p:txBody>
          <a:bodyPr anchor="t">
            <a:normAutofit/>
          </a:bodyPr>
          <a:lstStyle>
            <a:lvl1pPr marL="0" indent="0" algn="l">
              <a:lnSpc>
                <a:spcPct val="100000"/>
              </a:lnSpc>
              <a:buNone/>
              <a:defRPr sz="1600" spc="5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a:t>
            </a:r>
          </a:p>
        </p:txBody>
      </p:sp>
      <p:sp>
        <p:nvSpPr>
          <p:cNvPr id="16" name="Text Placeholder 15">
            <a:extLst>
              <a:ext uri="{FF2B5EF4-FFF2-40B4-BE49-F238E27FC236}">
                <a16:creationId xmlns:a16="http://schemas.microsoft.com/office/drawing/2014/main" id="{8E67B764-98C6-4302-86CD-630601A11B69}"/>
              </a:ext>
            </a:extLst>
          </p:cNvPr>
          <p:cNvSpPr>
            <a:spLocks noGrp="1"/>
          </p:cNvSpPr>
          <p:nvPr>
            <p:ph type="body" sz="quarter" idx="19" hasCustomPrompt="1"/>
          </p:nvPr>
        </p:nvSpPr>
        <p:spPr>
          <a:xfrm>
            <a:off x="6189590" y="3427830"/>
            <a:ext cx="5539095" cy="918947"/>
          </a:xfrm>
        </p:spPr>
        <p:txBody>
          <a:bodyPr anchor="t">
            <a:normAutofit/>
          </a:bodyPr>
          <a:lstStyle>
            <a:lvl1pPr marL="0" indent="0" algn="l">
              <a:lnSpc>
                <a:spcPct val="100000"/>
              </a:lnSpc>
              <a:buNone/>
              <a:defRPr sz="1600" spc="5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a:t>
            </a:r>
          </a:p>
        </p:txBody>
      </p:sp>
      <p:sp>
        <p:nvSpPr>
          <p:cNvPr id="17" name="Text Placeholder 15">
            <a:extLst>
              <a:ext uri="{FF2B5EF4-FFF2-40B4-BE49-F238E27FC236}">
                <a16:creationId xmlns:a16="http://schemas.microsoft.com/office/drawing/2014/main" id="{0D25DFFA-31EB-88B0-85FB-4E61CBA3DD4E}"/>
              </a:ext>
            </a:extLst>
          </p:cNvPr>
          <p:cNvSpPr>
            <a:spLocks noGrp="1"/>
          </p:cNvSpPr>
          <p:nvPr>
            <p:ph type="body" sz="quarter" idx="20" hasCustomPrompt="1"/>
          </p:nvPr>
        </p:nvSpPr>
        <p:spPr>
          <a:xfrm>
            <a:off x="6780499" y="4500660"/>
            <a:ext cx="5539095" cy="918947"/>
          </a:xfrm>
        </p:spPr>
        <p:txBody>
          <a:bodyPr anchor="t">
            <a:normAutofit/>
          </a:bodyPr>
          <a:lstStyle>
            <a:lvl1pPr marL="0" indent="0" algn="l">
              <a:lnSpc>
                <a:spcPct val="100000"/>
              </a:lnSpc>
              <a:buNone/>
              <a:defRPr sz="1600" spc="5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a:t>
            </a:r>
          </a:p>
        </p:txBody>
      </p:sp>
      <p:sp>
        <p:nvSpPr>
          <p:cNvPr id="18" name="Text Placeholder 15">
            <a:extLst>
              <a:ext uri="{FF2B5EF4-FFF2-40B4-BE49-F238E27FC236}">
                <a16:creationId xmlns:a16="http://schemas.microsoft.com/office/drawing/2014/main" id="{688A8D53-56C3-35B4-50C9-4B4C25DEEFCC}"/>
              </a:ext>
            </a:extLst>
          </p:cNvPr>
          <p:cNvSpPr>
            <a:spLocks noGrp="1"/>
          </p:cNvSpPr>
          <p:nvPr>
            <p:ph type="body" sz="quarter" idx="21" hasCustomPrompt="1"/>
          </p:nvPr>
        </p:nvSpPr>
        <p:spPr>
          <a:xfrm>
            <a:off x="7378841" y="5569696"/>
            <a:ext cx="5539095" cy="918947"/>
          </a:xfrm>
        </p:spPr>
        <p:txBody>
          <a:bodyPr anchor="t">
            <a:normAutofit/>
          </a:bodyPr>
          <a:lstStyle>
            <a:lvl1pPr marL="0" indent="0" algn="l">
              <a:lnSpc>
                <a:spcPct val="100000"/>
              </a:lnSpc>
              <a:buNone/>
              <a:defRPr sz="1600" spc="50" baseline="0">
                <a:solidFill>
                  <a:schemeClr val="tx1">
                    <a:lumMod val="85000"/>
                    <a:lumOff val="15000"/>
                  </a:schemeClr>
                </a:solidFill>
                <a:latin typeface="Arial" panose="020B0604020202020204" pitchFamily="34" charset="0"/>
                <a:cs typeface="Arial" panose="020B0604020202020204" pitchFamily="34" charset="0"/>
              </a:defRPr>
            </a:lvl1pPr>
          </a:lstStyle>
          <a:p>
            <a:pPr lvl="0"/>
            <a:r>
              <a:rPr lang="en-US"/>
              <a:t>Click to edit master text style</a:t>
            </a:r>
          </a:p>
        </p:txBody>
      </p:sp>
      <p:sp>
        <p:nvSpPr>
          <p:cNvPr id="6" name="Footer Placeholder 4">
            <a:extLst>
              <a:ext uri="{FF2B5EF4-FFF2-40B4-BE49-F238E27FC236}">
                <a16:creationId xmlns:a16="http://schemas.microsoft.com/office/drawing/2014/main" id="{1070FF18-993F-66D7-9DAD-D02DD48CF116}"/>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295495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F554D3B-7E12-E45B-03C1-A3940395A463}"/>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5" name="Rectangle 13">
            <a:extLst>
              <a:ext uri="{FF2B5EF4-FFF2-40B4-BE49-F238E27FC236}">
                <a16:creationId xmlns:a16="http://schemas.microsoft.com/office/drawing/2014/main" id="{B74BB418-B73B-947C-6532-DFCBDA2D035F}"/>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6" name="Picture Placeholder 10">
            <a:extLst>
              <a:ext uri="{FF2B5EF4-FFF2-40B4-BE49-F238E27FC236}">
                <a16:creationId xmlns:a16="http://schemas.microsoft.com/office/drawing/2014/main" id="{879CBB93-2724-D211-44EA-ADB4CBB2C217}"/>
              </a:ext>
            </a:extLst>
          </p:cNvPr>
          <p:cNvSpPr>
            <a:spLocks noGrp="1"/>
          </p:cNvSpPr>
          <p:nvPr>
            <p:ph type="pic" sz="quarter" idx="14"/>
          </p:nvPr>
        </p:nvSpPr>
        <p:spPr>
          <a:xfrm>
            <a:off x="2496608" y="2371141"/>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19" name="Picture Placeholder 10">
            <a:extLst>
              <a:ext uri="{FF2B5EF4-FFF2-40B4-BE49-F238E27FC236}">
                <a16:creationId xmlns:a16="http://schemas.microsoft.com/office/drawing/2014/main" id="{975AF4B5-679A-2F14-2882-C357C4EB8385}"/>
              </a:ext>
            </a:extLst>
          </p:cNvPr>
          <p:cNvSpPr>
            <a:spLocks noGrp="1"/>
          </p:cNvSpPr>
          <p:nvPr>
            <p:ph type="pic" sz="quarter" idx="15"/>
          </p:nvPr>
        </p:nvSpPr>
        <p:spPr>
          <a:xfrm>
            <a:off x="4845702" y="2371141"/>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20" name="Picture Placeholder 10">
            <a:extLst>
              <a:ext uri="{FF2B5EF4-FFF2-40B4-BE49-F238E27FC236}">
                <a16:creationId xmlns:a16="http://schemas.microsoft.com/office/drawing/2014/main" id="{D2606FA6-7E6D-2171-66D5-A4130776CB7B}"/>
              </a:ext>
            </a:extLst>
          </p:cNvPr>
          <p:cNvSpPr>
            <a:spLocks noGrp="1"/>
          </p:cNvSpPr>
          <p:nvPr>
            <p:ph type="pic" sz="quarter" idx="16"/>
          </p:nvPr>
        </p:nvSpPr>
        <p:spPr>
          <a:xfrm>
            <a:off x="7336366" y="2371141"/>
            <a:ext cx="1066800" cy="1066800"/>
          </a:xfrm>
          <a:solidFill>
            <a:schemeClr val="bg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p>
        </p:txBody>
      </p:sp>
      <p:sp>
        <p:nvSpPr>
          <p:cNvPr id="21" name="Picture Placeholder 10">
            <a:extLst>
              <a:ext uri="{FF2B5EF4-FFF2-40B4-BE49-F238E27FC236}">
                <a16:creationId xmlns:a16="http://schemas.microsoft.com/office/drawing/2014/main" id="{8C7A6BB6-A31F-E71D-1B4D-D33070B9E282}"/>
              </a:ext>
            </a:extLst>
          </p:cNvPr>
          <p:cNvSpPr>
            <a:spLocks noGrp="1"/>
          </p:cNvSpPr>
          <p:nvPr>
            <p:ph type="pic" sz="quarter" idx="17"/>
          </p:nvPr>
        </p:nvSpPr>
        <p:spPr>
          <a:xfrm>
            <a:off x="9756246" y="2371141"/>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22" name="Text Placeholder 2">
            <a:extLst>
              <a:ext uri="{FF2B5EF4-FFF2-40B4-BE49-F238E27FC236}">
                <a16:creationId xmlns:a16="http://schemas.microsoft.com/office/drawing/2014/main" id="{A888C275-EDFE-BD2C-76CE-77B30231071A}"/>
              </a:ext>
            </a:extLst>
          </p:cNvPr>
          <p:cNvSpPr>
            <a:spLocks noGrp="1"/>
          </p:cNvSpPr>
          <p:nvPr>
            <p:ph type="body" idx="21"/>
          </p:nvPr>
        </p:nvSpPr>
        <p:spPr>
          <a:xfrm>
            <a:off x="2009552" y="3565602"/>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0D92939D-D43D-37EB-6D21-52C865479102}"/>
              </a:ext>
            </a:extLst>
          </p:cNvPr>
          <p:cNvSpPr>
            <a:spLocks noGrp="1"/>
          </p:cNvSpPr>
          <p:nvPr>
            <p:ph type="body" idx="22"/>
          </p:nvPr>
        </p:nvSpPr>
        <p:spPr>
          <a:xfrm>
            <a:off x="4358646" y="3580284"/>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45D888E2-50D6-65A6-BDC8-9272530B9914}"/>
              </a:ext>
            </a:extLst>
          </p:cNvPr>
          <p:cNvSpPr>
            <a:spLocks noGrp="1"/>
          </p:cNvSpPr>
          <p:nvPr>
            <p:ph type="body" idx="23"/>
          </p:nvPr>
        </p:nvSpPr>
        <p:spPr>
          <a:xfrm>
            <a:off x="6837395" y="3580284"/>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02FC023E-A880-48AE-F764-FA9B278E9874}"/>
              </a:ext>
            </a:extLst>
          </p:cNvPr>
          <p:cNvSpPr>
            <a:spLocks noGrp="1"/>
          </p:cNvSpPr>
          <p:nvPr>
            <p:ph type="body" idx="24"/>
          </p:nvPr>
        </p:nvSpPr>
        <p:spPr>
          <a:xfrm>
            <a:off x="9253864" y="3565602"/>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Picture Placeholder 10">
            <a:extLst>
              <a:ext uri="{FF2B5EF4-FFF2-40B4-BE49-F238E27FC236}">
                <a16:creationId xmlns:a16="http://schemas.microsoft.com/office/drawing/2014/main" id="{571A066E-6CA2-610B-9BA0-D3E598030268}"/>
              </a:ext>
            </a:extLst>
          </p:cNvPr>
          <p:cNvSpPr>
            <a:spLocks noGrp="1"/>
          </p:cNvSpPr>
          <p:nvPr>
            <p:ph type="pic" sz="quarter" idx="26"/>
          </p:nvPr>
        </p:nvSpPr>
        <p:spPr>
          <a:xfrm>
            <a:off x="2496608" y="4229977"/>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27" name="Picture Placeholder 10">
            <a:extLst>
              <a:ext uri="{FF2B5EF4-FFF2-40B4-BE49-F238E27FC236}">
                <a16:creationId xmlns:a16="http://schemas.microsoft.com/office/drawing/2014/main" id="{C7455892-E71F-8378-6ACE-6C44DB18091E}"/>
              </a:ext>
            </a:extLst>
          </p:cNvPr>
          <p:cNvSpPr>
            <a:spLocks noGrp="1"/>
          </p:cNvSpPr>
          <p:nvPr>
            <p:ph type="pic" sz="quarter" idx="27"/>
          </p:nvPr>
        </p:nvSpPr>
        <p:spPr>
          <a:xfrm>
            <a:off x="4845702" y="4229977"/>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28" name="Picture Placeholder 10">
            <a:extLst>
              <a:ext uri="{FF2B5EF4-FFF2-40B4-BE49-F238E27FC236}">
                <a16:creationId xmlns:a16="http://schemas.microsoft.com/office/drawing/2014/main" id="{793E6554-FDE6-0BE3-1E2E-BB7635F339D1}"/>
              </a:ext>
            </a:extLst>
          </p:cNvPr>
          <p:cNvSpPr>
            <a:spLocks noGrp="1"/>
          </p:cNvSpPr>
          <p:nvPr>
            <p:ph type="pic" sz="quarter" idx="28"/>
          </p:nvPr>
        </p:nvSpPr>
        <p:spPr>
          <a:xfrm>
            <a:off x="7336366" y="4229977"/>
            <a:ext cx="1066800" cy="1066800"/>
          </a:xfrm>
          <a:solidFill>
            <a:schemeClr val="bg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p>
        </p:txBody>
      </p:sp>
      <p:sp>
        <p:nvSpPr>
          <p:cNvPr id="29" name="Picture Placeholder 10">
            <a:extLst>
              <a:ext uri="{FF2B5EF4-FFF2-40B4-BE49-F238E27FC236}">
                <a16:creationId xmlns:a16="http://schemas.microsoft.com/office/drawing/2014/main" id="{0F18EBA1-7F65-80EB-15F0-5CD103C5831D}"/>
              </a:ext>
            </a:extLst>
          </p:cNvPr>
          <p:cNvSpPr>
            <a:spLocks noGrp="1"/>
          </p:cNvSpPr>
          <p:nvPr>
            <p:ph type="pic" sz="quarter" idx="29"/>
          </p:nvPr>
        </p:nvSpPr>
        <p:spPr>
          <a:xfrm>
            <a:off x="9756246" y="4229977"/>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30" name="Text Placeholder 2">
            <a:extLst>
              <a:ext uri="{FF2B5EF4-FFF2-40B4-BE49-F238E27FC236}">
                <a16:creationId xmlns:a16="http://schemas.microsoft.com/office/drawing/2014/main" id="{936FC18F-1739-9CDF-71DA-37DD47F9CA60}"/>
              </a:ext>
            </a:extLst>
          </p:cNvPr>
          <p:cNvSpPr>
            <a:spLocks noGrp="1"/>
          </p:cNvSpPr>
          <p:nvPr>
            <p:ph type="body" idx="33"/>
          </p:nvPr>
        </p:nvSpPr>
        <p:spPr>
          <a:xfrm>
            <a:off x="2009552" y="5431878"/>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1" name="Text Placeholder 2">
            <a:extLst>
              <a:ext uri="{FF2B5EF4-FFF2-40B4-BE49-F238E27FC236}">
                <a16:creationId xmlns:a16="http://schemas.microsoft.com/office/drawing/2014/main" id="{F76213C9-1459-F068-0CCD-A7DE40F68793}"/>
              </a:ext>
            </a:extLst>
          </p:cNvPr>
          <p:cNvSpPr>
            <a:spLocks noGrp="1"/>
          </p:cNvSpPr>
          <p:nvPr>
            <p:ph type="body" idx="34"/>
          </p:nvPr>
        </p:nvSpPr>
        <p:spPr>
          <a:xfrm>
            <a:off x="4358646" y="5446560"/>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2" name="Text Placeholder 2">
            <a:extLst>
              <a:ext uri="{FF2B5EF4-FFF2-40B4-BE49-F238E27FC236}">
                <a16:creationId xmlns:a16="http://schemas.microsoft.com/office/drawing/2014/main" id="{CC1D1590-DF35-5EE1-D56C-2B64935B3CE5}"/>
              </a:ext>
            </a:extLst>
          </p:cNvPr>
          <p:cNvSpPr>
            <a:spLocks noGrp="1"/>
          </p:cNvSpPr>
          <p:nvPr>
            <p:ph type="body" idx="35"/>
          </p:nvPr>
        </p:nvSpPr>
        <p:spPr>
          <a:xfrm>
            <a:off x="6849310" y="5446560"/>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Text Placeholder 2">
            <a:extLst>
              <a:ext uri="{FF2B5EF4-FFF2-40B4-BE49-F238E27FC236}">
                <a16:creationId xmlns:a16="http://schemas.microsoft.com/office/drawing/2014/main" id="{D179A56D-2F01-D553-A9CF-E8E9B4D26795}"/>
              </a:ext>
            </a:extLst>
          </p:cNvPr>
          <p:cNvSpPr>
            <a:spLocks noGrp="1"/>
          </p:cNvSpPr>
          <p:nvPr>
            <p:ph type="body" idx="36"/>
          </p:nvPr>
        </p:nvSpPr>
        <p:spPr>
          <a:xfrm>
            <a:off x="9253864" y="5431878"/>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 name="Footer Placeholder 4">
            <a:extLst>
              <a:ext uri="{FF2B5EF4-FFF2-40B4-BE49-F238E27FC236}">
                <a16:creationId xmlns:a16="http://schemas.microsoft.com/office/drawing/2014/main" id="{264F2B86-ECC0-7A5B-534A-302B42937FC5}"/>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5120470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rgbClr val="F3F6FA"/>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F554D3B-7E12-E45B-03C1-A3940395A463}"/>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5" name="Rectangle 13">
            <a:extLst>
              <a:ext uri="{FF2B5EF4-FFF2-40B4-BE49-F238E27FC236}">
                <a16:creationId xmlns:a16="http://schemas.microsoft.com/office/drawing/2014/main" id="{B74BB418-B73B-947C-6532-DFCBDA2D035F}"/>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6" name="Picture Placeholder 10">
            <a:extLst>
              <a:ext uri="{FF2B5EF4-FFF2-40B4-BE49-F238E27FC236}">
                <a16:creationId xmlns:a16="http://schemas.microsoft.com/office/drawing/2014/main" id="{879CBB93-2724-D211-44EA-ADB4CBB2C217}"/>
              </a:ext>
            </a:extLst>
          </p:cNvPr>
          <p:cNvSpPr>
            <a:spLocks noGrp="1"/>
          </p:cNvSpPr>
          <p:nvPr>
            <p:ph type="pic" sz="quarter" idx="14"/>
          </p:nvPr>
        </p:nvSpPr>
        <p:spPr>
          <a:xfrm>
            <a:off x="2496608" y="2371141"/>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19" name="Picture Placeholder 10">
            <a:extLst>
              <a:ext uri="{FF2B5EF4-FFF2-40B4-BE49-F238E27FC236}">
                <a16:creationId xmlns:a16="http://schemas.microsoft.com/office/drawing/2014/main" id="{975AF4B5-679A-2F14-2882-C357C4EB8385}"/>
              </a:ext>
            </a:extLst>
          </p:cNvPr>
          <p:cNvSpPr>
            <a:spLocks noGrp="1"/>
          </p:cNvSpPr>
          <p:nvPr>
            <p:ph type="pic" sz="quarter" idx="15"/>
          </p:nvPr>
        </p:nvSpPr>
        <p:spPr>
          <a:xfrm>
            <a:off x="4845702" y="2371141"/>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20" name="Picture Placeholder 10">
            <a:extLst>
              <a:ext uri="{FF2B5EF4-FFF2-40B4-BE49-F238E27FC236}">
                <a16:creationId xmlns:a16="http://schemas.microsoft.com/office/drawing/2014/main" id="{D2606FA6-7E6D-2171-66D5-A4130776CB7B}"/>
              </a:ext>
            </a:extLst>
          </p:cNvPr>
          <p:cNvSpPr>
            <a:spLocks noGrp="1"/>
          </p:cNvSpPr>
          <p:nvPr>
            <p:ph type="pic" sz="quarter" idx="16"/>
          </p:nvPr>
        </p:nvSpPr>
        <p:spPr>
          <a:xfrm>
            <a:off x="7336366" y="2371141"/>
            <a:ext cx="1066800" cy="1066800"/>
          </a:xfrm>
          <a:solidFill>
            <a:schemeClr val="bg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p>
        </p:txBody>
      </p:sp>
      <p:sp>
        <p:nvSpPr>
          <p:cNvPr id="21" name="Picture Placeholder 10">
            <a:extLst>
              <a:ext uri="{FF2B5EF4-FFF2-40B4-BE49-F238E27FC236}">
                <a16:creationId xmlns:a16="http://schemas.microsoft.com/office/drawing/2014/main" id="{8C7A6BB6-A31F-E71D-1B4D-D33070B9E282}"/>
              </a:ext>
            </a:extLst>
          </p:cNvPr>
          <p:cNvSpPr>
            <a:spLocks noGrp="1"/>
          </p:cNvSpPr>
          <p:nvPr>
            <p:ph type="pic" sz="quarter" idx="17"/>
          </p:nvPr>
        </p:nvSpPr>
        <p:spPr>
          <a:xfrm>
            <a:off x="9756246" y="2371141"/>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22" name="Text Placeholder 2">
            <a:extLst>
              <a:ext uri="{FF2B5EF4-FFF2-40B4-BE49-F238E27FC236}">
                <a16:creationId xmlns:a16="http://schemas.microsoft.com/office/drawing/2014/main" id="{A888C275-EDFE-BD2C-76CE-77B30231071A}"/>
              </a:ext>
            </a:extLst>
          </p:cNvPr>
          <p:cNvSpPr>
            <a:spLocks noGrp="1"/>
          </p:cNvSpPr>
          <p:nvPr>
            <p:ph type="body" idx="21"/>
          </p:nvPr>
        </p:nvSpPr>
        <p:spPr>
          <a:xfrm>
            <a:off x="2009552" y="3565602"/>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0D92939D-D43D-37EB-6D21-52C865479102}"/>
              </a:ext>
            </a:extLst>
          </p:cNvPr>
          <p:cNvSpPr>
            <a:spLocks noGrp="1"/>
          </p:cNvSpPr>
          <p:nvPr>
            <p:ph type="body" idx="22"/>
          </p:nvPr>
        </p:nvSpPr>
        <p:spPr>
          <a:xfrm>
            <a:off x="4358646" y="3580284"/>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45D888E2-50D6-65A6-BDC8-9272530B9914}"/>
              </a:ext>
            </a:extLst>
          </p:cNvPr>
          <p:cNvSpPr>
            <a:spLocks noGrp="1"/>
          </p:cNvSpPr>
          <p:nvPr>
            <p:ph type="body" idx="23"/>
          </p:nvPr>
        </p:nvSpPr>
        <p:spPr>
          <a:xfrm>
            <a:off x="6837395" y="3580284"/>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02FC023E-A880-48AE-F764-FA9B278E9874}"/>
              </a:ext>
            </a:extLst>
          </p:cNvPr>
          <p:cNvSpPr>
            <a:spLocks noGrp="1"/>
          </p:cNvSpPr>
          <p:nvPr>
            <p:ph type="body" idx="24"/>
          </p:nvPr>
        </p:nvSpPr>
        <p:spPr>
          <a:xfrm>
            <a:off x="9253864" y="3565602"/>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Picture Placeholder 10">
            <a:extLst>
              <a:ext uri="{FF2B5EF4-FFF2-40B4-BE49-F238E27FC236}">
                <a16:creationId xmlns:a16="http://schemas.microsoft.com/office/drawing/2014/main" id="{571A066E-6CA2-610B-9BA0-D3E598030268}"/>
              </a:ext>
            </a:extLst>
          </p:cNvPr>
          <p:cNvSpPr>
            <a:spLocks noGrp="1"/>
          </p:cNvSpPr>
          <p:nvPr>
            <p:ph type="pic" sz="quarter" idx="26"/>
          </p:nvPr>
        </p:nvSpPr>
        <p:spPr>
          <a:xfrm>
            <a:off x="2496608" y="4229977"/>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27" name="Picture Placeholder 10">
            <a:extLst>
              <a:ext uri="{FF2B5EF4-FFF2-40B4-BE49-F238E27FC236}">
                <a16:creationId xmlns:a16="http://schemas.microsoft.com/office/drawing/2014/main" id="{C7455892-E71F-8378-6ACE-6C44DB18091E}"/>
              </a:ext>
            </a:extLst>
          </p:cNvPr>
          <p:cNvSpPr>
            <a:spLocks noGrp="1"/>
          </p:cNvSpPr>
          <p:nvPr>
            <p:ph type="pic" sz="quarter" idx="27"/>
          </p:nvPr>
        </p:nvSpPr>
        <p:spPr>
          <a:xfrm>
            <a:off x="4845702" y="4229977"/>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28" name="Picture Placeholder 10">
            <a:extLst>
              <a:ext uri="{FF2B5EF4-FFF2-40B4-BE49-F238E27FC236}">
                <a16:creationId xmlns:a16="http://schemas.microsoft.com/office/drawing/2014/main" id="{793E6554-FDE6-0BE3-1E2E-BB7635F339D1}"/>
              </a:ext>
            </a:extLst>
          </p:cNvPr>
          <p:cNvSpPr>
            <a:spLocks noGrp="1"/>
          </p:cNvSpPr>
          <p:nvPr>
            <p:ph type="pic" sz="quarter" idx="28"/>
          </p:nvPr>
        </p:nvSpPr>
        <p:spPr>
          <a:xfrm>
            <a:off x="7336366" y="4229977"/>
            <a:ext cx="1066800" cy="1066800"/>
          </a:xfrm>
          <a:solidFill>
            <a:schemeClr val="bg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p>
        </p:txBody>
      </p:sp>
      <p:sp>
        <p:nvSpPr>
          <p:cNvPr id="29" name="Picture Placeholder 10">
            <a:extLst>
              <a:ext uri="{FF2B5EF4-FFF2-40B4-BE49-F238E27FC236}">
                <a16:creationId xmlns:a16="http://schemas.microsoft.com/office/drawing/2014/main" id="{0F18EBA1-7F65-80EB-15F0-5CD103C5831D}"/>
              </a:ext>
            </a:extLst>
          </p:cNvPr>
          <p:cNvSpPr>
            <a:spLocks noGrp="1"/>
          </p:cNvSpPr>
          <p:nvPr>
            <p:ph type="pic" sz="quarter" idx="29"/>
          </p:nvPr>
        </p:nvSpPr>
        <p:spPr>
          <a:xfrm>
            <a:off x="9756246" y="4229977"/>
            <a:ext cx="1066800" cy="1066800"/>
          </a:xfrm>
          <a:solidFill>
            <a:schemeClr val="bg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p>
        </p:txBody>
      </p:sp>
      <p:sp>
        <p:nvSpPr>
          <p:cNvPr id="30" name="Text Placeholder 2">
            <a:extLst>
              <a:ext uri="{FF2B5EF4-FFF2-40B4-BE49-F238E27FC236}">
                <a16:creationId xmlns:a16="http://schemas.microsoft.com/office/drawing/2014/main" id="{936FC18F-1739-9CDF-71DA-37DD47F9CA60}"/>
              </a:ext>
            </a:extLst>
          </p:cNvPr>
          <p:cNvSpPr>
            <a:spLocks noGrp="1"/>
          </p:cNvSpPr>
          <p:nvPr>
            <p:ph type="body" idx="33"/>
          </p:nvPr>
        </p:nvSpPr>
        <p:spPr>
          <a:xfrm>
            <a:off x="2009552" y="5431878"/>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1" name="Text Placeholder 2">
            <a:extLst>
              <a:ext uri="{FF2B5EF4-FFF2-40B4-BE49-F238E27FC236}">
                <a16:creationId xmlns:a16="http://schemas.microsoft.com/office/drawing/2014/main" id="{F76213C9-1459-F068-0CCD-A7DE40F68793}"/>
              </a:ext>
            </a:extLst>
          </p:cNvPr>
          <p:cNvSpPr>
            <a:spLocks noGrp="1"/>
          </p:cNvSpPr>
          <p:nvPr>
            <p:ph type="body" idx="34"/>
          </p:nvPr>
        </p:nvSpPr>
        <p:spPr>
          <a:xfrm>
            <a:off x="4358646" y="5446560"/>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2" name="Text Placeholder 2">
            <a:extLst>
              <a:ext uri="{FF2B5EF4-FFF2-40B4-BE49-F238E27FC236}">
                <a16:creationId xmlns:a16="http://schemas.microsoft.com/office/drawing/2014/main" id="{CC1D1590-DF35-5EE1-D56C-2B64935B3CE5}"/>
              </a:ext>
            </a:extLst>
          </p:cNvPr>
          <p:cNvSpPr>
            <a:spLocks noGrp="1"/>
          </p:cNvSpPr>
          <p:nvPr>
            <p:ph type="body" idx="35"/>
          </p:nvPr>
        </p:nvSpPr>
        <p:spPr>
          <a:xfrm>
            <a:off x="6849310" y="5446560"/>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Text Placeholder 2">
            <a:extLst>
              <a:ext uri="{FF2B5EF4-FFF2-40B4-BE49-F238E27FC236}">
                <a16:creationId xmlns:a16="http://schemas.microsoft.com/office/drawing/2014/main" id="{D179A56D-2F01-D553-A9CF-E8E9B4D26795}"/>
              </a:ext>
            </a:extLst>
          </p:cNvPr>
          <p:cNvSpPr>
            <a:spLocks noGrp="1"/>
          </p:cNvSpPr>
          <p:nvPr>
            <p:ph type="body" idx="36"/>
          </p:nvPr>
        </p:nvSpPr>
        <p:spPr>
          <a:xfrm>
            <a:off x="9253864" y="5431878"/>
            <a:ext cx="2057400" cy="343061"/>
          </a:xfrm>
        </p:spPr>
        <p:txBody>
          <a:bodyPr anchor="ctr">
            <a:noAutofit/>
          </a:bodyPr>
          <a:lstStyle>
            <a:lvl1pPr marL="0" indent="0" algn="ctr">
              <a:buNone/>
              <a:defRPr lang="en-US" sz="1400" kern="1200" spc="0" baseline="0" dirty="0" smtClean="0">
                <a:solidFill>
                  <a:schemeClr val="tx1">
                    <a:lumMod val="85000"/>
                    <a:lumOff val="15000"/>
                  </a:schemeClr>
                </a:solidFill>
                <a:latin typeface="Arial" panose="020B0604020202020204" pitchFamily="34" charset="0"/>
                <a:ea typeface="+mj-ea"/>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 name="Footer Placeholder 4">
            <a:extLst>
              <a:ext uri="{FF2B5EF4-FFF2-40B4-BE49-F238E27FC236}">
                <a16:creationId xmlns:a16="http://schemas.microsoft.com/office/drawing/2014/main" id="{A5C8F129-153A-423E-CDFC-21753E5DF3F1}"/>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1730252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0D63224A-C950-CC4A-E349-BBE7AB502005}"/>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accent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6" name="Content Placeholder 5">
            <a:extLst>
              <a:ext uri="{FF2B5EF4-FFF2-40B4-BE49-F238E27FC236}">
                <a16:creationId xmlns:a16="http://schemas.microsoft.com/office/drawing/2014/main" id="{4DD9E58A-801C-1BC5-C718-37BE5FEA339E}"/>
              </a:ext>
            </a:extLst>
          </p:cNvPr>
          <p:cNvSpPr>
            <a:spLocks noGrp="1"/>
          </p:cNvSpPr>
          <p:nvPr>
            <p:ph sz="quarter" idx="15"/>
          </p:nvPr>
        </p:nvSpPr>
        <p:spPr>
          <a:xfrm>
            <a:off x="6908800" y="2109709"/>
            <a:ext cx="6225587" cy="4449409"/>
          </a:xfrm>
        </p:spPr>
        <p:txBody>
          <a:bodyPr/>
          <a:lstStyle>
            <a:lvl1pPr marL="0" indent="0">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stStyle>
          <a:p>
            <a:pPr lvl="0"/>
            <a:r>
              <a:rPr lang="en-US"/>
              <a:t>Click to edit Master text styles</a:t>
            </a:r>
          </a:p>
        </p:txBody>
      </p:sp>
      <p:sp>
        <p:nvSpPr>
          <p:cNvPr id="6" name="Footer Placeholder 4">
            <a:extLst>
              <a:ext uri="{FF2B5EF4-FFF2-40B4-BE49-F238E27FC236}">
                <a16:creationId xmlns:a16="http://schemas.microsoft.com/office/drawing/2014/main" id="{AA03DB70-2B97-5BB5-CA6C-9FCF54B1E2E5}"/>
              </a:ext>
            </a:extLst>
          </p:cNvPr>
          <p:cNvSpPr txBox="1">
            <a:spLocks/>
          </p:cNvSpPr>
          <p:nvPr userDrawn="1"/>
        </p:nvSpPr>
        <p:spPr>
          <a:xfrm>
            <a:off x="455791" y="7245337"/>
            <a:ext cx="1315156" cy="193182"/>
          </a:xfrm>
          <a:prstGeom prst="rect">
            <a:avLst/>
          </a:prstGeom>
        </p:spPr>
        <p:txBody>
          <a:bodyPr vert="horz" lIns="0" tIns="45720" rIns="0" bIns="45720" rtlCol="0" anchor="t"/>
          <a:lstStyle>
            <a:defPPr>
              <a:defRPr lang="en-CA"/>
            </a:defPPr>
            <a:lvl1pPr algn="l" rtl="0" fontAlgn="base">
              <a:spcBef>
                <a:spcPct val="0"/>
              </a:spcBef>
              <a:spcAft>
                <a:spcPct val="0"/>
              </a:spcAft>
              <a:defRPr sz="600" kern="1200">
                <a:solidFill>
                  <a:schemeClr val="accent1"/>
                </a:solidFill>
                <a:latin typeface="Arial" panose="020B0604020202020204" pitchFamily="34" charset="0"/>
                <a:ea typeface="Roboto Lt" panose="02000000000000000000" pitchFamily="2" charset="0"/>
                <a:cs typeface="Arial" panose="020B0604020202020204" pitchFamily="34" charset="0"/>
              </a:defRPr>
            </a:lvl1pPr>
            <a:lvl2pPr marL="457200" algn="ctr" rtl="0" fontAlgn="base">
              <a:spcBef>
                <a:spcPct val="0"/>
              </a:spcBef>
              <a:spcAft>
                <a:spcPct val="0"/>
              </a:spcAft>
              <a:defRPr sz="1200" kern="1200">
                <a:solidFill>
                  <a:schemeClr val="tx1"/>
                </a:solidFill>
                <a:latin typeface="Arial" charset="0"/>
                <a:ea typeface="LF_Kai" pitchFamily="2" charset="-122"/>
                <a:cs typeface="+mn-cs"/>
              </a:defRPr>
            </a:lvl2pPr>
            <a:lvl3pPr marL="914400" algn="ctr" rtl="0" fontAlgn="base">
              <a:spcBef>
                <a:spcPct val="0"/>
              </a:spcBef>
              <a:spcAft>
                <a:spcPct val="0"/>
              </a:spcAft>
              <a:defRPr sz="1200" kern="1200">
                <a:solidFill>
                  <a:schemeClr val="tx1"/>
                </a:solidFill>
                <a:latin typeface="Arial" charset="0"/>
                <a:ea typeface="LF_Kai" pitchFamily="2" charset="-122"/>
                <a:cs typeface="+mn-cs"/>
              </a:defRPr>
            </a:lvl3pPr>
            <a:lvl4pPr marL="1371600" algn="ctr" rtl="0" fontAlgn="base">
              <a:spcBef>
                <a:spcPct val="0"/>
              </a:spcBef>
              <a:spcAft>
                <a:spcPct val="0"/>
              </a:spcAft>
              <a:defRPr sz="1200" kern="1200">
                <a:solidFill>
                  <a:schemeClr val="tx1"/>
                </a:solidFill>
                <a:latin typeface="Arial" charset="0"/>
                <a:ea typeface="LF_Kai" pitchFamily="2" charset="-122"/>
                <a:cs typeface="+mn-cs"/>
              </a:defRPr>
            </a:lvl4pPr>
            <a:lvl5pPr marL="1828800" algn="ctr" rtl="0" fontAlgn="base">
              <a:spcBef>
                <a:spcPct val="0"/>
              </a:spcBef>
              <a:spcAft>
                <a:spcPct val="0"/>
              </a:spcAft>
              <a:defRPr sz="1200" kern="1200">
                <a:solidFill>
                  <a:schemeClr val="tx1"/>
                </a:solidFill>
                <a:latin typeface="Arial" charset="0"/>
                <a:ea typeface="LF_Kai" pitchFamily="2" charset="-122"/>
                <a:cs typeface="+mn-cs"/>
              </a:defRPr>
            </a:lvl5pPr>
            <a:lvl6pPr marL="2286000" algn="l" defTabSz="914400" rtl="0" eaLnBrk="1" latinLnBrk="0" hangingPunct="1">
              <a:defRPr sz="1200" kern="1200">
                <a:solidFill>
                  <a:schemeClr val="tx1"/>
                </a:solidFill>
                <a:latin typeface="Arial" charset="0"/>
                <a:ea typeface="LF_Kai" pitchFamily="2" charset="-122"/>
                <a:cs typeface="+mn-cs"/>
              </a:defRPr>
            </a:lvl6pPr>
            <a:lvl7pPr marL="2743200" algn="l" defTabSz="914400" rtl="0" eaLnBrk="1" latinLnBrk="0" hangingPunct="1">
              <a:defRPr sz="1200" kern="1200">
                <a:solidFill>
                  <a:schemeClr val="tx1"/>
                </a:solidFill>
                <a:latin typeface="Arial" charset="0"/>
                <a:ea typeface="LF_Kai" pitchFamily="2" charset="-122"/>
                <a:cs typeface="+mn-cs"/>
              </a:defRPr>
            </a:lvl7pPr>
            <a:lvl8pPr marL="3200400" algn="l" defTabSz="914400" rtl="0" eaLnBrk="1" latinLnBrk="0" hangingPunct="1">
              <a:defRPr sz="1200" kern="1200">
                <a:solidFill>
                  <a:schemeClr val="tx1"/>
                </a:solidFill>
                <a:latin typeface="Arial" charset="0"/>
                <a:ea typeface="LF_Kai" pitchFamily="2" charset="-122"/>
                <a:cs typeface="+mn-cs"/>
              </a:defRPr>
            </a:lvl8pPr>
            <a:lvl9pPr marL="3657600" algn="l" defTabSz="914400" rtl="0" eaLnBrk="1" latinLnBrk="0" hangingPunct="1">
              <a:defRPr sz="1200" kern="1200">
                <a:solidFill>
                  <a:schemeClr val="tx1"/>
                </a:solidFill>
                <a:latin typeface="Arial" charset="0"/>
                <a:ea typeface="LF_Kai" pitchFamily="2" charset="-122"/>
                <a:cs typeface="+mn-cs"/>
              </a:defRPr>
            </a:lvl9pPr>
          </a:lstStyle>
          <a:p>
            <a:endParaRPr lang="en-CA">
              <a:solidFill>
                <a:schemeClr val="tx2"/>
              </a:solidFill>
            </a:endParaRPr>
          </a:p>
        </p:txBody>
      </p:sp>
      <p:sp>
        <p:nvSpPr>
          <p:cNvPr id="8" name="Content Placeholder 5">
            <a:extLst>
              <a:ext uri="{FF2B5EF4-FFF2-40B4-BE49-F238E27FC236}">
                <a16:creationId xmlns:a16="http://schemas.microsoft.com/office/drawing/2014/main" id="{2E31739C-857F-AAF3-8CF6-3795A8000193}"/>
              </a:ext>
            </a:extLst>
          </p:cNvPr>
          <p:cNvSpPr>
            <a:spLocks noGrp="1"/>
          </p:cNvSpPr>
          <p:nvPr>
            <p:ph sz="quarter" idx="14"/>
          </p:nvPr>
        </p:nvSpPr>
        <p:spPr>
          <a:xfrm>
            <a:off x="455791" y="2109724"/>
            <a:ext cx="6071618" cy="4449408"/>
          </a:xfrm>
        </p:spPr>
        <p:txBody>
          <a:bodyPr/>
          <a:lstStyle>
            <a:lvl1pPr marL="0" indent="0">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314020"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3679"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2059"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60442" inden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stStyle>
          <a:p>
            <a:pPr lvl="0"/>
            <a:r>
              <a:rPr lang="en-US"/>
              <a:t>Click to edit Master text styles</a:t>
            </a:r>
          </a:p>
        </p:txBody>
      </p:sp>
      <p:sp>
        <p:nvSpPr>
          <p:cNvPr id="3" name="Title 1">
            <a:extLst>
              <a:ext uri="{FF2B5EF4-FFF2-40B4-BE49-F238E27FC236}">
                <a16:creationId xmlns:a16="http://schemas.microsoft.com/office/drawing/2014/main" id="{58A95D01-9CC0-85FE-EBB7-C413DD66994C}"/>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4" name="Rectangle 13">
            <a:extLst>
              <a:ext uri="{FF2B5EF4-FFF2-40B4-BE49-F238E27FC236}">
                <a16:creationId xmlns:a16="http://schemas.microsoft.com/office/drawing/2014/main" id="{319661FA-39A5-FDEF-53B2-DF32FFC5AF2C}"/>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pic>
        <p:nvPicPr>
          <p:cNvPr id="2" name="Picture 1" descr="Text&#10;&#10;Description automatically generated">
            <a:extLst>
              <a:ext uri="{FF2B5EF4-FFF2-40B4-BE49-F238E27FC236}">
                <a16:creationId xmlns:a16="http://schemas.microsoft.com/office/drawing/2014/main" id="{9D53CF8F-3ED4-355B-7413-AA44D5ECE2D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5791" y="6826301"/>
            <a:ext cx="2084755" cy="576121"/>
          </a:xfrm>
          <a:prstGeom prst="rect">
            <a:avLst/>
          </a:prstGeom>
        </p:spPr>
      </p:pic>
      <p:sp>
        <p:nvSpPr>
          <p:cNvPr id="10" name="Footer Placeholder 4">
            <a:extLst>
              <a:ext uri="{FF2B5EF4-FFF2-40B4-BE49-F238E27FC236}">
                <a16:creationId xmlns:a16="http://schemas.microsoft.com/office/drawing/2014/main" id="{5F69C4D2-1A8E-1F1B-71A0-4735466A5A56}"/>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439350649"/>
      </p:ext>
    </p:extLst>
  </p:cSld>
  <p:clrMapOvr>
    <a:masterClrMapping/>
  </p:clrMapOvr>
  <p:hf sldNum="0"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A03DB70-2B97-5BB5-CA6C-9FCF54B1E2E5}"/>
              </a:ext>
            </a:extLst>
          </p:cNvPr>
          <p:cNvSpPr txBox="1">
            <a:spLocks/>
          </p:cNvSpPr>
          <p:nvPr userDrawn="1"/>
        </p:nvSpPr>
        <p:spPr>
          <a:xfrm>
            <a:off x="455791" y="7245337"/>
            <a:ext cx="1315156" cy="193182"/>
          </a:xfrm>
          <a:prstGeom prst="rect">
            <a:avLst/>
          </a:prstGeom>
        </p:spPr>
        <p:txBody>
          <a:bodyPr vert="horz" lIns="0" tIns="45720" rIns="0" bIns="45720" rtlCol="0" anchor="t"/>
          <a:lstStyle>
            <a:defPPr>
              <a:defRPr lang="en-CA"/>
            </a:defPPr>
            <a:lvl1pPr algn="l" rtl="0" fontAlgn="base">
              <a:spcBef>
                <a:spcPct val="0"/>
              </a:spcBef>
              <a:spcAft>
                <a:spcPct val="0"/>
              </a:spcAft>
              <a:defRPr sz="600" kern="1200">
                <a:solidFill>
                  <a:schemeClr val="accent1"/>
                </a:solidFill>
                <a:latin typeface="Arial" panose="020B0604020202020204" pitchFamily="34" charset="0"/>
                <a:ea typeface="Roboto Lt" panose="02000000000000000000" pitchFamily="2" charset="0"/>
                <a:cs typeface="Arial" panose="020B0604020202020204" pitchFamily="34" charset="0"/>
              </a:defRPr>
            </a:lvl1pPr>
            <a:lvl2pPr marL="457200" algn="ctr" rtl="0" fontAlgn="base">
              <a:spcBef>
                <a:spcPct val="0"/>
              </a:spcBef>
              <a:spcAft>
                <a:spcPct val="0"/>
              </a:spcAft>
              <a:defRPr sz="1200" kern="1200">
                <a:solidFill>
                  <a:schemeClr val="tx1"/>
                </a:solidFill>
                <a:latin typeface="Arial" charset="0"/>
                <a:ea typeface="LF_Kai" pitchFamily="2" charset="-122"/>
                <a:cs typeface="+mn-cs"/>
              </a:defRPr>
            </a:lvl2pPr>
            <a:lvl3pPr marL="914400" algn="ctr" rtl="0" fontAlgn="base">
              <a:spcBef>
                <a:spcPct val="0"/>
              </a:spcBef>
              <a:spcAft>
                <a:spcPct val="0"/>
              </a:spcAft>
              <a:defRPr sz="1200" kern="1200">
                <a:solidFill>
                  <a:schemeClr val="tx1"/>
                </a:solidFill>
                <a:latin typeface="Arial" charset="0"/>
                <a:ea typeface="LF_Kai" pitchFamily="2" charset="-122"/>
                <a:cs typeface="+mn-cs"/>
              </a:defRPr>
            </a:lvl3pPr>
            <a:lvl4pPr marL="1371600" algn="ctr" rtl="0" fontAlgn="base">
              <a:spcBef>
                <a:spcPct val="0"/>
              </a:spcBef>
              <a:spcAft>
                <a:spcPct val="0"/>
              </a:spcAft>
              <a:defRPr sz="1200" kern="1200">
                <a:solidFill>
                  <a:schemeClr val="tx1"/>
                </a:solidFill>
                <a:latin typeface="Arial" charset="0"/>
                <a:ea typeface="LF_Kai" pitchFamily="2" charset="-122"/>
                <a:cs typeface="+mn-cs"/>
              </a:defRPr>
            </a:lvl4pPr>
            <a:lvl5pPr marL="1828800" algn="ctr" rtl="0" fontAlgn="base">
              <a:spcBef>
                <a:spcPct val="0"/>
              </a:spcBef>
              <a:spcAft>
                <a:spcPct val="0"/>
              </a:spcAft>
              <a:defRPr sz="1200" kern="1200">
                <a:solidFill>
                  <a:schemeClr val="tx1"/>
                </a:solidFill>
                <a:latin typeface="Arial" charset="0"/>
                <a:ea typeface="LF_Kai" pitchFamily="2" charset="-122"/>
                <a:cs typeface="+mn-cs"/>
              </a:defRPr>
            </a:lvl5pPr>
            <a:lvl6pPr marL="2286000" algn="l" defTabSz="914400" rtl="0" eaLnBrk="1" latinLnBrk="0" hangingPunct="1">
              <a:defRPr sz="1200" kern="1200">
                <a:solidFill>
                  <a:schemeClr val="tx1"/>
                </a:solidFill>
                <a:latin typeface="Arial" charset="0"/>
                <a:ea typeface="LF_Kai" pitchFamily="2" charset="-122"/>
                <a:cs typeface="+mn-cs"/>
              </a:defRPr>
            </a:lvl6pPr>
            <a:lvl7pPr marL="2743200" algn="l" defTabSz="914400" rtl="0" eaLnBrk="1" latinLnBrk="0" hangingPunct="1">
              <a:defRPr sz="1200" kern="1200">
                <a:solidFill>
                  <a:schemeClr val="tx1"/>
                </a:solidFill>
                <a:latin typeface="Arial" charset="0"/>
                <a:ea typeface="LF_Kai" pitchFamily="2" charset="-122"/>
                <a:cs typeface="+mn-cs"/>
              </a:defRPr>
            </a:lvl7pPr>
            <a:lvl8pPr marL="3200400" algn="l" defTabSz="914400" rtl="0" eaLnBrk="1" latinLnBrk="0" hangingPunct="1">
              <a:defRPr sz="1200" kern="1200">
                <a:solidFill>
                  <a:schemeClr val="tx1"/>
                </a:solidFill>
                <a:latin typeface="Arial" charset="0"/>
                <a:ea typeface="LF_Kai" pitchFamily="2" charset="-122"/>
                <a:cs typeface="+mn-cs"/>
              </a:defRPr>
            </a:lvl8pPr>
            <a:lvl9pPr marL="3657600" algn="l" defTabSz="914400" rtl="0" eaLnBrk="1" latinLnBrk="0" hangingPunct="1">
              <a:defRPr sz="1200" kern="1200">
                <a:solidFill>
                  <a:schemeClr val="tx1"/>
                </a:solidFill>
                <a:latin typeface="Arial" charset="0"/>
                <a:ea typeface="LF_Kai" pitchFamily="2" charset="-122"/>
                <a:cs typeface="+mn-cs"/>
              </a:defRPr>
            </a:lvl9pPr>
          </a:lstStyle>
          <a:p>
            <a:r>
              <a:rPr lang="en-CA">
                <a:solidFill>
                  <a:schemeClr val="tx2"/>
                </a:solidFill>
              </a:rPr>
              <a:t>#</a:t>
            </a:r>
          </a:p>
        </p:txBody>
      </p:sp>
      <p:graphicFrame>
        <p:nvGraphicFramePr>
          <p:cNvPr id="3" name="Table 7">
            <a:extLst>
              <a:ext uri="{FF2B5EF4-FFF2-40B4-BE49-F238E27FC236}">
                <a16:creationId xmlns:a16="http://schemas.microsoft.com/office/drawing/2014/main" id="{E1EA1B3B-6F05-964F-A667-A2D84850F601}"/>
              </a:ext>
            </a:extLst>
          </p:cNvPr>
          <p:cNvGraphicFramePr>
            <a:graphicFrameLocks noGrp="1"/>
          </p:cNvGraphicFramePr>
          <p:nvPr userDrawn="1">
            <p:extLst>
              <p:ext uri="{D42A27DB-BD31-4B8C-83A1-F6EECF244321}">
                <p14:modId xmlns:p14="http://schemas.microsoft.com/office/powerpoint/2010/main" val="1381986743"/>
              </p:ext>
            </p:extLst>
          </p:nvPr>
        </p:nvGraphicFramePr>
        <p:xfrm>
          <a:off x="455790" y="2054430"/>
          <a:ext cx="12665145" cy="4221480"/>
        </p:xfrm>
        <a:graphic>
          <a:graphicData uri="http://schemas.openxmlformats.org/drawingml/2006/table">
            <a:tbl>
              <a:tblPr firstRow="1" bandRow="1">
                <a:tableStyleId>{5C22544A-7EE6-4342-B048-85BDC9FD1C3A}</a:tableStyleId>
              </a:tblPr>
              <a:tblGrid>
                <a:gridCol w="4628248">
                  <a:extLst>
                    <a:ext uri="{9D8B030D-6E8A-4147-A177-3AD203B41FA5}">
                      <a16:colId xmlns:a16="http://schemas.microsoft.com/office/drawing/2014/main" val="2209413819"/>
                    </a:ext>
                  </a:extLst>
                </a:gridCol>
                <a:gridCol w="1344806">
                  <a:extLst>
                    <a:ext uri="{9D8B030D-6E8A-4147-A177-3AD203B41FA5}">
                      <a16:colId xmlns:a16="http://schemas.microsoft.com/office/drawing/2014/main" val="2329540561"/>
                    </a:ext>
                  </a:extLst>
                </a:gridCol>
                <a:gridCol w="1344806">
                  <a:extLst>
                    <a:ext uri="{9D8B030D-6E8A-4147-A177-3AD203B41FA5}">
                      <a16:colId xmlns:a16="http://schemas.microsoft.com/office/drawing/2014/main" val="4149327038"/>
                    </a:ext>
                  </a:extLst>
                </a:gridCol>
                <a:gridCol w="1344806">
                  <a:extLst>
                    <a:ext uri="{9D8B030D-6E8A-4147-A177-3AD203B41FA5}">
                      <a16:colId xmlns:a16="http://schemas.microsoft.com/office/drawing/2014/main" val="1467718324"/>
                    </a:ext>
                  </a:extLst>
                </a:gridCol>
                <a:gridCol w="1344806">
                  <a:extLst>
                    <a:ext uri="{9D8B030D-6E8A-4147-A177-3AD203B41FA5}">
                      <a16:colId xmlns:a16="http://schemas.microsoft.com/office/drawing/2014/main" val="588559862"/>
                    </a:ext>
                  </a:extLst>
                </a:gridCol>
                <a:gridCol w="2657673">
                  <a:extLst>
                    <a:ext uri="{9D8B030D-6E8A-4147-A177-3AD203B41FA5}">
                      <a16:colId xmlns:a16="http://schemas.microsoft.com/office/drawing/2014/main" val="2505646320"/>
                    </a:ext>
                  </a:extLst>
                </a:gridCol>
              </a:tblGrid>
              <a:tr h="701040">
                <a:tc>
                  <a:txBody>
                    <a:bodyPr/>
                    <a:lstStyle/>
                    <a:p>
                      <a:r>
                        <a:rPr lang="en-US" sz="1400" b="0">
                          <a:latin typeface="Arial" panose="020B0604020202020204" pitchFamily="34" charset="0"/>
                          <a:cs typeface="Arial" panose="020B0604020202020204" pitchFamily="34" charset="0"/>
                        </a:rPr>
                        <a:t>Enter text here</a:t>
                      </a:r>
                    </a:p>
                  </a:txBody>
                  <a:tcPr anchor="ctr">
                    <a:solidFill>
                      <a:srgbClr val="0000F2"/>
                    </a:solidFill>
                  </a:tcPr>
                </a:tc>
                <a:tc>
                  <a:txBody>
                    <a:bodyPr/>
                    <a:lstStyle/>
                    <a:p>
                      <a:pPr algn="ctr"/>
                      <a:r>
                        <a:rPr lang="en-US" sz="1400" b="0">
                          <a:latin typeface="Arial" panose="020B0604020202020204" pitchFamily="34" charset="0"/>
                          <a:cs typeface="Arial" panose="020B0604020202020204" pitchFamily="34" charset="0"/>
                        </a:rPr>
                        <a:t>Text</a:t>
                      </a:r>
                    </a:p>
                  </a:txBody>
                  <a:tcPr anchor="ctr">
                    <a:lnB w="12700" cap="flat" cmpd="sng" algn="ctr">
                      <a:solidFill>
                        <a:schemeClr val="bg2"/>
                      </a:solidFill>
                      <a:prstDash val="solid"/>
                      <a:round/>
                      <a:headEnd type="none" w="med" len="med"/>
                      <a:tailEnd type="none" w="med" len="med"/>
                    </a:lnB>
                    <a:solidFill>
                      <a:srgbClr val="0000F2"/>
                    </a:solidFill>
                  </a:tcPr>
                </a:tc>
                <a:tc>
                  <a:txBody>
                    <a:bodyPr/>
                    <a:lstStyle/>
                    <a:p>
                      <a:pPr marL="0" marR="0" lvl="0" indent="0" algn="ctr" defTabSz="1256079" rtl="0" eaLnBrk="1" fontAlgn="auto" latinLnBrk="0" hangingPunct="1">
                        <a:lnSpc>
                          <a:spcPct val="100000"/>
                        </a:lnSpc>
                        <a:spcBef>
                          <a:spcPts val="0"/>
                        </a:spcBef>
                        <a:spcAft>
                          <a:spcPts val="0"/>
                        </a:spcAft>
                        <a:buClrTx/>
                        <a:buSzTx/>
                        <a:buFontTx/>
                        <a:buNone/>
                        <a:tabLst/>
                        <a:defRPr/>
                      </a:pPr>
                      <a:r>
                        <a:rPr lang="en-US" sz="1400" b="0" kern="1200">
                          <a:solidFill>
                            <a:schemeClr val="lt1"/>
                          </a:solidFill>
                          <a:latin typeface="Arial" panose="020B0604020202020204" pitchFamily="34" charset="0"/>
                          <a:ea typeface="+mn-ea"/>
                          <a:cs typeface="Arial" panose="020B0604020202020204" pitchFamily="34" charset="0"/>
                        </a:rPr>
                        <a:t>Text</a:t>
                      </a:r>
                    </a:p>
                  </a:txBody>
                  <a:tcPr anchor="ctr">
                    <a:lnB w="12700" cap="flat" cmpd="sng" algn="ctr">
                      <a:solidFill>
                        <a:schemeClr val="bg2"/>
                      </a:solidFill>
                      <a:prstDash val="solid"/>
                      <a:round/>
                      <a:headEnd type="none" w="med" len="med"/>
                      <a:tailEnd type="none" w="med" len="med"/>
                    </a:lnB>
                    <a:solidFill>
                      <a:srgbClr val="0000F2"/>
                    </a:solidFill>
                  </a:tcPr>
                </a:tc>
                <a:tc>
                  <a:txBody>
                    <a:bodyPr/>
                    <a:lstStyle/>
                    <a:p>
                      <a:pPr marL="0" marR="0" lvl="0" indent="0" algn="ctr" defTabSz="1256079" rtl="0" eaLnBrk="1" fontAlgn="auto" latinLnBrk="0" hangingPunct="1">
                        <a:lnSpc>
                          <a:spcPct val="100000"/>
                        </a:lnSpc>
                        <a:spcBef>
                          <a:spcPts val="0"/>
                        </a:spcBef>
                        <a:spcAft>
                          <a:spcPts val="0"/>
                        </a:spcAft>
                        <a:buClrTx/>
                        <a:buSzTx/>
                        <a:buFontTx/>
                        <a:buNone/>
                        <a:tabLst/>
                        <a:defRPr/>
                      </a:pPr>
                      <a:r>
                        <a:rPr lang="en-US" sz="1400" b="0" kern="1200">
                          <a:solidFill>
                            <a:schemeClr val="lt1"/>
                          </a:solidFill>
                          <a:latin typeface="Arial" panose="020B0604020202020204" pitchFamily="34" charset="0"/>
                          <a:ea typeface="+mn-ea"/>
                          <a:cs typeface="Arial" panose="020B0604020202020204" pitchFamily="34" charset="0"/>
                        </a:rPr>
                        <a:t>Text</a:t>
                      </a:r>
                    </a:p>
                  </a:txBody>
                  <a:tcPr anchor="ctr">
                    <a:lnB w="12700" cap="flat" cmpd="sng" algn="ctr">
                      <a:solidFill>
                        <a:schemeClr val="bg2"/>
                      </a:solidFill>
                      <a:prstDash val="solid"/>
                      <a:round/>
                      <a:headEnd type="none" w="med" len="med"/>
                      <a:tailEnd type="none" w="med" len="med"/>
                    </a:lnB>
                    <a:solidFill>
                      <a:srgbClr val="0000F2"/>
                    </a:solidFill>
                  </a:tcPr>
                </a:tc>
                <a:tc>
                  <a:txBody>
                    <a:bodyPr/>
                    <a:lstStyle/>
                    <a:p>
                      <a:pPr marL="0" marR="0" lvl="0" indent="0" algn="ctr" defTabSz="1256079" rtl="0" eaLnBrk="1" fontAlgn="auto" latinLnBrk="0" hangingPunct="1">
                        <a:lnSpc>
                          <a:spcPct val="100000"/>
                        </a:lnSpc>
                        <a:spcBef>
                          <a:spcPts val="0"/>
                        </a:spcBef>
                        <a:spcAft>
                          <a:spcPts val="0"/>
                        </a:spcAft>
                        <a:buClrTx/>
                        <a:buSzTx/>
                        <a:buFontTx/>
                        <a:buNone/>
                        <a:tabLst/>
                        <a:defRPr/>
                      </a:pPr>
                      <a:r>
                        <a:rPr lang="en-US" sz="1400" b="0" kern="1200">
                          <a:solidFill>
                            <a:schemeClr val="lt1"/>
                          </a:solidFill>
                          <a:latin typeface="Arial" panose="020B0604020202020204" pitchFamily="34" charset="0"/>
                          <a:ea typeface="+mn-ea"/>
                          <a:cs typeface="Arial" panose="020B0604020202020204" pitchFamily="34" charset="0"/>
                        </a:rPr>
                        <a:t>Text</a:t>
                      </a:r>
                    </a:p>
                  </a:txBody>
                  <a:tcPr anchor="ctr">
                    <a:lnB w="12700" cap="flat" cmpd="sng" algn="ctr">
                      <a:solidFill>
                        <a:schemeClr val="bg2"/>
                      </a:solidFill>
                      <a:prstDash val="solid"/>
                      <a:round/>
                      <a:headEnd type="none" w="med" len="med"/>
                      <a:tailEnd type="none" w="med" len="med"/>
                    </a:lnB>
                    <a:solidFill>
                      <a:srgbClr val="0000F2"/>
                    </a:solidFill>
                  </a:tcPr>
                </a:tc>
                <a:tc>
                  <a:txBody>
                    <a:bodyPr/>
                    <a:lstStyle/>
                    <a:p>
                      <a:endParaRPr lang="en-US" sz="1400" b="0">
                        <a:latin typeface="Arial" panose="020B0604020202020204" pitchFamily="34" charset="0"/>
                        <a:cs typeface="Arial" panose="020B0604020202020204" pitchFamily="34" charset="0"/>
                      </a:endParaRPr>
                    </a:p>
                  </a:txBody>
                  <a:tcPr>
                    <a:noFill/>
                  </a:tcPr>
                </a:tc>
                <a:extLst>
                  <a:ext uri="{0D108BD9-81ED-4DB2-BD59-A6C34878D82A}">
                    <a16:rowId xmlns:a16="http://schemas.microsoft.com/office/drawing/2014/main" val="3529236676"/>
                  </a:ext>
                </a:extLst>
              </a:tr>
              <a:tr h="704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solidFill>
                            <a:schemeClr val="tx1">
                              <a:lumMod val="85000"/>
                              <a:lumOff val="15000"/>
                            </a:schemeClr>
                          </a:solidFill>
                          <a:latin typeface="Arial" panose="020B0604020202020204" pitchFamily="34" charset="0"/>
                          <a:cs typeface="Arial" panose="020B0604020202020204" pitchFamily="34" charset="0"/>
                        </a:rPr>
                        <a:t>Enter text here</a:t>
                      </a:r>
                    </a:p>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nchor="ctr">
                    <a:lnR w="12700" cap="flat" cmpd="sng" algn="ctr">
                      <a:solidFill>
                        <a:schemeClr val="bg2"/>
                      </a:solidFill>
                      <a:prstDash val="solid"/>
                      <a:round/>
                      <a:headEnd type="none" w="med" len="med"/>
                      <a:tailEnd type="none" w="med" len="med"/>
                    </a:ln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lnL w="12700" cap="flat" cmpd="sng" algn="ctr">
                      <a:solidFill>
                        <a:schemeClr val="bg2"/>
                      </a:solidFill>
                      <a:prstDash val="solid"/>
                      <a:round/>
                      <a:headEnd type="none" w="med" len="med"/>
                      <a:tailEnd type="none" w="med" len="med"/>
                    </a:lnL>
                    <a:solidFill>
                      <a:schemeClr val="bg2"/>
                    </a:solidFill>
                  </a:tcPr>
                </a:tc>
                <a:extLst>
                  <a:ext uri="{0D108BD9-81ED-4DB2-BD59-A6C34878D82A}">
                    <a16:rowId xmlns:a16="http://schemas.microsoft.com/office/drawing/2014/main" val="1940738702"/>
                  </a:ext>
                </a:extLst>
              </a:tr>
              <a:tr h="704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solidFill>
                            <a:schemeClr val="tx1">
                              <a:lumMod val="85000"/>
                              <a:lumOff val="15000"/>
                            </a:schemeClr>
                          </a:solidFill>
                          <a:latin typeface="Arial" panose="020B0604020202020204" pitchFamily="34" charset="0"/>
                          <a:cs typeface="Arial" panose="020B0604020202020204" pitchFamily="34" charset="0"/>
                        </a:rPr>
                        <a:t>Enter text here</a:t>
                      </a:r>
                    </a:p>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nchor="ctr">
                    <a:lnR w="12700" cap="flat" cmpd="sng" algn="ctr">
                      <a:solidFill>
                        <a:schemeClr val="bg2"/>
                      </a:solidFill>
                      <a:prstDash val="solid"/>
                      <a:round/>
                      <a:headEnd type="none" w="med" len="med"/>
                      <a:tailEnd type="none" w="med" len="med"/>
                    </a:ln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lnL w="12700" cap="flat" cmpd="sng" algn="ctr">
                      <a:solidFill>
                        <a:schemeClr val="bg2"/>
                      </a:solidFill>
                      <a:prstDash val="solid"/>
                      <a:round/>
                      <a:headEnd type="none" w="med" len="med"/>
                      <a:tailEnd type="none" w="med" len="med"/>
                    </a:lnL>
                    <a:solidFill>
                      <a:schemeClr val="bg2"/>
                    </a:solidFill>
                  </a:tcPr>
                </a:tc>
                <a:extLst>
                  <a:ext uri="{0D108BD9-81ED-4DB2-BD59-A6C34878D82A}">
                    <a16:rowId xmlns:a16="http://schemas.microsoft.com/office/drawing/2014/main" val="3378414712"/>
                  </a:ext>
                </a:extLst>
              </a:tr>
              <a:tr h="704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solidFill>
                            <a:schemeClr val="tx1">
                              <a:lumMod val="85000"/>
                              <a:lumOff val="15000"/>
                            </a:schemeClr>
                          </a:solidFill>
                          <a:latin typeface="Arial" panose="020B0604020202020204" pitchFamily="34" charset="0"/>
                          <a:cs typeface="Arial" panose="020B0604020202020204" pitchFamily="34" charset="0"/>
                        </a:rPr>
                        <a:t>Enter text here</a:t>
                      </a:r>
                    </a:p>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nchor="ctr">
                    <a:lnR w="12700" cap="flat" cmpd="sng" algn="ctr">
                      <a:solidFill>
                        <a:schemeClr val="bg2"/>
                      </a:solidFill>
                      <a:prstDash val="solid"/>
                      <a:round/>
                      <a:headEnd type="none" w="med" len="med"/>
                      <a:tailEnd type="none" w="med" len="med"/>
                    </a:ln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lnL w="12700" cap="flat" cmpd="sng" algn="ctr">
                      <a:solidFill>
                        <a:schemeClr val="bg2"/>
                      </a:solidFill>
                      <a:prstDash val="solid"/>
                      <a:round/>
                      <a:headEnd type="none" w="med" len="med"/>
                      <a:tailEnd type="none" w="med" len="med"/>
                    </a:lnL>
                    <a:solidFill>
                      <a:schemeClr val="bg2"/>
                    </a:solidFill>
                  </a:tcPr>
                </a:tc>
                <a:extLst>
                  <a:ext uri="{0D108BD9-81ED-4DB2-BD59-A6C34878D82A}">
                    <a16:rowId xmlns:a16="http://schemas.microsoft.com/office/drawing/2014/main" val="1878176445"/>
                  </a:ext>
                </a:extLst>
              </a:tr>
              <a:tr h="704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solidFill>
                            <a:schemeClr val="tx1">
                              <a:lumMod val="85000"/>
                              <a:lumOff val="15000"/>
                            </a:schemeClr>
                          </a:solidFill>
                          <a:latin typeface="Arial" panose="020B0604020202020204" pitchFamily="34" charset="0"/>
                          <a:cs typeface="Arial" panose="020B0604020202020204" pitchFamily="34" charset="0"/>
                        </a:rPr>
                        <a:t>Enter text here</a:t>
                      </a:r>
                    </a:p>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nchor="ctr">
                    <a:lnR w="12700" cap="flat" cmpd="sng" algn="ctr">
                      <a:solidFill>
                        <a:schemeClr val="bg2"/>
                      </a:solidFill>
                      <a:prstDash val="solid"/>
                      <a:round/>
                      <a:headEnd type="none" w="med" len="med"/>
                      <a:tailEnd type="none" w="med" len="med"/>
                    </a:ln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lnL w="12700" cap="flat" cmpd="sng" algn="ctr">
                      <a:solidFill>
                        <a:schemeClr val="bg2"/>
                      </a:solidFill>
                      <a:prstDash val="solid"/>
                      <a:round/>
                      <a:headEnd type="none" w="med" len="med"/>
                      <a:tailEnd type="none" w="med" len="med"/>
                    </a:lnL>
                    <a:solidFill>
                      <a:schemeClr val="bg2"/>
                    </a:solidFill>
                  </a:tcPr>
                </a:tc>
                <a:extLst>
                  <a:ext uri="{0D108BD9-81ED-4DB2-BD59-A6C34878D82A}">
                    <a16:rowId xmlns:a16="http://schemas.microsoft.com/office/drawing/2014/main" val="3038505506"/>
                  </a:ext>
                </a:extLst>
              </a:tr>
              <a:tr h="7040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a:solidFill>
                            <a:schemeClr val="tx1">
                              <a:lumMod val="85000"/>
                              <a:lumOff val="15000"/>
                            </a:schemeClr>
                          </a:solidFill>
                          <a:latin typeface="Arial" panose="020B0604020202020204" pitchFamily="34" charset="0"/>
                          <a:cs typeface="Arial" panose="020B0604020202020204" pitchFamily="34" charset="0"/>
                        </a:rPr>
                        <a:t>Enter text here</a:t>
                      </a:r>
                    </a:p>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nchor="ctr">
                    <a:lnR w="12700" cap="flat" cmpd="sng" algn="ctr">
                      <a:solidFill>
                        <a:schemeClr val="bg2"/>
                      </a:solidFill>
                      <a:prstDash val="solid"/>
                      <a:round/>
                      <a:headEnd type="none" w="med" len="med"/>
                      <a:tailEnd type="none" w="med" len="med"/>
                    </a:ln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tx1">
                              <a:lumMod val="85000"/>
                              <a:lumOff val="15000"/>
                            </a:schemeClr>
                          </a:solidFill>
                          <a:effectLst/>
                          <a:uLnTx/>
                          <a:uFillTx/>
                          <a:latin typeface="Arial" panose="020B0604020202020204" pitchFamily="34" charset="0"/>
                          <a:ea typeface="+mn-ea"/>
                          <a:cs typeface="Arial" panose="020B0604020202020204" pitchFamily="34" charset="0"/>
                        </a:rPr>
                        <a:t>Text</a:t>
                      </a:r>
                    </a:p>
                  </a:txBody>
                  <a:tcPr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endParaRPr lang="en-US" sz="1400" b="0">
                        <a:solidFill>
                          <a:schemeClr val="tx1">
                            <a:lumMod val="85000"/>
                            <a:lumOff val="15000"/>
                          </a:schemeClr>
                        </a:solidFill>
                        <a:latin typeface="Arial" panose="020B0604020202020204" pitchFamily="34" charset="0"/>
                        <a:cs typeface="Arial" panose="020B0604020202020204" pitchFamily="34" charset="0"/>
                      </a:endParaRPr>
                    </a:p>
                  </a:txBody>
                  <a:tcPr>
                    <a:lnL w="12700" cap="flat" cmpd="sng" algn="ctr">
                      <a:solidFill>
                        <a:schemeClr val="bg2"/>
                      </a:solidFill>
                      <a:prstDash val="solid"/>
                      <a:round/>
                      <a:headEnd type="none" w="med" len="med"/>
                      <a:tailEnd type="none" w="med" len="med"/>
                    </a:lnL>
                    <a:solidFill>
                      <a:schemeClr val="bg2"/>
                    </a:solidFill>
                  </a:tcPr>
                </a:tc>
                <a:extLst>
                  <a:ext uri="{0D108BD9-81ED-4DB2-BD59-A6C34878D82A}">
                    <a16:rowId xmlns:a16="http://schemas.microsoft.com/office/drawing/2014/main" val="3333344713"/>
                  </a:ext>
                </a:extLst>
              </a:tr>
            </a:tbl>
          </a:graphicData>
        </a:graphic>
      </p:graphicFrame>
      <p:sp>
        <p:nvSpPr>
          <p:cNvPr id="4" name="Title 1">
            <a:extLst>
              <a:ext uri="{FF2B5EF4-FFF2-40B4-BE49-F238E27FC236}">
                <a16:creationId xmlns:a16="http://schemas.microsoft.com/office/drawing/2014/main" id="{DE591ADA-3C1B-6E8D-9209-3BF1B33317D2}"/>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5" name="Rectangle 13">
            <a:extLst>
              <a:ext uri="{FF2B5EF4-FFF2-40B4-BE49-F238E27FC236}">
                <a16:creationId xmlns:a16="http://schemas.microsoft.com/office/drawing/2014/main" id="{166D0626-6D58-C23E-5FB0-B6B64A3AEC48}"/>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pic>
        <p:nvPicPr>
          <p:cNvPr id="2" name="Picture 1" descr="Text&#10;&#10;Description automatically generated">
            <a:extLst>
              <a:ext uri="{FF2B5EF4-FFF2-40B4-BE49-F238E27FC236}">
                <a16:creationId xmlns:a16="http://schemas.microsoft.com/office/drawing/2014/main" id="{43F436CD-A768-D499-80FA-1362F5E33F2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5791" y="6826301"/>
            <a:ext cx="2084755" cy="576121"/>
          </a:xfrm>
          <a:prstGeom prst="rect">
            <a:avLst/>
          </a:prstGeom>
        </p:spPr>
      </p:pic>
      <p:sp>
        <p:nvSpPr>
          <p:cNvPr id="10" name="Footer Placeholder 4">
            <a:extLst>
              <a:ext uri="{FF2B5EF4-FFF2-40B4-BE49-F238E27FC236}">
                <a16:creationId xmlns:a16="http://schemas.microsoft.com/office/drawing/2014/main" id="{103CF715-6355-23F0-C013-59B5B0C59752}"/>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2749118830"/>
      </p:ext>
    </p:extLst>
  </p:cSld>
  <p:clrMapOvr>
    <a:masterClrMapping/>
  </p:clrMapOvr>
  <p:hf sldNum="0"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CC128BE6-626B-BB5D-2E2B-1CF9A715A5B7}"/>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accent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7" name="Line 20">
            <a:extLst>
              <a:ext uri="{FF2B5EF4-FFF2-40B4-BE49-F238E27FC236}">
                <a16:creationId xmlns:a16="http://schemas.microsoft.com/office/drawing/2014/main" id="{9802F7DB-235D-781F-2507-95F659A34183}"/>
              </a:ext>
            </a:extLst>
          </p:cNvPr>
          <p:cNvSpPr>
            <a:spLocks noChangeShapeType="1"/>
          </p:cNvSpPr>
          <p:nvPr userDrawn="1"/>
        </p:nvSpPr>
        <p:spPr bwMode="auto">
          <a:xfrm flipV="1">
            <a:off x="6780824" y="2111880"/>
            <a:ext cx="0" cy="4447238"/>
          </a:xfrm>
          <a:prstGeom prst="line">
            <a:avLst/>
          </a:prstGeom>
          <a:noFill/>
          <a:ln w="9525">
            <a:solidFill>
              <a:schemeClr val="tx2"/>
            </a:solidFill>
            <a:round/>
            <a:headEnd/>
            <a:tailEnd/>
          </a:ln>
          <a:effectLst/>
        </p:spPr>
        <p:txBody>
          <a:bodyPr wrap="none" lIns="0" tIns="69980" rIns="0" bIns="69980" anchor="ctr"/>
          <a:lstStyle/>
          <a:p>
            <a:pPr>
              <a:defRPr/>
            </a:pPr>
            <a:endParaRPr lang="en-CA" sz="1648">
              <a:ea typeface="+mn-ea"/>
            </a:endParaRPr>
          </a:p>
        </p:txBody>
      </p:sp>
      <p:sp>
        <p:nvSpPr>
          <p:cNvPr id="13" name="Content Placeholder 5">
            <a:extLst>
              <a:ext uri="{FF2B5EF4-FFF2-40B4-BE49-F238E27FC236}">
                <a16:creationId xmlns:a16="http://schemas.microsoft.com/office/drawing/2014/main" id="{8A3281EA-2D70-A5B4-3DD4-9FA559D60EFC}"/>
              </a:ext>
            </a:extLst>
          </p:cNvPr>
          <p:cNvSpPr>
            <a:spLocks noGrp="1"/>
          </p:cNvSpPr>
          <p:nvPr>
            <p:ph sz="quarter" idx="15"/>
          </p:nvPr>
        </p:nvSpPr>
        <p:spPr>
          <a:xfrm>
            <a:off x="448969" y="2111881"/>
            <a:ext cx="6078439" cy="4456215"/>
          </a:xfrm>
        </p:spPr>
        <p:txBody>
          <a:bodyPr/>
          <a:lstStyle>
            <a:lvl1pPr marL="0" indent="0">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stStyle>
          <a:p>
            <a:pPr lvl="0"/>
            <a:r>
              <a:rPr lang="en-US"/>
              <a:t>Click to edit Master text styles</a:t>
            </a:r>
          </a:p>
        </p:txBody>
      </p:sp>
      <p:sp>
        <p:nvSpPr>
          <p:cNvPr id="14" name="Content Placeholder 5">
            <a:extLst>
              <a:ext uri="{FF2B5EF4-FFF2-40B4-BE49-F238E27FC236}">
                <a16:creationId xmlns:a16="http://schemas.microsoft.com/office/drawing/2014/main" id="{475C41CC-FDC1-1D92-4A69-D494A05188A5}"/>
              </a:ext>
            </a:extLst>
          </p:cNvPr>
          <p:cNvSpPr>
            <a:spLocks noGrp="1"/>
          </p:cNvSpPr>
          <p:nvPr>
            <p:ph sz="quarter" idx="16"/>
          </p:nvPr>
        </p:nvSpPr>
        <p:spPr>
          <a:xfrm>
            <a:off x="7062768" y="2111881"/>
            <a:ext cx="6078415" cy="4456202"/>
          </a:xfrm>
        </p:spPr>
        <p:txBody>
          <a:bodyPr/>
          <a:lstStyle>
            <a:lvl1pPr marL="0" indent="0">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stStyle>
          <a:p>
            <a:pPr lvl="0"/>
            <a:r>
              <a:rPr lang="en-US"/>
              <a:t>Click to edit Master text styles</a:t>
            </a:r>
          </a:p>
        </p:txBody>
      </p:sp>
      <p:sp>
        <p:nvSpPr>
          <p:cNvPr id="17" name="Text Placeholder 16">
            <a:extLst>
              <a:ext uri="{FF2B5EF4-FFF2-40B4-BE49-F238E27FC236}">
                <a16:creationId xmlns:a16="http://schemas.microsoft.com/office/drawing/2014/main" id="{979F025A-647E-C953-0CCD-40E11BF301FF}"/>
              </a:ext>
            </a:extLst>
          </p:cNvPr>
          <p:cNvSpPr>
            <a:spLocks noGrp="1"/>
          </p:cNvSpPr>
          <p:nvPr>
            <p:ph type="body" sz="quarter" idx="17" hasCustomPrompt="1"/>
          </p:nvPr>
        </p:nvSpPr>
        <p:spPr>
          <a:xfrm>
            <a:off x="7062768" y="772399"/>
            <a:ext cx="6078439" cy="447675"/>
          </a:xfrm>
        </p:spPr>
        <p:txBody>
          <a:bodyPr anchor="ctr"/>
          <a:lstStyle>
            <a:lvl1pPr marL="0" indent="0">
              <a:buNone/>
              <a:defRPr lang="en-US" sz="3200" b="1" i="0" dirty="0">
                <a:solidFill>
                  <a:schemeClr val="accent1"/>
                </a:solidFill>
                <a:latin typeface="Arial" panose="020B0604020202020204" pitchFamily="34" charset="0"/>
                <a:ea typeface="+mj-ea"/>
                <a:cs typeface="Arial" panose="020B0604020202020204" pitchFamily="34" charset="0"/>
              </a:defRPr>
            </a:lvl1pPr>
          </a:lstStyle>
          <a:p>
            <a:pPr lvl="0"/>
            <a:r>
              <a:rPr lang="en-US"/>
              <a:t>Click to edit Master title style</a:t>
            </a:r>
          </a:p>
        </p:txBody>
      </p:sp>
      <p:sp>
        <p:nvSpPr>
          <p:cNvPr id="23" name="Text Placeholder 22">
            <a:extLst>
              <a:ext uri="{FF2B5EF4-FFF2-40B4-BE49-F238E27FC236}">
                <a16:creationId xmlns:a16="http://schemas.microsoft.com/office/drawing/2014/main" id="{B87F2C1F-8ACF-A343-A6FE-7F4EF95ABDE9}"/>
              </a:ext>
            </a:extLst>
          </p:cNvPr>
          <p:cNvSpPr>
            <a:spLocks noGrp="1"/>
          </p:cNvSpPr>
          <p:nvPr>
            <p:ph type="body" sz="quarter" idx="18" hasCustomPrompt="1"/>
          </p:nvPr>
        </p:nvSpPr>
        <p:spPr>
          <a:xfrm>
            <a:off x="7062788" y="1290638"/>
            <a:ext cx="6078420" cy="311150"/>
          </a:xfrm>
        </p:spPr>
        <p:txBody>
          <a:bodyPr anchor="ctr"/>
          <a:lstStyle>
            <a:lvl1pPr marL="0" indent="0">
              <a:buNone/>
              <a:defRPr lang="en-US" sz="1800" dirty="0">
                <a:solidFill>
                  <a:schemeClr val="accent2"/>
                </a:solidFill>
                <a:latin typeface="+mn-lt"/>
                <a:ea typeface="Roboto Lt" panose="02000000000000000000" pitchFamily="2" charset="0"/>
                <a:cs typeface="Arial" panose="020B0604020202020204" pitchFamily="34" charset="0"/>
              </a:defRPr>
            </a:lvl1pPr>
            <a:lvl2pPr marL="314020" indent="0">
              <a:buNone/>
              <a:defRPr/>
            </a:lvl2pPr>
            <a:lvl3pPr marL="623679" indent="0">
              <a:buNone/>
              <a:defRPr/>
            </a:lvl3pPr>
            <a:lvl4pPr marL="942059" indent="0">
              <a:buNone/>
              <a:defRPr/>
            </a:lvl4pPr>
            <a:lvl5pPr marL="1260442" indent="0">
              <a:buNone/>
              <a:defRPr/>
            </a:lvl5pPr>
          </a:lstStyle>
          <a:p>
            <a:r>
              <a:rPr lang="en-US"/>
              <a:t>Click to edit Master subtitle style</a:t>
            </a:r>
            <a:endParaRPr lang="en-CA"/>
          </a:p>
        </p:txBody>
      </p:sp>
      <p:sp>
        <p:nvSpPr>
          <p:cNvPr id="6" name="Title 1">
            <a:extLst>
              <a:ext uri="{FF2B5EF4-FFF2-40B4-BE49-F238E27FC236}">
                <a16:creationId xmlns:a16="http://schemas.microsoft.com/office/drawing/2014/main" id="{3A55451D-2189-18E0-9500-D7D138C29A29}"/>
              </a:ext>
            </a:extLst>
          </p:cNvPr>
          <p:cNvSpPr>
            <a:spLocks noGrp="1"/>
          </p:cNvSpPr>
          <p:nvPr>
            <p:ph type="title"/>
          </p:nvPr>
        </p:nvSpPr>
        <p:spPr>
          <a:xfrm>
            <a:off x="448970" y="765692"/>
            <a:ext cx="6078440" cy="447575"/>
          </a:xfrm>
        </p:spPr>
        <p:txBody>
          <a:bodyPr anchor="ctr"/>
          <a:lstStyle>
            <a:lvl1pPr>
              <a:defRPr sz="3200">
                <a:solidFill>
                  <a:schemeClr val="accent1"/>
                </a:solidFill>
              </a:defRPr>
            </a:lvl1pPr>
          </a:lstStyle>
          <a:p>
            <a:r>
              <a:rPr lang="en-US"/>
              <a:t>Click to edit Master title style</a:t>
            </a:r>
            <a:endParaRPr lang="en-CA"/>
          </a:p>
        </p:txBody>
      </p:sp>
      <p:sp>
        <p:nvSpPr>
          <p:cNvPr id="8" name="Rectangle 13">
            <a:extLst>
              <a:ext uri="{FF2B5EF4-FFF2-40B4-BE49-F238E27FC236}">
                <a16:creationId xmlns:a16="http://schemas.microsoft.com/office/drawing/2014/main" id="{B29A2ABA-F486-95F4-4B8D-D81B244D0B8A}"/>
              </a:ext>
            </a:extLst>
          </p:cNvPr>
          <p:cNvSpPr>
            <a:spLocks noGrp="1" noChangeArrowheads="1"/>
          </p:cNvSpPr>
          <p:nvPr>
            <p:ph type="subTitle" idx="1"/>
          </p:nvPr>
        </p:nvSpPr>
        <p:spPr>
          <a:xfrm>
            <a:off x="448970" y="1291216"/>
            <a:ext cx="6078440"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4" name="Footer Placeholder 4">
            <a:extLst>
              <a:ext uri="{FF2B5EF4-FFF2-40B4-BE49-F238E27FC236}">
                <a16:creationId xmlns:a16="http://schemas.microsoft.com/office/drawing/2014/main" id="{A81B856B-3D36-906F-7A71-286BC70DCEDD}"/>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35491425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30F0C1-4E83-AB4A-706F-E4F9DD58E316}"/>
              </a:ext>
            </a:extLst>
          </p:cNvPr>
          <p:cNvSpPr>
            <a:spLocks noGrp="1"/>
          </p:cNvSpPr>
          <p:nvPr>
            <p:ph sz="quarter" idx="16" hasCustomPrompt="1"/>
          </p:nvPr>
        </p:nvSpPr>
        <p:spPr>
          <a:xfrm>
            <a:off x="448969" y="2109725"/>
            <a:ext cx="7815355" cy="4449408"/>
          </a:xfrm>
          <a:prstGeom prst="rect">
            <a:avLst/>
          </a:prstGeom>
        </p:spPr>
        <p:txBody>
          <a:bodyPr>
            <a:normAutofit/>
          </a:bodyPr>
          <a:lstStyle>
            <a:lvl1pPr marL="0" indent="0">
              <a:buNone/>
              <a:defRPr sz="1600">
                <a:solidFill>
                  <a:schemeClr val="tx1">
                    <a:lumMod val="85000"/>
                    <a:lumOff val="15000"/>
                  </a:schemeClr>
                </a:solidFill>
              </a:defRPr>
            </a:lvl1pPr>
          </a:lstStyle>
          <a:p>
            <a:pPr lvl="0"/>
            <a:r>
              <a:rPr lang="en-US"/>
              <a:t>Click to edit text</a:t>
            </a:r>
          </a:p>
        </p:txBody>
      </p:sp>
      <p:sp>
        <p:nvSpPr>
          <p:cNvPr id="6" name="Picture Placeholder 7">
            <a:extLst>
              <a:ext uri="{FF2B5EF4-FFF2-40B4-BE49-F238E27FC236}">
                <a16:creationId xmlns:a16="http://schemas.microsoft.com/office/drawing/2014/main" id="{FE603498-167E-D238-20C4-3DA13F2F8728}"/>
              </a:ext>
            </a:extLst>
          </p:cNvPr>
          <p:cNvSpPr>
            <a:spLocks noGrp="1"/>
          </p:cNvSpPr>
          <p:nvPr>
            <p:ph type="pic" sz="quarter" idx="22"/>
          </p:nvPr>
        </p:nvSpPr>
        <p:spPr>
          <a:xfrm>
            <a:off x="8518966" y="2109724"/>
            <a:ext cx="4595149" cy="2146500"/>
          </a:xfrm>
          <a:prstGeom prst="rect">
            <a:avLst/>
          </a:prstGeom>
          <a:solidFill>
            <a:schemeClr val="bg2"/>
          </a:solidFill>
        </p:spPr>
        <p:txBody>
          <a:bodyPr/>
          <a:lstStyle>
            <a:lvl1pPr marL="0" indent="0">
              <a:buNone/>
              <a:defRPr/>
            </a:lvl1pPr>
          </a:lstStyle>
          <a:p>
            <a:endParaRPr lang="en-US"/>
          </a:p>
        </p:txBody>
      </p:sp>
      <p:sp>
        <p:nvSpPr>
          <p:cNvPr id="8" name="Picture Placeholder 7">
            <a:extLst>
              <a:ext uri="{FF2B5EF4-FFF2-40B4-BE49-F238E27FC236}">
                <a16:creationId xmlns:a16="http://schemas.microsoft.com/office/drawing/2014/main" id="{5E7780B6-BDE1-ADEB-DAC7-C8D3D8799389}"/>
              </a:ext>
            </a:extLst>
          </p:cNvPr>
          <p:cNvSpPr>
            <a:spLocks noGrp="1"/>
          </p:cNvSpPr>
          <p:nvPr>
            <p:ph type="pic" sz="quarter" idx="23"/>
          </p:nvPr>
        </p:nvSpPr>
        <p:spPr>
          <a:xfrm>
            <a:off x="8518967" y="4518212"/>
            <a:ext cx="4595149" cy="2040920"/>
          </a:xfrm>
          <a:prstGeom prst="rect">
            <a:avLst/>
          </a:prstGeom>
          <a:solidFill>
            <a:schemeClr val="bg2"/>
          </a:solidFill>
        </p:spPr>
        <p:txBody>
          <a:bodyPr/>
          <a:lstStyle>
            <a:lvl1pPr marL="0" indent="0">
              <a:buNone/>
              <a:defRPr/>
            </a:lvl1pPr>
          </a:lstStyle>
          <a:p>
            <a:endParaRPr lang="en-US"/>
          </a:p>
        </p:txBody>
      </p:sp>
      <p:sp>
        <p:nvSpPr>
          <p:cNvPr id="15" name="Title 1">
            <a:extLst>
              <a:ext uri="{FF2B5EF4-FFF2-40B4-BE49-F238E27FC236}">
                <a16:creationId xmlns:a16="http://schemas.microsoft.com/office/drawing/2014/main" id="{389D3BBA-4989-DF9A-4F49-C3830FB10384}"/>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16" name="Rectangle 13">
            <a:extLst>
              <a:ext uri="{FF2B5EF4-FFF2-40B4-BE49-F238E27FC236}">
                <a16:creationId xmlns:a16="http://schemas.microsoft.com/office/drawing/2014/main" id="{3C328DE3-2958-E1F3-F79A-3A87EBCBD3EB}"/>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4" name="Footer Placeholder 4">
            <a:extLst>
              <a:ext uri="{FF2B5EF4-FFF2-40B4-BE49-F238E27FC236}">
                <a16:creationId xmlns:a16="http://schemas.microsoft.com/office/drawing/2014/main" id="{0370D50F-8384-8E63-C90F-38B72F3148D7}"/>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4476215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91E3C4C-5593-3558-F8FE-6244D04FF0E0}"/>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accent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5" name="Title 1">
            <a:extLst>
              <a:ext uri="{FF2B5EF4-FFF2-40B4-BE49-F238E27FC236}">
                <a16:creationId xmlns:a16="http://schemas.microsoft.com/office/drawing/2014/main" id="{389D3BBA-4989-DF9A-4F49-C3830FB10384}"/>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16" name="Rectangle 13">
            <a:extLst>
              <a:ext uri="{FF2B5EF4-FFF2-40B4-BE49-F238E27FC236}">
                <a16:creationId xmlns:a16="http://schemas.microsoft.com/office/drawing/2014/main" id="{3C328DE3-2958-E1F3-F79A-3A87EBCBD3EB}"/>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2" name="Content Placeholder 17">
            <a:extLst>
              <a:ext uri="{FF2B5EF4-FFF2-40B4-BE49-F238E27FC236}">
                <a16:creationId xmlns:a16="http://schemas.microsoft.com/office/drawing/2014/main" id="{62065EFD-44D7-A1E7-B5D5-A24F89C45638}"/>
              </a:ext>
            </a:extLst>
          </p:cNvPr>
          <p:cNvSpPr>
            <a:spLocks noGrp="1"/>
          </p:cNvSpPr>
          <p:nvPr>
            <p:ph sz="quarter" idx="18" hasCustomPrompt="1"/>
          </p:nvPr>
        </p:nvSpPr>
        <p:spPr>
          <a:xfrm>
            <a:off x="448969" y="2109725"/>
            <a:ext cx="4138196" cy="365125"/>
          </a:xfrm>
          <a:prstGeom prst="rect">
            <a:avLst/>
          </a:prstGeom>
        </p:spPr>
        <p:txBody>
          <a:bodyPr>
            <a:normAutofit/>
          </a:bodyPr>
          <a:lstStyle>
            <a:lvl1pPr marL="0" indent="0">
              <a:buNone/>
              <a:defRPr sz="1600" b="0">
                <a:solidFill>
                  <a:schemeClr val="tx1">
                    <a:lumMod val="85000"/>
                    <a:lumOff val="15000"/>
                  </a:schemeClr>
                </a:solidFill>
              </a:defRPr>
            </a:lvl1pPr>
          </a:lstStyle>
          <a:p>
            <a:pPr lvl="0"/>
            <a:r>
              <a:rPr lang="en-US"/>
              <a:t>Click to edit Subtitle</a:t>
            </a:r>
          </a:p>
        </p:txBody>
      </p:sp>
      <p:sp>
        <p:nvSpPr>
          <p:cNvPr id="5" name="Content Placeholder 2">
            <a:extLst>
              <a:ext uri="{FF2B5EF4-FFF2-40B4-BE49-F238E27FC236}">
                <a16:creationId xmlns:a16="http://schemas.microsoft.com/office/drawing/2014/main" id="{AEC4B259-86A0-A69A-CB06-31B1C49E11C0}"/>
              </a:ext>
            </a:extLst>
          </p:cNvPr>
          <p:cNvSpPr>
            <a:spLocks noGrp="1"/>
          </p:cNvSpPr>
          <p:nvPr>
            <p:ph sz="quarter" idx="24" hasCustomPrompt="1"/>
          </p:nvPr>
        </p:nvSpPr>
        <p:spPr>
          <a:xfrm>
            <a:off x="448969" y="2680652"/>
            <a:ext cx="4138196" cy="3878481"/>
          </a:xfrm>
          <a:prstGeom prst="rect">
            <a:avLst/>
          </a:prstGeom>
        </p:spPr>
        <p:txBody>
          <a:bodyPr>
            <a:normAutofit/>
          </a:bodyPr>
          <a:lstStyle>
            <a:lvl1pPr marL="0" indent="0">
              <a:buClr>
                <a:schemeClr val="accent3"/>
              </a:buClr>
              <a:buFont typeface="Arial" panose="020B0604020202020204" pitchFamily="34" charset="0"/>
              <a:buNone/>
              <a:defRPr sz="1600">
                <a:solidFill>
                  <a:schemeClr val="tx1">
                    <a:lumMod val="75000"/>
                    <a:lumOff val="25000"/>
                  </a:schemeClr>
                </a:solidFill>
              </a:defRPr>
            </a:lvl1pPr>
          </a:lstStyle>
          <a:p>
            <a:pPr lvl="0"/>
            <a:r>
              <a:rPr lang="en-US"/>
              <a:t>Click to edit text</a:t>
            </a:r>
          </a:p>
        </p:txBody>
      </p:sp>
      <p:sp>
        <p:nvSpPr>
          <p:cNvPr id="7" name="Content Placeholder 2">
            <a:extLst>
              <a:ext uri="{FF2B5EF4-FFF2-40B4-BE49-F238E27FC236}">
                <a16:creationId xmlns:a16="http://schemas.microsoft.com/office/drawing/2014/main" id="{0D32F5AB-7999-C4CA-026C-30CB902FFC6F}"/>
              </a:ext>
            </a:extLst>
          </p:cNvPr>
          <p:cNvSpPr>
            <a:spLocks noGrp="1"/>
          </p:cNvSpPr>
          <p:nvPr>
            <p:ph sz="quarter" idx="17" hasCustomPrompt="1"/>
          </p:nvPr>
        </p:nvSpPr>
        <p:spPr>
          <a:xfrm>
            <a:off x="4782687" y="2672715"/>
            <a:ext cx="4176588" cy="3878481"/>
          </a:xfrm>
          <a:prstGeom prst="rect">
            <a:avLst/>
          </a:prstGeom>
        </p:spPr>
        <p:txBody>
          <a:bodyPr>
            <a:normAutofit/>
          </a:bodyPr>
          <a:lstStyle>
            <a:lvl1pPr marL="0" indent="0">
              <a:buClr>
                <a:schemeClr val="accent3"/>
              </a:buClr>
              <a:buFont typeface="Arial" panose="020B0604020202020204" pitchFamily="34" charset="0"/>
              <a:buNone/>
              <a:defRPr sz="1600">
                <a:solidFill>
                  <a:schemeClr val="tx1">
                    <a:lumMod val="75000"/>
                    <a:lumOff val="25000"/>
                  </a:schemeClr>
                </a:solidFill>
              </a:defRPr>
            </a:lvl1pPr>
          </a:lstStyle>
          <a:p>
            <a:pPr lvl="0"/>
            <a:r>
              <a:rPr lang="en-US"/>
              <a:t>Click to edit text</a:t>
            </a:r>
          </a:p>
        </p:txBody>
      </p:sp>
      <p:sp>
        <p:nvSpPr>
          <p:cNvPr id="9" name="Content Placeholder 17">
            <a:extLst>
              <a:ext uri="{FF2B5EF4-FFF2-40B4-BE49-F238E27FC236}">
                <a16:creationId xmlns:a16="http://schemas.microsoft.com/office/drawing/2014/main" id="{E6020990-67AE-E6A5-D13C-3F8D05C2DDE6}"/>
              </a:ext>
            </a:extLst>
          </p:cNvPr>
          <p:cNvSpPr>
            <a:spLocks noGrp="1"/>
          </p:cNvSpPr>
          <p:nvPr>
            <p:ph sz="quarter" idx="19" hasCustomPrompt="1"/>
          </p:nvPr>
        </p:nvSpPr>
        <p:spPr>
          <a:xfrm>
            <a:off x="4782687" y="2109725"/>
            <a:ext cx="4176588" cy="365125"/>
          </a:xfrm>
          <a:prstGeom prst="rect">
            <a:avLst/>
          </a:prstGeom>
        </p:spPr>
        <p:txBody>
          <a:bodyPr>
            <a:normAutofit/>
          </a:bodyPr>
          <a:lstStyle>
            <a:lvl1pPr marL="0" indent="0">
              <a:buNone/>
              <a:defRPr sz="1600" b="0">
                <a:solidFill>
                  <a:schemeClr val="tx1">
                    <a:lumMod val="85000"/>
                    <a:lumOff val="15000"/>
                  </a:schemeClr>
                </a:solidFill>
              </a:defRPr>
            </a:lvl1pPr>
          </a:lstStyle>
          <a:p>
            <a:pPr lvl="0"/>
            <a:r>
              <a:rPr lang="en-US"/>
              <a:t>Click to edit Subtitle</a:t>
            </a:r>
          </a:p>
        </p:txBody>
      </p:sp>
      <p:sp>
        <p:nvSpPr>
          <p:cNvPr id="10" name="Content Placeholder 2">
            <a:extLst>
              <a:ext uri="{FF2B5EF4-FFF2-40B4-BE49-F238E27FC236}">
                <a16:creationId xmlns:a16="http://schemas.microsoft.com/office/drawing/2014/main" id="{E761B8AA-53FB-BDFD-52AB-8DE139D7BE80}"/>
              </a:ext>
            </a:extLst>
          </p:cNvPr>
          <p:cNvSpPr>
            <a:spLocks noGrp="1"/>
          </p:cNvSpPr>
          <p:nvPr>
            <p:ph sz="quarter" idx="20" hasCustomPrompt="1"/>
          </p:nvPr>
        </p:nvSpPr>
        <p:spPr>
          <a:xfrm>
            <a:off x="9154798" y="2680651"/>
            <a:ext cx="3959318" cy="3878481"/>
          </a:xfrm>
          <a:prstGeom prst="rect">
            <a:avLst/>
          </a:prstGeom>
        </p:spPr>
        <p:txBody>
          <a:bodyPr>
            <a:normAutofit/>
          </a:bodyPr>
          <a:lstStyle>
            <a:lvl1pPr marL="0" indent="0">
              <a:buClr>
                <a:schemeClr val="accent3"/>
              </a:buClr>
              <a:buFont typeface="Arial" panose="020B0604020202020204" pitchFamily="34" charset="0"/>
              <a:buNone/>
              <a:defRPr sz="1600">
                <a:solidFill>
                  <a:schemeClr val="tx1">
                    <a:lumMod val="75000"/>
                    <a:lumOff val="25000"/>
                  </a:schemeClr>
                </a:solidFill>
              </a:defRPr>
            </a:lvl1pPr>
          </a:lstStyle>
          <a:p>
            <a:pPr lvl="0"/>
            <a:r>
              <a:rPr lang="en-US"/>
              <a:t>Click to edit text</a:t>
            </a:r>
          </a:p>
        </p:txBody>
      </p:sp>
      <p:sp>
        <p:nvSpPr>
          <p:cNvPr id="11" name="Content Placeholder 17">
            <a:extLst>
              <a:ext uri="{FF2B5EF4-FFF2-40B4-BE49-F238E27FC236}">
                <a16:creationId xmlns:a16="http://schemas.microsoft.com/office/drawing/2014/main" id="{297E8E3B-7F5E-E10C-04CA-DF30132661DD}"/>
              </a:ext>
            </a:extLst>
          </p:cNvPr>
          <p:cNvSpPr>
            <a:spLocks noGrp="1"/>
          </p:cNvSpPr>
          <p:nvPr>
            <p:ph sz="quarter" idx="21" hasCustomPrompt="1"/>
          </p:nvPr>
        </p:nvSpPr>
        <p:spPr>
          <a:xfrm>
            <a:off x="9154798" y="2109725"/>
            <a:ext cx="3959318" cy="365125"/>
          </a:xfrm>
          <a:prstGeom prst="rect">
            <a:avLst/>
          </a:prstGeom>
        </p:spPr>
        <p:txBody>
          <a:bodyPr>
            <a:normAutofit/>
          </a:bodyPr>
          <a:lstStyle>
            <a:lvl1pPr marL="0" indent="0">
              <a:buNone/>
              <a:defRPr sz="1600" b="0">
                <a:solidFill>
                  <a:schemeClr val="tx1">
                    <a:lumMod val="85000"/>
                    <a:lumOff val="15000"/>
                  </a:schemeClr>
                </a:solidFill>
              </a:defRPr>
            </a:lvl1pPr>
          </a:lstStyle>
          <a:p>
            <a:pPr lvl="0"/>
            <a:r>
              <a:rPr lang="en-US"/>
              <a:t>Click to edit Subtitle</a:t>
            </a:r>
          </a:p>
        </p:txBody>
      </p:sp>
      <p:sp>
        <p:nvSpPr>
          <p:cNvPr id="6" name="Footer Placeholder 4">
            <a:extLst>
              <a:ext uri="{FF2B5EF4-FFF2-40B4-BE49-F238E27FC236}">
                <a16:creationId xmlns:a16="http://schemas.microsoft.com/office/drawing/2014/main" id="{DCB156F5-8C86-793D-F9C6-0C7C1C66357B}"/>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39503634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140A71BE-D4A1-2CAA-A738-1C28DF20C053}"/>
              </a:ext>
            </a:extLst>
          </p:cNvPr>
          <p:cNvSpPr>
            <a:spLocks noGrp="1"/>
          </p:cNvSpPr>
          <p:nvPr>
            <p:ph type="pic" sz="quarter" idx="25"/>
          </p:nvPr>
        </p:nvSpPr>
        <p:spPr>
          <a:xfrm>
            <a:off x="8518967" y="2109726"/>
            <a:ext cx="4595148" cy="4449406"/>
          </a:xfrm>
          <a:prstGeom prst="rect">
            <a:avLst/>
          </a:prstGeom>
          <a:solidFill>
            <a:schemeClr val="bg2"/>
          </a:solidFill>
        </p:spPr>
        <p:txBody>
          <a:bodyPr/>
          <a:lstStyle>
            <a:lvl1pPr marL="0" indent="0">
              <a:buNone/>
              <a:defRPr/>
            </a:lvl1pPr>
          </a:lstStyle>
          <a:p>
            <a:endParaRPr lang="en-US"/>
          </a:p>
        </p:txBody>
      </p:sp>
      <p:sp>
        <p:nvSpPr>
          <p:cNvPr id="3" name="Content Placeholder 2">
            <a:extLst>
              <a:ext uri="{FF2B5EF4-FFF2-40B4-BE49-F238E27FC236}">
                <a16:creationId xmlns:a16="http://schemas.microsoft.com/office/drawing/2014/main" id="{9430F0C1-4E83-AB4A-706F-E4F9DD58E316}"/>
              </a:ext>
            </a:extLst>
          </p:cNvPr>
          <p:cNvSpPr>
            <a:spLocks noGrp="1"/>
          </p:cNvSpPr>
          <p:nvPr>
            <p:ph sz="quarter" idx="16" hasCustomPrompt="1"/>
          </p:nvPr>
        </p:nvSpPr>
        <p:spPr>
          <a:xfrm>
            <a:off x="448969" y="2109726"/>
            <a:ext cx="7815355" cy="4449406"/>
          </a:xfrm>
          <a:prstGeom prst="rect">
            <a:avLst/>
          </a:prstGeom>
        </p:spPr>
        <p:txBody>
          <a:bodyPr>
            <a:normAutofit/>
          </a:bodyPr>
          <a:lstStyle>
            <a:lvl1pPr marL="0" indent="0">
              <a:buNone/>
              <a:defRPr sz="1600">
                <a:solidFill>
                  <a:schemeClr val="tx1">
                    <a:lumMod val="85000"/>
                    <a:lumOff val="15000"/>
                  </a:schemeClr>
                </a:solidFill>
              </a:defRPr>
            </a:lvl1pPr>
          </a:lstStyle>
          <a:p>
            <a:pPr lvl="0"/>
            <a:r>
              <a:rPr lang="en-US"/>
              <a:t>Click to edit text</a:t>
            </a:r>
          </a:p>
        </p:txBody>
      </p:sp>
      <p:sp>
        <p:nvSpPr>
          <p:cNvPr id="15" name="Title 1">
            <a:extLst>
              <a:ext uri="{FF2B5EF4-FFF2-40B4-BE49-F238E27FC236}">
                <a16:creationId xmlns:a16="http://schemas.microsoft.com/office/drawing/2014/main" id="{389D3BBA-4989-DF9A-4F49-C3830FB10384}"/>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16" name="Rectangle 13">
            <a:extLst>
              <a:ext uri="{FF2B5EF4-FFF2-40B4-BE49-F238E27FC236}">
                <a16:creationId xmlns:a16="http://schemas.microsoft.com/office/drawing/2014/main" id="{3C328DE3-2958-E1F3-F79A-3A87EBCBD3EB}"/>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5" name="Footer Placeholder 4">
            <a:extLst>
              <a:ext uri="{FF2B5EF4-FFF2-40B4-BE49-F238E27FC236}">
                <a16:creationId xmlns:a16="http://schemas.microsoft.com/office/drawing/2014/main" id="{13D993AA-FA6D-0EF3-E54B-9BA9462BAB9F}"/>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36834581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ivider Page">
    <p:spTree>
      <p:nvGrpSpPr>
        <p:cNvPr id="1" name=""/>
        <p:cNvGrpSpPr/>
        <p:nvPr/>
      </p:nvGrpSpPr>
      <p:grpSpPr>
        <a:xfrm>
          <a:off x="0" y="0"/>
          <a:ext cx="0" cy="0"/>
          <a:chOff x="0" y="0"/>
          <a:chExt cx="0" cy="0"/>
        </a:xfrm>
      </p:grpSpPr>
      <p:sp>
        <p:nvSpPr>
          <p:cNvPr id="4" name="Picture Placeholder 7">
            <a:extLst>
              <a:ext uri="{FF2B5EF4-FFF2-40B4-BE49-F238E27FC236}">
                <a16:creationId xmlns:a16="http://schemas.microsoft.com/office/drawing/2014/main" id="{1FB89023-CE67-2F0E-4AC8-3387786D2DB1}"/>
              </a:ext>
            </a:extLst>
          </p:cNvPr>
          <p:cNvSpPr>
            <a:spLocks noGrp="1"/>
          </p:cNvSpPr>
          <p:nvPr>
            <p:ph type="pic" sz="quarter" idx="22"/>
          </p:nvPr>
        </p:nvSpPr>
        <p:spPr>
          <a:xfrm>
            <a:off x="6908800" y="2109727"/>
            <a:ext cx="6205316" cy="4449405"/>
          </a:xfrm>
          <a:prstGeom prst="rect">
            <a:avLst/>
          </a:prstGeom>
          <a:solidFill>
            <a:schemeClr val="bg2"/>
          </a:solidFill>
        </p:spPr>
        <p:txBody>
          <a:bodyPr/>
          <a:lstStyle>
            <a:lvl1pPr marL="0" indent="0">
              <a:buNone/>
              <a:defRPr/>
            </a:lvl1pPr>
          </a:lstStyle>
          <a:p>
            <a:endParaRPr lang="en-US"/>
          </a:p>
        </p:txBody>
      </p:sp>
      <p:sp>
        <p:nvSpPr>
          <p:cNvPr id="5" name="Picture Placeholder 7">
            <a:extLst>
              <a:ext uri="{FF2B5EF4-FFF2-40B4-BE49-F238E27FC236}">
                <a16:creationId xmlns:a16="http://schemas.microsoft.com/office/drawing/2014/main" id="{41D67617-7666-3248-69C9-767D85D1E1DC}"/>
              </a:ext>
            </a:extLst>
          </p:cNvPr>
          <p:cNvSpPr>
            <a:spLocks noGrp="1"/>
          </p:cNvSpPr>
          <p:nvPr>
            <p:ph type="pic" sz="quarter" idx="23"/>
          </p:nvPr>
        </p:nvSpPr>
        <p:spPr>
          <a:xfrm>
            <a:off x="448969" y="2109727"/>
            <a:ext cx="6194401" cy="4449405"/>
          </a:xfrm>
          <a:prstGeom prst="rect">
            <a:avLst/>
          </a:prstGeom>
          <a:solidFill>
            <a:schemeClr val="bg2"/>
          </a:solidFill>
        </p:spPr>
        <p:txBody>
          <a:bodyPr/>
          <a:lstStyle>
            <a:lvl1pPr marL="0" indent="0">
              <a:buNone/>
              <a:defRPr/>
            </a:lvl1pPr>
          </a:lstStyle>
          <a:p>
            <a:endParaRPr lang="en-US"/>
          </a:p>
        </p:txBody>
      </p:sp>
      <p:sp>
        <p:nvSpPr>
          <p:cNvPr id="8" name="Title 1">
            <a:extLst>
              <a:ext uri="{FF2B5EF4-FFF2-40B4-BE49-F238E27FC236}">
                <a16:creationId xmlns:a16="http://schemas.microsoft.com/office/drawing/2014/main" id="{CED85B97-53E6-D530-3857-D7330336A1A6}"/>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9" name="Rectangle 13">
            <a:extLst>
              <a:ext uri="{FF2B5EF4-FFF2-40B4-BE49-F238E27FC236}">
                <a16:creationId xmlns:a16="http://schemas.microsoft.com/office/drawing/2014/main" id="{943F3FCC-3170-1636-9515-58854D899728}"/>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6" name="Footer Placeholder 4">
            <a:extLst>
              <a:ext uri="{FF2B5EF4-FFF2-40B4-BE49-F238E27FC236}">
                <a16:creationId xmlns:a16="http://schemas.microsoft.com/office/drawing/2014/main" id="{2497EE28-0FE4-D2FB-29B7-855B77786969}"/>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19924794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Divider Page">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41D67617-7666-3248-69C9-767D85D1E1DC}"/>
              </a:ext>
            </a:extLst>
          </p:cNvPr>
          <p:cNvSpPr>
            <a:spLocks noGrp="1"/>
          </p:cNvSpPr>
          <p:nvPr>
            <p:ph type="pic" sz="quarter" idx="23"/>
          </p:nvPr>
        </p:nvSpPr>
        <p:spPr>
          <a:xfrm>
            <a:off x="448969" y="2109727"/>
            <a:ext cx="12665146" cy="4449406"/>
          </a:xfrm>
          <a:prstGeom prst="rect">
            <a:avLst/>
          </a:prstGeom>
          <a:solidFill>
            <a:schemeClr val="bg2"/>
          </a:solidFill>
        </p:spPr>
        <p:txBody>
          <a:bodyPr/>
          <a:lstStyle>
            <a:lvl1pPr marL="0" indent="0">
              <a:buNone/>
              <a:defRPr/>
            </a:lvl1pPr>
          </a:lstStyle>
          <a:p>
            <a:endParaRPr lang="en-US"/>
          </a:p>
        </p:txBody>
      </p:sp>
      <p:sp>
        <p:nvSpPr>
          <p:cNvPr id="8" name="Title 1">
            <a:extLst>
              <a:ext uri="{FF2B5EF4-FFF2-40B4-BE49-F238E27FC236}">
                <a16:creationId xmlns:a16="http://schemas.microsoft.com/office/drawing/2014/main" id="{CED85B97-53E6-D530-3857-D7330336A1A6}"/>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9" name="Rectangle 13">
            <a:extLst>
              <a:ext uri="{FF2B5EF4-FFF2-40B4-BE49-F238E27FC236}">
                <a16:creationId xmlns:a16="http://schemas.microsoft.com/office/drawing/2014/main" id="{943F3FCC-3170-1636-9515-58854D899728}"/>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4" name="Footer Placeholder 4">
            <a:extLst>
              <a:ext uri="{FF2B5EF4-FFF2-40B4-BE49-F238E27FC236}">
                <a16:creationId xmlns:a16="http://schemas.microsoft.com/office/drawing/2014/main" id="{3C3EB7EF-5199-8808-839D-FA5F7D46F0E2}"/>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34546735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Divider Page">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4EB42CFA-A5E1-CF5F-34F1-EDCAE10FC90A}"/>
              </a:ext>
            </a:extLst>
          </p:cNvPr>
          <p:cNvSpPr>
            <a:spLocks noGrp="1"/>
          </p:cNvSpPr>
          <p:nvPr>
            <p:ph type="pic" sz="quarter" idx="22"/>
          </p:nvPr>
        </p:nvSpPr>
        <p:spPr>
          <a:xfrm>
            <a:off x="6908801" y="1771715"/>
            <a:ext cx="6205315" cy="4787418"/>
          </a:xfrm>
          <a:prstGeom prst="rect">
            <a:avLst/>
          </a:prstGeom>
          <a:solidFill>
            <a:schemeClr val="bg2"/>
          </a:solidFill>
        </p:spPr>
        <p:txBody>
          <a:bodyPr/>
          <a:lstStyle>
            <a:lvl1pPr marL="0" indent="0">
              <a:buNone/>
              <a:defRPr/>
            </a:lvl1pPr>
          </a:lstStyle>
          <a:p>
            <a:endParaRPr lang="en-US"/>
          </a:p>
        </p:txBody>
      </p:sp>
      <p:sp>
        <p:nvSpPr>
          <p:cNvPr id="8" name="Picture Placeholder 7">
            <a:extLst>
              <a:ext uri="{FF2B5EF4-FFF2-40B4-BE49-F238E27FC236}">
                <a16:creationId xmlns:a16="http://schemas.microsoft.com/office/drawing/2014/main" id="{762B5BDA-5363-97F5-3689-F8BFC5E29F2B}"/>
              </a:ext>
            </a:extLst>
          </p:cNvPr>
          <p:cNvSpPr>
            <a:spLocks noGrp="1"/>
          </p:cNvSpPr>
          <p:nvPr>
            <p:ph type="pic" sz="quarter" idx="23"/>
          </p:nvPr>
        </p:nvSpPr>
        <p:spPr>
          <a:xfrm>
            <a:off x="448969" y="4172623"/>
            <a:ext cx="6194402" cy="2386509"/>
          </a:xfrm>
          <a:prstGeom prst="rect">
            <a:avLst/>
          </a:prstGeom>
          <a:solidFill>
            <a:schemeClr val="bg2"/>
          </a:solidFill>
        </p:spPr>
        <p:txBody>
          <a:bodyPr/>
          <a:lstStyle>
            <a:lvl1pPr marL="0" indent="0">
              <a:buNone/>
              <a:defRPr/>
            </a:lvl1pPr>
          </a:lstStyle>
          <a:p>
            <a:endParaRPr lang="en-US"/>
          </a:p>
        </p:txBody>
      </p:sp>
      <p:sp>
        <p:nvSpPr>
          <p:cNvPr id="9" name="Picture Placeholder 7">
            <a:extLst>
              <a:ext uri="{FF2B5EF4-FFF2-40B4-BE49-F238E27FC236}">
                <a16:creationId xmlns:a16="http://schemas.microsoft.com/office/drawing/2014/main" id="{6CAC356D-D3DB-753F-50F8-974146B08E7A}"/>
              </a:ext>
            </a:extLst>
          </p:cNvPr>
          <p:cNvSpPr>
            <a:spLocks noGrp="1"/>
          </p:cNvSpPr>
          <p:nvPr>
            <p:ph type="pic" sz="quarter" idx="24"/>
          </p:nvPr>
        </p:nvSpPr>
        <p:spPr>
          <a:xfrm>
            <a:off x="448970" y="1771714"/>
            <a:ext cx="6194402" cy="2230825"/>
          </a:xfrm>
          <a:prstGeom prst="rect">
            <a:avLst/>
          </a:prstGeom>
          <a:solidFill>
            <a:schemeClr val="bg2"/>
          </a:solidFill>
        </p:spPr>
        <p:txBody>
          <a:bodyPr/>
          <a:lstStyle>
            <a:lvl1pPr marL="0" indent="0">
              <a:buNone/>
              <a:defRPr/>
            </a:lvl1pPr>
          </a:lstStyle>
          <a:p>
            <a:endParaRPr lang="en-US"/>
          </a:p>
        </p:txBody>
      </p:sp>
      <p:sp>
        <p:nvSpPr>
          <p:cNvPr id="12" name="Title 1">
            <a:extLst>
              <a:ext uri="{FF2B5EF4-FFF2-40B4-BE49-F238E27FC236}">
                <a16:creationId xmlns:a16="http://schemas.microsoft.com/office/drawing/2014/main" id="{7535F493-9AB6-8845-7097-D27CD3ADE2C2}"/>
              </a:ext>
            </a:extLst>
          </p:cNvPr>
          <p:cNvSpPr>
            <a:spLocks noGrp="1"/>
          </p:cNvSpPr>
          <p:nvPr>
            <p:ph type="title"/>
          </p:nvPr>
        </p:nvSpPr>
        <p:spPr>
          <a:xfrm>
            <a:off x="448969" y="765692"/>
            <a:ext cx="12665147" cy="447575"/>
          </a:xfrm>
        </p:spPr>
        <p:txBody>
          <a:bodyPr anchor="ctr"/>
          <a:lstStyle>
            <a:lvl1pPr>
              <a:defRPr sz="3200">
                <a:solidFill>
                  <a:srgbClr val="0000F2"/>
                </a:solidFill>
              </a:defRPr>
            </a:lvl1pPr>
          </a:lstStyle>
          <a:p>
            <a:r>
              <a:rPr lang="en-US"/>
              <a:t>Click to edit Master title style</a:t>
            </a:r>
            <a:endParaRPr lang="en-CA"/>
          </a:p>
        </p:txBody>
      </p:sp>
      <p:sp>
        <p:nvSpPr>
          <p:cNvPr id="3" name="Rectangle 13">
            <a:extLst>
              <a:ext uri="{FF2B5EF4-FFF2-40B4-BE49-F238E27FC236}">
                <a16:creationId xmlns:a16="http://schemas.microsoft.com/office/drawing/2014/main" id="{49046907-5176-C3F5-8C80-8FDB72DEE3C3}"/>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5" name="Footer Placeholder 4">
            <a:extLst>
              <a:ext uri="{FF2B5EF4-FFF2-40B4-BE49-F238E27FC236}">
                <a16:creationId xmlns:a16="http://schemas.microsoft.com/office/drawing/2014/main" id="{C9C7A9BC-84EC-5DA6-179B-FAA921FB3DAD}"/>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23622483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Divider Page">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C32ED286-EBFF-1D91-BF85-DFB596240D78}"/>
              </a:ext>
            </a:extLst>
          </p:cNvPr>
          <p:cNvSpPr>
            <a:spLocks noGrp="1"/>
          </p:cNvSpPr>
          <p:nvPr>
            <p:ph type="pic" sz="quarter" idx="24"/>
          </p:nvPr>
        </p:nvSpPr>
        <p:spPr>
          <a:xfrm>
            <a:off x="448970" y="1771714"/>
            <a:ext cx="6194402" cy="2230825"/>
          </a:xfrm>
          <a:prstGeom prst="rect">
            <a:avLst/>
          </a:prstGeom>
          <a:solidFill>
            <a:schemeClr val="bg2"/>
          </a:solidFill>
        </p:spPr>
        <p:txBody>
          <a:bodyPr/>
          <a:lstStyle>
            <a:lvl1pPr marL="0" indent="0">
              <a:buNone/>
              <a:defRPr/>
            </a:lvl1pPr>
          </a:lstStyle>
          <a:p>
            <a:endParaRPr lang="en-US"/>
          </a:p>
        </p:txBody>
      </p:sp>
      <p:sp>
        <p:nvSpPr>
          <p:cNvPr id="4" name="Picture Placeholder 7">
            <a:extLst>
              <a:ext uri="{FF2B5EF4-FFF2-40B4-BE49-F238E27FC236}">
                <a16:creationId xmlns:a16="http://schemas.microsoft.com/office/drawing/2014/main" id="{D57856D2-0DA2-A501-96A8-9B8439DB9043}"/>
              </a:ext>
            </a:extLst>
          </p:cNvPr>
          <p:cNvSpPr>
            <a:spLocks noGrp="1"/>
          </p:cNvSpPr>
          <p:nvPr>
            <p:ph type="pic" sz="quarter" idx="22"/>
          </p:nvPr>
        </p:nvSpPr>
        <p:spPr>
          <a:xfrm>
            <a:off x="6908800" y="4255128"/>
            <a:ext cx="6205316" cy="2304004"/>
          </a:xfrm>
          <a:prstGeom prst="rect">
            <a:avLst/>
          </a:prstGeom>
          <a:solidFill>
            <a:schemeClr val="bg2"/>
          </a:solidFill>
        </p:spPr>
        <p:txBody>
          <a:bodyPr/>
          <a:lstStyle>
            <a:lvl1pPr marL="0" indent="0">
              <a:buNone/>
              <a:defRPr/>
            </a:lvl1pPr>
          </a:lstStyle>
          <a:p>
            <a:endParaRPr lang="en-US"/>
          </a:p>
        </p:txBody>
      </p:sp>
      <p:sp>
        <p:nvSpPr>
          <p:cNvPr id="5" name="Picture Placeholder 7">
            <a:extLst>
              <a:ext uri="{FF2B5EF4-FFF2-40B4-BE49-F238E27FC236}">
                <a16:creationId xmlns:a16="http://schemas.microsoft.com/office/drawing/2014/main" id="{BB4D4658-CA10-4536-5048-D62B0749005B}"/>
              </a:ext>
            </a:extLst>
          </p:cNvPr>
          <p:cNvSpPr>
            <a:spLocks noGrp="1"/>
          </p:cNvSpPr>
          <p:nvPr>
            <p:ph type="pic" sz="quarter" idx="23"/>
          </p:nvPr>
        </p:nvSpPr>
        <p:spPr>
          <a:xfrm>
            <a:off x="448970" y="4255129"/>
            <a:ext cx="6194402" cy="2304004"/>
          </a:xfrm>
          <a:prstGeom prst="rect">
            <a:avLst/>
          </a:prstGeom>
          <a:solidFill>
            <a:schemeClr val="bg2"/>
          </a:solidFill>
        </p:spPr>
        <p:txBody>
          <a:bodyPr/>
          <a:lstStyle>
            <a:lvl1pPr marL="0" indent="0">
              <a:buNone/>
              <a:defRPr/>
            </a:lvl1pPr>
          </a:lstStyle>
          <a:p>
            <a:endParaRPr lang="en-US"/>
          </a:p>
        </p:txBody>
      </p:sp>
      <p:sp>
        <p:nvSpPr>
          <p:cNvPr id="11" name="Picture Placeholder 7">
            <a:extLst>
              <a:ext uri="{FF2B5EF4-FFF2-40B4-BE49-F238E27FC236}">
                <a16:creationId xmlns:a16="http://schemas.microsoft.com/office/drawing/2014/main" id="{C4BFA17A-A469-2CD1-0534-79664DA34A3F}"/>
              </a:ext>
            </a:extLst>
          </p:cNvPr>
          <p:cNvSpPr>
            <a:spLocks noGrp="1"/>
          </p:cNvSpPr>
          <p:nvPr>
            <p:ph type="pic" sz="quarter" idx="25"/>
          </p:nvPr>
        </p:nvSpPr>
        <p:spPr>
          <a:xfrm>
            <a:off x="6908800" y="1768496"/>
            <a:ext cx="6205316" cy="2233655"/>
          </a:xfrm>
          <a:prstGeom prst="rect">
            <a:avLst/>
          </a:prstGeom>
          <a:solidFill>
            <a:schemeClr val="bg2"/>
          </a:solidFill>
        </p:spPr>
        <p:txBody>
          <a:bodyPr/>
          <a:lstStyle>
            <a:lvl1pPr marL="0" indent="0">
              <a:buNone/>
              <a:defRPr/>
            </a:lvl1pPr>
          </a:lstStyle>
          <a:p>
            <a:endParaRPr lang="en-US"/>
          </a:p>
        </p:txBody>
      </p:sp>
      <p:sp>
        <p:nvSpPr>
          <p:cNvPr id="13" name="Title 1">
            <a:extLst>
              <a:ext uri="{FF2B5EF4-FFF2-40B4-BE49-F238E27FC236}">
                <a16:creationId xmlns:a16="http://schemas.microsoft.com/office/drawing/2014/main" id="{5218F4B6-2C60-A560-9D10-1E135E6CE639}"/>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14" name="Rectangle 13">
            <a:extLst>
              <a:ext uri="{FF2B5EF4-FFF2-40B4-BE49-F238E27FC236}">
                <a16:creationId xmlns:a16="http://schemas.microsoft.com/office/drawing/2014/main" id="{6CB1CC33-F256-2B91-5594-6B2458A796A4}"/>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6" name="Footer Placeholder 4">
            <a:extLst>
              <a:ext uri="{FF2B5EF4-FFF2-40B4-BE49-F238E27FC236}">
                <a16:creationId xmlns:a16="http://schemas.microsoft.com/office/drawing/2014/main" id="{DDA78F06-31B8-371F-29B2-2E7B6EF5E476}"/>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21069240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Divider Page">
    <p:spTree>
      <p:nvGrpSpPr>
        <p:cNvPr id="1" name=""/>
        <p:cNvGrpSpPr/>
        <p:nvPr/>
      </p:nvGrpSpPr>
      <p:grpSpPr>
        <a:xfrm>
          <a:off x="0" y="0"/>
          <a:ext cx="0" cy="0"/>
          <a:chOff x="0" y="0"/>
          <a:chExt cx="0" cy="0"/>
        </a:xfrm>
      </p:grpSpPr>
      <p:sp>
        <p:nvSpPr>
          <p:cNvPr id="6" name="Content Placeholder 17">
            <a:extLst>
              <a:ext uri="{FF2B5EF4-FFF2-40B4-BE49-F238E27FC236}">
                <a16:creationId xmlns:a16="http://schemas.microsoft.com/office/drawing/2014/main" id="{DDAA5743-CA3F-B963-3E1C-8C4AA7D559E1}"/>
              </a:ext>
            </a:extLst>
          </p:cNvPr>
          <p:cNvSpPr>
            <a:spLocks noGrp="1"/>
          </p:cNvSpPr>
          <p:nvPr>
            <p:ph sz="quarter" idx="18" hasCustomPrompt="1"/>
          </p:nvPr>
        </p:nvSpPr>
        <p:spPr>
          <a:xfrm>
            <a:off x="448969" y="4874762"/>
            <a:ext cx="4039138" cy="393596"/>
          </a:xfrm>
          <a:prstGeom prst="rect">
            <a:avLst/>
          </a:prstGeom>
        </p:spPr>
        <p:txBody>
          <a:bodyPr anchor="ctr">
            <a:normAutofit/>
          </a:bodyPr>
          <a:lstStyle>
            <a:lvl1pPr marL="0" indent="0" algn="ctr">
              <a:buNone/>
              <a:defRPr sz="1600" b="0">
                <a:solidFill>
                  <a:schemeClr val="tx1">
                    <a:lumMod val="85000"/>
                    <a:lumOff val="15000"/>
                  </a:schemeClr>
                </a:solidFill>
              </a:defRPr>
            </a:lvl1pPr>
          </a:lstStyle>
          <a:p>
            <a:pPr lvl="0"/>
            <a:r>
              <a:rPr lang="en-US"/>
              <a:t>Click to edit Subtitle</a:t>
            </a:r>
          </a:p>
        </p:txBody>
      </p:sp>
      <p:sp>
        <p:nvSpPr>
          <p:cNvPr id="8" name="Picture Placeholder 7">
            <a:extLst>
              <a:ext uri="{FF2B5EF4-FFF2-40B4-BE49-F238E27FC236}">
                <a16:creationId xmlns:a16="http://schemas.microsoft.com/office/drawing/2014/main" id="{3E977AE3-9D01-5F61-2143-B4FAE7BDFC6B}"/>
              </a:ext>
            </a:extLst>
          </p:cNvPr>
          <p:cNvSpPr>
            <a:spLocks noGrp="1"/>
          </p:cNvSpPr>
          <p:nvPr>
            <p:ph type="pic" sz="quarter" idx="19"/>
          </p:nvPr>
        </p:nvSpPr>
        <p:spPr>
          <a:xfrm>
            <a:off x="448969" y="1771714"/>
            <a:ext cx="4039138" cy="2847639"/>
          </a:xfrm>
          <a:prstGeom prst="rect">
            <a:avLst/>
          </a:prstGeom>
          <a:solidFill>
            <a:schemeClr val="bg2"/>
          </a:solidFill>
        </p:spPr>
        <p:txBody>
          <a:bodyPr/>
          <a:lstStyle>
            <a:lvl1pPr marL="0" indent="0">
              <a:buNone/>
              <a:defRPr/>
            </a:lvl1pPr>
          </a:lstStyle>
          <a:p>
            <a:endParaRPr lang="en-US"/>
          </a:p>
        </p:txBody>
      </p:sp>
      <p:sp>
        <p:nvSpPr>
          <p:cNvPr id="9" name="Content Placeholder 10">
            <a:extLst>
              <a:ext uri="{FF2B5EF4-FFF2-40B4-BE49-F238E27FC236}">
                <a16:creationId xmlns:a16="http://schemas.microsoft.com/office/drawing/2014/main" id="{41511D84-6C4A-E59B-DA0B-DB2D8C88B785}"/>
              </a:ext>
            </a:extLst>
          </p:cNvPr>
          <p:cNvSpPr>
            <a:spLocks noGrp="1"/>
          </p:cNvSpPr>
          <p:nvPr>
            <p:ph sz="quarter" idx="25" hasCustomPrompt="1"/>
          </p:nvPr>
        </p:nvSpPr>
        <p:spPr>
          <a:xfrm>
            <a:off x="448969" y="5376034"/>
            <a:ext cx="4039137" cy="1267834"/>
          </a:xfrm>
          <a:prstGeom prst="rect">
            <a:avLst/>
          </a:prstGeom>
        </p:spPr>
        <p:txBody>
          <a:bodyPr>
            <a:normAutofit/>
          </a:bodyPr>
          <a:lstStyle>
            <a:lvl1pPr marL="0" indent="0" algn="ctr">
              <a:buNone/>
              <a:defRPr sz="1100">
                <a:solidFill>
                  <a:schemeClr val="tx1">
                    <a:lumMod val="75000"/>
                    <a:lumOff val="25000"/>
                  </a:schemeClr>
                </a:solidFill>
              </a:defRPr>
            </a:lvl1pPr>
          </a:lstStyle>
          <a:p>
            <a:pPr lvl="0"/>
            <a:r>
              <a:rPr lang="en-US"/>
              <a:t>Click to add text</a:t>
            </a:r>
          </a:p>
        </p:txBody>
      </p:sp>
      <p:sp>
        <p:nvSpPr>
          <p:cNvPr id="14" name="Content Placeholder 17">
            <a:extLst>
              <a:ext uri="{FF2B5EF4-FFF2-40B4-BE49-F238E27FC236}">
                <a16:creationId xmlns:a16="http://schemas.microsoft.com/office/drawing/2014/main" id="{33013689-1CC2-F6B1-4EC0-70572547C0B4}"/>
              </a:ext>
            </a:extLst>
          </p:cNvPr>
          <p:cNvSpPr>
            <a:spLocks noGrp="1"/>
          </p:cNvSpPr>
          <p:nvPr>
            <p:ph sz="quarter" idx="30" hasCustomPrompt="1"/>
          </p:nvPr>
        </p:nvSpPr>
        <p:spPr>
          <a:xfrm>
            <a:off x="4830438" y="4877849"/>
            <a:ext cx="4039138" cy="393596"/>
          </a:xfrm>
          <a:prstGeom prst="rect">
            <a:avLst/>
          </a:prstGeom>
        </p:spPr>
        <p:txBody>
          <a:bodyPr anchor="ctr">
            <a:normAutofit/>
          </a:bodyPr>
          <a:lstStyle>
            <a:lvl1pPr marL="0" indent="0" algn="ctr">
              <a:buNone/>
              <a:defRPr sz="1600" b="0">
                <a:solidFill>
                  <a:schemeClr val="tx1">
                    <a:lumMod val="85000"/>
                    <a:lumOff val="15000"/>
                  </a:schemeClr>
                </a:solidFill>
              </a:defRPr>
            </a:lvl1pPr>
          </a:lstStyle>
          <a:p>
            <a:pPr lvl="0"/>
            <a:r>
              <a:rPr lang="en-US"/>
              <a:t>Click to edit Subtitle</a:t>
            </a:r>
          </a:p>
        </p:txBody>
      </p:sp>
      <p:sp>
        <p:nvSpPr>
          <p:cNvPr id="15" name="Content Placeholder 10">
            <a:extLst>
              <a:ext uri="{FF2B5EF4-FFF2-40B4-BE49-F238E27FC236}">
                <a16:creationId xmlns:a16="http://schemas.microsoft.com/office/drawing/2014/main" id="{272FD8FD-44CA-01C5-C947-7EDFC9557D62}"/>
              </a:ext>
            </a:extLst>
          </p:cNvPr>
          <p:cNvSpPr>
            <a:spLocks noGrp="1"/>
          </p:cNvSpPr>
          <p:nvPr>
            <p:ph sz="quarter" idx="31" hasCustomPrompt="1"/>
          </p:nvPr>
        </p:nvSpPr>
        <p:spPr>
          <a:xfrm>
            <a:off x="4830438" y="5379121"/>
            <a:ext cx="4039136" cy="1264747"/>
          </a:xfrm>
          <a:prstGeom prst="rect">
            <a:avLst/>
          </a:prstGeom>
        </p:spPr>
        <p:txBody>
          <a:bodyPr>
            <a:normAutofit/>
          </a:bodyPr>
          <a:lstStyle>
            <a:lvl1pPr marL="0" indent="0" algn="ctr">
              <a:buNone/>
              <a:defRPr sz="1100">
                <a:solidFill>
                  <a:schemeClr val="tx1">
                    <a:lumMod val="75000"/>
                    <a:lumOff val="25000"/>
                  </a:schemeClr>
                </a:solidFill>
              </a:defRPr>
            </a:lvl1pPr>
          </a:lstStyle>
          <a:p>
            <a:pPr lvl="0"/>
            <a:r>
              <a:rPr lang="en-US"/>
              <a:t>Click to add text</a:t>
            </a:r>
          </a:p>
        </p:txBody>
      </p:sp>
      <p:sp>
        <p:nvSpPr>
          <p:cNvPr id="16" name="Content Placeholder 17">
            <a:extLst>
              <a:ext uri="{FF2B5EF4-FFF2-40B4-BE49-F238E27FC236}">
                <a16:creationId xmlns:a16="http://schemas.microsoft.com/office/drawing/2014/main" id="{489852DF-1768-6942-5D89-28292DB06167}"/>
              </a:ext>
            </a:extLst>
          </p:cNvPr>
          <p:cNvSpPr>
            <a:spLocks noGrp="1"/>
          </p:cNvSpPr>
          <p:nvPr>
            <p:ph sz="quarter" idx="34" hasCustomPrompt="1"/>
          </p:nvPr>
        </p:nvSpPr>
        <p:spPr>
          <a:xfrm>
            <a:off x="9211909" y="4874762"/>
            <a:ext cx="4039137" cy="393596"/>
          </a:xfrm>
          <a:prstGeom prst="rect">
            <a:avLst/>
          </a:prstGeom>
        </p:spPr>
        <p:txBody>
          <a:bodyPr anchor="ctr">
            <a:normAutofit/>
          </a:bodyPr>
          <a:lstStyle>
            <a:lvl1pPr marL="0" indent="0" algn="ctr">
              <a:buNone/>
              <a:defRPr sz="1600" b="0">
                <a:solidFill>
                  <a:schemeClr val="tx1">
                    <a:lumMod val="85000"/>
                    <a:lumOff val="15000"/>
                  </a:schemeClr>
                </a:solidFill>
              </a:defRPr>
            </a:lvl1pPr>
          </a:lstStyle>
          <a:p>
            <a:pPr lvl="0"/>
            <a:r>
              <a:rPr lang="en-US"/>
              <a:t>Click to edit Subtitle</a:t>
            </a:r>
          </a:p>
        </p:txBody>
      </p:sp>
      <p:sp>
        <p:nvSpPr>
          <p:cNvPr id="17" name="Content Placeholder 10">
            <a:extLst>
              <a:ext uri="{FF2B5EF4-FFF2-40B4-BE49-F238E27FC236}">
                <a16:creationId xmlns:a16="http://schemas.microsoft.com/office/drawing/2014/main" id="{675C4FBC-5CB1-4743-1811-1470B3E155C7}"/>
              </a:ext>
            </a:extLst>
          </p:cNvPr>
          <p:cNvSpPr>
            <a:spLocks noGrp="1"/>
          </p:cNvSpPr>
          <p:nvPr>
            <p:ph sz="quarter" idx="35" hasCustomPrompt="1"/>
          </p:nvPr>
        </p:nvSpPr>
        <p:spPr>
          <a:xfrm>
            <a:off x="9211910" y="5376034"/>
            <a:ext cx="4039136" cy="1264747"/>
          </a:xfrm>
          <a:prstGeom prst="rect">
            <a:avLst/>
          </a:prstGeom>
        </p:spPr>
        <p:txBody>
          <a:bodyPr>
            <a:normAutofit/>
          </a:bodyPr>
          <a:lstStyle>
            <a:lvl1pPr marL="0" indent="0" algn="ctr">
              <a:buNone/>
              <a:defRPr sz="1100">
                <a:solidFill>
                  <a:schemeClr val="tx1">
                    <a:lumMod val="75000"/>
                    <a:lumOff val="25000"/>
                  </a:schemeClr>
                </a:solidFill>
              </a:defRPr>
            </a:lvl1pPr>
          </a:lstStyle>
          <a:p>
            <a:pPr lvl="0"/>
            <a:r>
              <a:rPr lang="en-US"/>
              <a:t>Click to add text</a:t>
            </a:r>
          </a:p>
        </p:txBody>
      </p:sp>
      <p:sp>
        <p:nvSpPr>
          <p:cNvPr id="19" name="Picture Placeholder 7">
            <a:extLst>
              <a:ext uri="{FF2B5EF4-FFF2-40B4-BE49-F238E27FC236}">
                <a16:creationId xmlns:a16="http://schemas.microsoft.com/office/drawing/2014/main" id="{CF07E554-539D-179A-324E-C1966747CFC2}"/>
              </a:ext>
            </a:extLst>
          </p:cNvPr>
          <p:cNvSpPr>
            <a:spLocks noGrp="1"/>
          </p:cNvSpPr>
          <p:nvPr>
            <p:ph type="pic" sz="quarter" idx="36"/>
          </p:nvPr>
        </p:nvSpPr>
        <p:spPr>
          <a:xfrm>
            <a:off x="4830438" y="1771714"/>
            <a:ext cx="4039138" cy="2847639"/>
          </a:xfrm>
          <a:prstGeom prst="rect">
            <a:avLst/>
          </a:prstGeom>
          <a:solidFill>
            <a:schemeClr val="bg2"/>
          </a:solidFill>
        </p:spPr>
        <p:txBody>
          <a:bodyPr/>
          <a:lstStyle>
            <a:lvl1pPr marL="0" indent="0">
              <a:buNone/>
              <a:defRPr/>
            </a:lvl1pPr>
          </a:lstStyle>
          <a:p>
            <a:endParaRPr lang="en-US"/>
          </a:p>
        </p:txBody>
      </p:sp>
      <p:sp>
        <p:nvSpPr>
          <p:cNvPr id="20" name="Picture Placeholder 7">
            <a:extLst>
              <a:ext uri="{FF2B5EF4-FFF2-40B4-BE49-F238E27FC236}">
                <a16:creationId xmlns:a16="http://schemas.microsoft.com/office/drawing/2014/main" id="{E890FFF6-664A-2D5C-5AD3-1931FBFAB19C}"/>
              </a:ext>
            </a:extLst>
          </p:cNvPr>
          <p:cNvSpPr>
            <a:spLocks noGrp="1"/>
          </p:cNvSpPr>
          <p:nvPr>
            <p:ph type="pic" sz="quarter" idx="37"/>
          </p:nvPr>
        </p:nvSpPr>
        <p:spPr>
          <a:xfrm>
            <a:off x="9211912" y="1771714"/>
            <a:ext cx="4039138" cy="2847639"/>
          </a:xfrm>
          <a:prstGeom prst="rect">
            <a:avLst/>
          </a:prstGeom>
          <a:solidFill>
            <a:schemeClr val="bg2"/>
          </a:solidFill>
        </p:spPr>
        <p:txBody>
          <a:bodyPr/>
          <a:lstStyle>
            <a:lvl1pPr marL="0" indent="0">
              <a:buNone/>
              <a:defRPr/>
            </a:lvl1pPr>
          </a:lstStyle>
          <a:p>
            <a:endParaRPr lang="en-US"/>
          </a:p>
        </p:txBody>
      </p:sp>
      <p:sp>
        <p:nvSpPr>
          <p:cNvPr id="21" name="Title 1">
            <a:extLst>
              <a:ext uri="{FF2B5EF4-FFF2-40B4-BE49-F238E27FC236}">
                <a16:creationId xmlns:a16="http://schemas.microsoft.com/office/drawing/2014/main" id="{F92BC132-E0B9-E9C2-FEFC-D78FF676D8FA}"/>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22" name="Rectangle 13">
            <a:extLst>
              <a:ext uri="{FF2B5EF4-FFF2-40B4-BE49-F238E27FC236}">
                <a16:creationId xmlns:a16="http://schemas.microsoft.com/office/drawing/2014/main" id="{0B1B2C65-051A-DE8B-4B04-558F8116334F}"/>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4" name="Footer Placeholder 4">
            <a:extLst>
              <a:ext uri="{FF2B5EF4-FFF2-40B4-BE49-F238E27FC236}">
                <a16:creationId xmlns:a16="http://schemas.microsoft.com/office/drawing/2014/main" id="{7438D139-5DE7-494A-BF0F-B2E4CB7F8445}"/>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20442199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_Divider Page">
    <p:spTree>
      <p:nvGrpSpPr>
        <p:cNvPr id="1" name=""/>
        <p:cNvGrpSpPr/>
        <p:nvPr/>
      </p:nvGrpSpPr>
      <p:grpSpPr>
        <a:xfrm>
          <a:off x="0" y="0"/>
          <a:ext cx="0" cy="0"/>
          <a:chOff x="0" y="0"/>
          <a:chExt cx="0" cy="0"/>
        </a:xfrm>
      </p:grpSpPr>
      <p:sp>
        <p:nvSpPr>
          <p:cNvPr id="4" name="Content Placeholder 17">
            <a:extLst>
              <a:ext uri="{FF2B5EF4-FFF2-40B4-BE49-F238E27FC236}">
                <a16:creationId xmlns:a16="http://schemas.microsoft.com/office/drawing/2014/main" id="{95B950C4-E606-0DAC-8EA7-114846182E3A}"/>
              </a:ext>
            </a:extLst>
          </p:cNvPr>
          <p:cNvSpPr>
            <a:spLocks noGrp="1"/>
          </p:cNvSpPr>
          <p:nvPr>
            <p:ph sz="quarter" idx="18" hasCustomPrompt="1"/>
          </p:nvPr>
        </p:nvSpPr>
        <p:spPr>
          <a:xfrm>
            <a:off x="447138" y="4926029"/>
            <a:ext cx="2251435" cy="393596"/>
          </a:xfrm>
          <a:prstGeom prst="rect">
            <a:avLst/>
          </a:prstGeom>
        </p:spPr>
        <p:txBody>
          <a:bodyPr anchor="ctr">
            <a:normAutofit/>
          </a:bodyPr>
          <a:lstStyle>
            <a:lvl1pPr marL="0" indent="0" algn="ctr">
              <a:buNone/>
              <a:defRPr sz="1600" b="0">
                <a:solidFill>
                  <a:schemeClr val="tx1">
                    <a:lumMod val="85000"/>
                    <a:lumOff val="15000"/>
                  </a:schemeClr>
                </a:solidFill>
              </a:defRPr>
            </a:lvl1pPr>
          </a:lstStyle>
          <a:p>
            <a:pPr lvl="0"/>
            <a:r>
              <a:rPr lang="en-US"/>
              <a:t>Click to edit Subtitle</a:t>
            </a:r>
          </a:p>
        </p:txBody>
      </p:sp>
      <p:sp>
        <p:nvSpPr>
          <p:cNvPr id="5" name="Picture Placeholder 7">
            <a:extLst>
              <a:ext uri="{FF2B5EF4-FFF2-40B4-BE49-F238E27FC236}">
                <a16:creationId xmlns:a16="http://schemas.microsoft.com/office/drawing/2014/main" id="{83F594BC-285E-00C6-65C3-3D88280C6E1E}"/>
              </a:ext>
            </a:extLst>
          </p:cNvPr>
          <p:cNvSpPr>
            <a:spLocks noGrp="1"/>
          </p:cNvSpPr>
          <p:nvPr>
            <p:ph type="pic" sz="quarter" idx="19"/>
          </p:nvPr>
        </p:nvSpPr>
        <p:spPr>
          <a:xfrm>
            <a:off x="447140" y="1781102"/>
            <a:ext cx="2251436" cy="3037251"/>
          </a:xfrm>
          <a:prstGeom prst="rect">
            <a:avLst/>
          </a:prstGeom>
          <a:solidFill>
            <a:schemeClr val="bg2"/>
          </a:solidFill>
        </p:spPr>
        <p:txBody>
          <a:bodyPr/>
          <a:lstStyle>
            <a:lvl1pPr marL="0" indent="0">
              <a:buNone/>
              <a:defRPr/>
            </a:lvl1pPr>
          </a:lstStyle>
          <a:p>
            <a:endParaRPr lang="en-US"/>
          </a:p>
        </p:txBody>
      </p:sp>
      <p:sp>
        <p:nvSpPr>
          <p:cNvPr id="10" name="Content Placeholder 10">
            <a:extLst>
              <a:ext uri="{FF2B5EF4-FFF2-40B4-BE49-F238E27FC236}">
                <a16:creationId xmlns:a16="http://schemas.microsoft.com/office/drawing/2014/main" id="{1831D9BD-7081-F2A5-1A02-CB277B194855}"/>
              </a:ext>
            </a:extLst>
          </p:cNvPr>
          <p:cNvSpPr>
            <a:spLocks noGrp="1"/>
          </p:cNvSpPr>
          <p:nvPr>
            <p:ph sz="quarter" idx="25" hasCustomPrompt="1"/>
          </p:nvPr>
        </p:nvSpPr>
        <p:spPr>
          <a:xfrm>
            <a:off x="447138" y="5427301"/>
            <a:ext cx="2251435" cy="1216567"/>
          </a:xfrm>
          <a:prstGeom prst="rect">
            <a:avLst/>
          </a:prstGeom>
        </p:spPr>
        <p:txBody>
          <a:bodyPr>
            <a:normAutofit/>
          </a:bodyPr>
          <a:lstStyle>
            <a:lvl1pPr marL="0" indent="0" algn="ctr">
              <a:buNone/>
              <a:defRPr sz="1100"/>
            </a:lvl1pPr>
          </a:lstStyle>
          <a:p>
            <a:pPr lvl="0"/>
            <a:r>
              <a:rPr lang="en-US"/>
              <a:t>Click to add text</a:t>
            </a:r>
          </a:p>
        </p:txBody>
      </p:sp>
      <p:sp>
        <p:nvSpPr>
          <p:cNvPr id="11" name="Picture Placeholder 7">
            <a:extLst>
              <a:ext uri="{FF2B5EF4-FFF2-40B4-BE49-F238E27FC236}">
                <a16:creationId xmlns:a16="http://schemas.microsoft.com/office/drawing/2014/main" id="{403ED899-5329-FE70-12A2-7F5AAAB5A4A2}"/>
              </a:ext>
            </a:extLst>
          </p:cNvPr>
          <p:cNvSpPr>
            <a:spLocks noGrp="1"/>
          </p:cNvSpPr>
          <p:nvPr>
            <p:ph type="pic" sz="quarter" idx="27"/>
          </p:nvPr>
        </p:nvSpPr>
        <p:spPr>
          <a:xfrm>
            <a:off x="2957530" y="1781102"/>
            <a:ext cx="2319347" cy="3048883"/>
          </a:xfrm>
          <a:prstGeom prst="rect">
            <a:avLst/>
          </a:prstGeom>
          <a:solidFill>
            <a:schemeClr val="bg2"/>
          </a:solidFill>
        </p:spPr>
        <p:txBody>
          <a:bodyPr/>
          <a:lstStyle>
            <a:lvl1pPr marL="0" indent="0">
              <a:buNone/>
              <a:defRPr/>
            </a:lvl1pPr>
          </a:lstStyle>
          <a:p>
            <a:endParaRPr lang="en-US"/>
          </a:p>
        </p:txBody>
      </p:sp>
      <p:sp>
        <p:nvSpPr>
          <p:cNvPr id="12" name="Picture Placeholder 7">
            <a:extLst>
              <a:ext uri="{FF2B5EF4-FFF2-40B4-BE49-F238E27FC236}">
                <a16:creationId xmlns:a16="http://schemas.microsoft.com/office/drawing/2014/main" id="{08680D22-3190-6162-62D4-E195F19D4B96}"/>
              </a:ext>
            </a:extLst>
          </p:cNvPr>
          <p:cNvSpPr>
            <a:spLocks noGrp="1"/>
          </p:cNvSpPr>
          <p:nvPr>
            <p:ph type="pic" sz="quarter" idx="28"/>
          </p:nvPr>
        </p:nvSpPr>
        <p:spPr>
          <a:xfrm>
            <a:off x="8144218" y="1781102"/>
            <a:ext cx="2319347" cy="3048883"/>
          </a:xfrm>
          <a:prstGeom prst="rect">
            <a:avLst/>
          </a:prstGeom>
          <a:solidFill>
            <a:schemeClr val="bg2"/>
          </a:solidFill>
        </p:spPr>
        <p:txBody>
          <a:bodyPr/>
          <a:lstStyle>
            <a:lvl1pPr marL="0" indent="0">
              <a:buNone/>
              <a:defRPr/>
            </a:lvl1pPr>
          </a:lstStyle>
          <a:p>
            <a:endParaRPr lang="en-US"/>
          </a:p>
        </p:txBody>
      </p:sp>
      <p:sp>
        <p:nvSpPr>
          <p:cNvPr id="13" name="Picture Placeholder 7">
            <a:extLst>
              <a:ext uri="{FF2B5EF4-FFF2-40B4-BE49-F238E27FC236}">
                <a16:creationId xmlns:a16="http://schemas.microsoft.com/office/drawing/2014/main" id="{6483A346-EB47-AF54-583D-E7A1289312E9}"/>
              </a:ext>
            </a:extLst>
          </p:cNvPr>
          <p:cNvSpPr>
            <a:spLocks noGrp="1"/>
          </p:cNvSpPr>
          <p:nvPr>
            <p:ph type="pic" sz="quarter" idx="29"/>
          </p:nvPr>
        </p:nvSpPr>
        <p:spPr>
          <a:xfrm>
            <a:off x="5535831" y="1781102"/>
            <a:ext cx="2319347" cy="3048883"/>
          </a:xfrm>
          <a:prstGeom prst="rect">
            <a:avLst/>
          </a:prstGeom>
          <a:solidFill>
            <a:schemeClr val="bg2"/>
          </a:solidFill>
        </p:spPr>
        <p:txBody>
          <a:bodyPr/>
          <a:lstStyle>
            <a:lvl1pPr marL="0" indent="0">
              <a:buNone/>
              <a:defRPr/>
            </a:lvl1pPr>
          </a:lstStyle>
          <a:p>
            <a:endParaRPr lang="en-US"/>
          </a:p>
        </p:txBody>
      </p:sp>
      <p:sp>
        <p:nvSpPr>
          <p:cNvPr id="18" name="Content Placeholder 17">
            <a:extLst>
              <a:ext uri="{FF2B5EF4-FFF2-40B4-BE49-F238E27FC236}">
                <a16:creationId xmlns:a16="http://schemas.microsoft.com/office/drawing/2014/main" id="{3D11BD6A-E5C2-B623-2A75-D8E5848A3023}"/>
              </a:ext>
            </a:extLst>
          </p:cNvPr>
          <p:cNvSpPr>
            <a:spLocks noGrp="1"/>
          </p:cNvSpPr>
          <p:nvPr>
            <p:ph sz="quarter" idx="30" hasCustomPrompt="1"/>
          </p:nvPr>
        </p:nvSpPr>
        <p:spPr>
          <a:xfrm>
            <a:off x="2957530" y="4929116"/>
            <a:ext cx="2319348" cy="393596"/>
          </a:xfrm>
          <a:prstGeom prst="rect">
            <a:avLst/>
          </a:prstGeom>
        </p:spPr>
        <p:txBody>
          <a:bodyPr anchor="ctr">
            <a:normAutofit/>
          </a:bodyPr>
          <a:lstStyle>
            <a:lvl1pPr marL="0" indent="0" algn="ctr">
              <a:buNone/>
              <a:defRPr sz="1600" b="0">
                <a:solidFill>
                  <a:schemeClr val="tx1">
                    <a:lumMod val="85000"/>
                    <a:lumOff val="15000"/>
                  </a:schemeClr>
                </a:solidFill>
              </a:defRPr>
            </a:lvl1pPr>
          </a:lstStyle>
          <a:p>
            <a:pPr lvl="0"/>
            <a:r>
              <a:rPr lang="en-US"/>
              <a:t>Click to edit Subtitle</a:t>
            </a:r>
          </a:p>
        </p:txBody>
      </p:sp>
      <p:sp>
        <p:nvSpPr>
          <p:cNvPr id="21" name="Content Placeholder 10">
            <a:extLst>
              <a:ext uri="{FF2B5EF4-FFF2-40B4-BE49-F238E27FC236}">
                <a16:creationId xmlns:a16="http://schemas.microsoft.com/office/drawing/2014/main" id="{8525188E-C863-5995-03E6-34CD059B73E6}"/>
              </a:ext>
            </a:extLst>
          </p:cNvPr>
          <p:cNvSpPr>
            <a:spLocks noGrp="1"/>
          </p:cNvSpPr>
          <p:nvPr>
            <p:ph sz="quarter" idx="31" hasCustomPrompt="1"/>
          </p:nvPr>
        </p:nvSpPr>
        <p:spPr>
          <a:xfrm>
            <a:off x="2957530" y="5430388"/>
            <a:ext cx="2319347" cy="1213480"/>
          </a:xfrm>
          <a:prstGeom prst="rect">
            <a:avLst/>
          </a:prstGeom>
        </p:spPr>
        <p:txBody>
          <a:bodyPr>
            <a:normAutofit/>
          </a:bodyPr>
          <a:lstStyle>
            <a:lvl1pPr marL="0" indent="0" algn="ctr">
              <a:buNone/>
              <a:defRPr sz="1100"/>
            </a:lvl1pPr>
          </a:lstStyle>
          <a:p>
            <a:pPr lvl="0"/>
            <a:r>
              <a:rPr lang="en-US"/>
              <a:t>Click to add text</a:t>
            </a:r>
          </a:p>
        </p:txBody>
      </p:sp>
      <p:sp>
        <p:nvSpPr>
          <p:cNvPr id="22" name="Content Placeholder 17">
            <a:extLst>
              <a:ext uri="{FF2B5EF4-FFF2-40B4-BE49-F238E27FC236}">
                <a16:creationId xmlns:a16="http://schemas.microsoft.com/office/drawing/2014/main" id="{65B46D12-5C8D-60CE-C69D-7888D5F748D6}"/>
              </a:ext>
            </a:extLst>
          </p:cNvPr>
          <p:cNvSpPr>
            <a:spLocks noGrp="1"/>
          </p:cNvSpPr>
          <p:nvPr>
            <p:ph sz="quarter" idx="32" hasCustomPrompt="1"/>
          </p:nvPr>
        </p:nvSpPr>
        <p:spPr>
          <a:xfrm>
            <a:off x="5565917" y="4926029"/>
            <a:ext cx="2319347" cy="393596"/>
          </a:xfrm>
          <a:prstGeom prst="rect">
            <a:avLst/>
          </a:prstGeom>
        </p:spPr>
        <p:txBody>
          <a:bodyPr anchor="ctr">
            <a:normAutofit/>
          </a:bodyPr>
          <a:lstStyle>
            <a:lvl1pPr marL="0" indent="0" algn="ctr">
              <a:buNone/>
              <a:defRPr sz="1600" b="0">
                <a:solidFill>
                  <a:schemeClr val="tx1">
                    <a:lumMod val="85000"/>
                    <a:lumOff val="15000"/>
                  </a:schemeClr>
                </a:solidFill>
              </a:defRPr>
            </a:lvl1pPr>
          </a:lstStyle>
          <a:p>
            <a:pPr lvl="0"/>
            <a:r>
              <a:rPr lang="en-US"/>
              <a:t>Click to edit Subtitle</a:t>
            </a:r>
          </a:p>
        </p:txBody>
      </p:sp>
      <p:sp>
        <p:nvSpPr>
          <p:cNvPr id="23" name="Content Placeholder 10">
            <a:extLst>
              <a:ext uri="{FF2B5EF4-FFF2-40B4-BE49-F238E27FC236}">
                <a16:creationId xmlns:a16="http://schemas.microsoft.com/office/drawing/2014/main" id="{64DDF609-3ACC-2D0C-4B0C-178825E10C5D}"/>
              </a:ext>
            </a:extLst>
          </p:cNvPr>
          <p:cNvSpPr>
            <a:spLocks noGrp="1"/>
          </p:cNvSpPr>
          <p:nvPr>
            <p:ph sz="quarter" idx="33" hasCustomPrompt="1"/>
          </p:nvPr>
        </p:nvSpPr>
        <p:spPr>
          <a:xfrm>
            <a:off x="5565918" y="5427301"/>
            <a:ext cx="2319346" cy="1213480"/>
          </a:xfrm>
          <a:prstGeom prst="rect">
            <a:avLst/>
          </a:prstGeom>
        </p:spPr>
        <p:txBody>
          <a:bodyPr>
            <a:normAutofit/>
          </a:bodyPr>
          <a:lstStyle>
            <a:lvl1pPr marL="0" indent="0" algn="ctr">
              <a:buNone/>
              <a:defRPr sz="1100"/>
            </a:lvl1pPr>
          </a:lstStyle>
          <a:p>
            <a:pPr lvl="0"/>
            <a:r>
              <a:rPr lang="en-US"/>
              <a:t>Click to add text</a:t>
            </a:r>
          </a:p>
        </p:txBody>
      </p:sp>
      <p:sp>
        <p:nvSpPr>
          <p:cNvPr id="24" name="Content Placeholder 17">
            <a:extLst>
              <a:ext uri="{FF2B5EF4-FFF2-40B4-BE49-F238E27FC236}">
                <a16:creationId xmlns:a16="http://schemas.microsoft.com/office/drawing/2014/main" id="{4ACA2EA1-C4E3-1707-C9BE-ACB980AF37B2}"/>
              </a:ext>
            </a:extLst>
          </p:cNvPr>
          <p:cNvSpPr>
            <a:spLocks noGrp="1"/>
          </p:cNvSpPr>
          <p:nvPr>
            <p:ph sz="quarter" idx="34" hasCustomPrompt="1"/>
          </p:nvPr>
        </p:nvSpPr>
        <p:spPr>
          <a:xfrm>
            <a:off x="8144217" y="4926029"/>
            <a:ext cx="2319347" cy="393596"/>
          </a:xfrm>
          <a:prstGeom prst="rect">
            <a:avLst/>
          </a:prstGeom>
        </p:spPr>
        <p:txBody>
          <a:bodyPr anchor="ctr">
            <a:normAutofit/>
          </a:bodyPr>
          <a:lstStyle>
            <a:lvl1pPr marL="0" indent="0" algn="ctr">
              <a:buNone/>
              <a:defRPr sz="1600" b="0">
                <a:solidFill>
                  <a:schemeClr val="tx1">
                    <a:lumMod val="85000"/>
                    <a:lumOff val="15000"/>
                  </a:schemeClr>
                </a:solidFill>
              </a:defRPr>
            </a:lvl1pPr>
          </a:lstStyle>
          <a:p>
            <a:pPr lvl="0"/>
            <a:r>
              <a:rPr lang="en-US"/>
              <a:t>Click to edit Subtitle</a:t>
            </a:r>
          </a:p>
        </p:txBody>
      </p:sp>
      <p:sp>
        <p:nvSpPr>
          <p:cNvPr id="25" name="Content Placeholder 10">
            <a:extLst>
              <a:ext uri="{FF2B5EF4-FFF2-40B4-BE49-F238E27FC236}">
                <a16:creationId xmlns:a16="http://schemas.microsoft.com/office/drawing/2014/main" id="{6937F278-98C3-DBF7-7102-6D140241C418}"/>
              </a:ext>
            </a:extLst>
          </p:cNvPr>
          <p:cNvSpPr>
            <a:spLocks noGrp="1"/>
          </p:cNvSpPr>
          <p:nvPr>
            <p:ph sz="quarter" idx="35" hasCustomPrompt="1"/>
          </p:nvPr>
        </p:nvSpPr>
        <p:spPr>
          <a:xfrm>
            <a:off x="8144218" y="5427301"/>
            <a:ext cx="2319346" cy="1213480"/>
          </a:xfrm>
          <a:prstGeom prst="rect">
            <a:avLst/>
          </a:prstGeom>
        </p:spPr>
        <p:txBody>
          <a:bodyPr>
            <a:normAutofit/>
          </a:bodyPr>
          <a:lstStyle>
            <a:lvl1pPr marL="0" indent="0" algn="ctr">
              <a:buNone/>
              <a:defRPr sz="1100"/>
            </a:lvl1pPr>
          </a:lstStyle>
          <a:p>
            <a:pPr lvl="0"/>
            <a:r>
              <a:rPr lang="en-US"/>
              <a:t>Click to add text</a:t>
            </a:r>
          </a:p>
        </p:txBody>
      </p:sp>
      <p:sp>
        <p:nvSpPr>
          <p:cNvPr id="26" name="Picture Placeholder 7">
            <a:extLst>
              <a:ext uri="{FF2B5EF4-FFF2-40B4-BE49-F238E27FC236}">
                <a16:creationId xmlns:a16="http://schemas.microsoft.com/office/drawing/2014/main" id="{0266E48C-2B2B-4477-F633-87B731762731}"/>
              </a:ext>
            </a:extLst>
          </p:cNvPr>
          <p:cNvSpPr>
            <a:spLocks noGrp="1"/>
          </p:cNvSpPr>
          <p:nvPr>
            <p:ph type="pic" sz="quarter" idx="36"/>
          </p:nvPr>
        </p:nvSpPr>
        <p:spPr>
          <a:xfrm>
            <a:off x="10752605" y="1781102"/>
            <a:ext cx="2361511" cy="3048883"/>
          </a:xfrm>
          <a:prstGeom prst="rect">
            <a:avLst/>
          </a:prstGeom>
          <a:solidFill>
            <a:schemeClr val="bg2"/>
          </a:solidFill>
        </p:spPr>
        <p:txBody>
          <a:bodyPr/>
          <a:lstStyle>
            <a:lvl1pPr marL="0" indent="0">
              <a:buNone/>
              <a:defRPr/>
            </a:lvl1pPr>
          </a:lstStyle>
          <a:p>
            <a:endParaRPr lang="en-US"/>
          </a:p>
        </p:txBody>
      </p:sp>
      <p:sp>
        <p:nvSpPr>
          <p:cNvPr id="27" name="Content Placeholder 17">
            <a:extLst>
              <a:ext uri="{FF2B5EF4-FFF2-40B4-BE49-F238E27FC236}">
                <a16:creationId xmlns:a16="http://schemas.microsoft.com/office/drawing/2014/main" id="{8846A11F-B24E-AAE1-D70A-6CE4A84C5100}"/>
              </a:ext>
            </a:extLst>
          </p:cNvPr>
          <p:cNvSpPr>
            <a:spLocks noGrp="1"/>
          </p:cNvSpPr>
          <p:nvPr>
            <p:ph sz="quarter" idx="37" hasCustomPrompt="1"/>
          </p:nvPr>
        </p:nvSpPr>
        <p:spPr>
          <a:xfrm>
            <a:off x="10752605" y="4926029"/>
            <a:ext cx="2361511" cy="393596"/>
          </a:xfrm>
          <a:prstGeom prst="rect">
            <a:avLst/>
          </a:prstGeom>
        </p:spPr>
        <p:txBody>
          <a:bodyPr anchor="ctr">
            <a:normAutofit/>
          </a:bodyPr>
          <a:lstStyle>
            <a:lvl1pPr marL="0" indent="0" algn="ctr">
              <a:buNone/>
              <a:defRPr sz="1600" b="0">
                <a:solidFill>
                  <a:schemeClr val="tx1">
                    <a:lumMod val="85000"/>
                    <a:lumOff val="15000"/>
                  </a:schemeClr>
                </a:solidFill>
              </a:defRPr>
            </a:lvl1pPr>
          </a:lstStyle>
          <a:p>
            <a:pPr lvl="0"/>
            <a:r>
              <a:rPr lang="en-US"/>
              <a:t>Click to edit Subtitle</a:t>
            </a:r>
          </a:p>
        </p:txBody>
      </p:sp>
      <p:sp>
        <p:nvSpPr>
          <p:cNvPr id="28" name="Content Placeholder 10">
            <a:extLst>
              <a:ext uri="{FF2B5EF4-FFF2-40B4-BE49-F238E27FC236}">
                <a16:creationId xmlns:a16="http://schemas.microsoft.com/office/drawing/2014/main" id="{6C9C19CF-E759-0AB4-E6FF-7E2D74E0A778}"/>
              </a:ext>
            </a:extLst>
          </p:cNvPr>
          <p:cNvSpPr>
            <a:spLocks noGrp="1"/>
          </p:cNvSpPr>
          <p:nvPr>
            <p:ph sz="quarter" idx="38" hasCustomPrompt="1"/>
          </p:nvPr>
        </p:nvSpPr>
        <p:spPr>
          <a:xfrm>
            <a:off x="10752605" y="5427301"/>
            <a:ext cx="2361511" cy="1213480"/>
          </a:xfrm>
          <a:prstGeom prst="rect">
            <a:avLst/>
          </a:prstGeom>
        </p:spPr>
        <p:txBody>
          <a:bodyPr>
            <a:normAutofit/>
          </a:bodyPr>
          <a:lstStyle>
            <a:lvl1pPr marL="0" indent="0" algn="ctr">
              <a:buNone/>
              <a:defRPr sz="1100"/>
            </a:lvl1pPr>
          </a:lstStyle>
          <a:p>
            <a:pPr lvl="0"/>
            <a:r>
              <a:rPr lang="en-US"/>
              <a:t>Click to add text</a:t>
            </a:r>
          </a:p>
        </p:txBody>
      </p:sp>
      <p:sp>
        <p:nvSpPr>
          <p:cNvPr id="43" name="Title 1">
            <a:extLst>
              <a:ext uri="{FF2B5EF4-FFF2-40B4-BE49-F238E27FC236}">
                <a16:creationId xmlns:a16="http://schemas.microsoft.com/office/drawing/2014/main" id="{03CBAE87-596F-AEE6-E0A7-E1D5B769C16D}"/>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44" name="Rectangle 13">
            <a:extLst>
              <a:ext uri="{FF2B5EF4-FFF2-40B4-BE49-F238E27FC236}">
                <a16:creationId xmlns:a16="http://schemas.microsoft.com/office/drawing/2014/main" id="{9B3B2184-EF42-7057-E1AB-D646597E0C1C}"/>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6" name="Footer Placeholder 4">
            <a:extLst>
              <a:ext uri="{FF2B5EF4-FFF2-40B4-BE49-F238E27FC236}">
                <a16:creationId xmlns:a16="http://schemas.microsoft.com/office/drawing/2014/main" id="{9D3B2735-B107-5D55-CA97-181A431B97DA}"/>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35078616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_Divider Page">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5157854E-D618-3198-D3D6-F15C0BC18C80}"/>
              </a:ext>
            </a:extLst>
          </p:cNvPr>
          <p:cNvSpPr>
            <a:spLocks noGrp="1"/>
          </p:cNvSpPr>
          <p:nvPr>
            <p:ph type="pic" sz="quarter" idx="19"/>
          </p:nvPr>
        </p:nvSpPr>
        <p:spPr>
          <a:xfrm>
            <a:off x="448969" y="1749434"/>
            <a:ext cx="990601" cy="1087420"/>
          </a:xfrm>
          <a:prstGeom prst="rect">
            <a:avLst/>
          </a:prstGeom>
          <a:solidFill>
            <a:schemeClr val="bg2"/>
          </a:solidFill>
        </p:spPr>
        <p:txBody>
          <a:bodyPr/>
          <a:lstStyle>
            <a:lvl1pPr marL="0" indent="0">
              <a:buNone/>
              <a:defRPr/>
            </a:lvl1pPr>
          </a:lstStyle>
          <a:p>
            <a:endParaRPr lang="en-US"/>
          </a:p>
        </p:txBody>
      </p:sp>
      <p:cxnSp>
        <p:nvCxnSpPr>
          <p:cNvPr id="8" name="Straight Connector 7">
            <a:extLst>
              <a:ext uri="{FF2B5EF4-FFF2-40B4-BE49-F238E27FC236}">
                <a16:creationId xmlns:a16="http://schemas.microsoft.com/office/drawing/2014/main" id="{AB7000E7-1413-E6E0-2C29-4F0EA7D632E6}"/>
              </a:ext>
            </a:extLst>
          </p:cNvPr>
          <p:cNvCxnSpPr>
            <a:cxnSpLocks/>
          </p:cNvCxnSpPr>
          <p:nvPr userDrawn="1"/>
        </p:nvCxnSpPr>
        <p:spPr>
          <a:xfrm>
            <a:off x="448969" y="2985868"/>
            <a:ext cx="12584623"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Picture Placeholder 7">
            <a:extLst>
              <a:ext uri="{FF2B5EF4-FFF2-40B4-BE49-F238E27FC236}">
                <a16:creationId xmlns:a16="http://schemas.microsoft.com/office/drawing/2014/main" id="{134A704D-8EF5-1E2D-BBDE-ADF16E3D1712}"/>
              </a:ext>
            </a:extLst>
          </p:cNvPr>
          <p:cNvSpPr>
            <a:spLocks noGrp="1"/>
          </p:cNvSpPr>
          <p:nvPr>
            <p:ph type="pic" sz="quarter" idx="39"/>
          </p:nvPr>
        </p:nvSpPr>
        <p:spPr>
          <a:xfrm>
            <a:off x="448972" y="3097415"/>
            <a:ext cx="990601" cy="1112074"/>
          </a:xfrm>
          <a:prstGeom prst="rect">
            <a:avLst/>
          </a:prstGeom>
          <a:solidFill>
            <a:schemeClr val="bg2"/>
          </a:solidFill>
        </p:spPr>
        <p:txBody>
          <a:bodyPr/>
          <a:lstStyle>
            <a:lvl1pPr marL="0" indent="0">
              <a:buNone/>
              <a:defRPr/>
            </a:lvl1pPr>
          </a:lstStyle>
          <a:p>
            <a:endParaRPr lang="en-US"/>
          </a:p>
        </p:txBody>
      </p:sp>
      <p:cxnSp>
        <p:nvCxnSpPr>
          <p:cNvPr id="14" name="Straight Connector 13">
            <a:extLst>
              <a:ext uri="{FF2B5EF4-FFF2-40B4-BE49-F238E27FC236}">
                <a16:creationId xmlns:a16="http://schemas.microsoft.com/office/drawing/2014/main" id="{A41C35FF-1370-7E8A-2A8A-8BA2B71B9DEA}"/>
              </a:ext>
            </a:extLst>
          </p:cNvPr>
          <p:cNvCxnSpPr>
            <a:cxnSpLocks/>
          </p:cNvCxnSpPr>
          <p:nvPr userDrawn="1"/>
        </p:nvCxnSpPr>
        <p:spPr>
          <a:xfrm>
            <a:off x="448968" y="4350506"/>
            <a:ext cx="12584623"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5" name="Picture Placeholder 7">
            <a:extLst>
              <a:ext uri="{FF2B5EF4-FFF2-40B4-BE49-F238E27FC236}">
                <a16:creationId xmlns:a16="http://schemas.microsoft.com/office/drawing/2014/main" id="{21328691-B308-9AB7-3526-B1A695506EF7}"/>
              </a:ext>
            </a:extLst>
          </p:cNvPr>
          <p:cNvSpPr>
            <a:spLocks noGrp="1"/>
          </p:cNvSpPr>
          <p:nvPr>
            <p:ph type="pic" sz="quarter" idx="40"/>
          </p:nvPr>
        </p:nvSpPr>
        <p:spPr>
          <a:xfrm>
            <a:off x="448971" y="4468973"/>
            <a:ext cx="990601" cy="1021593"/>
          </a:xfrm>
          <a:prstGeom prst="rect">
            <a:avLst/>
          </a:prstGeom>
          <a:solidFill>
            <a:schemeClr val="bg2"/>
          </a:solidFill>
        </p:spPr>
        <p:txBody>
          <a:bodyPr/>
          <a:lstStyle>
            <a:lvl1pPr marL="0" indent="0">
              <a:buNone/>
              <a:defRPr/>
            </a:lvl1pPr>
          </a:lstStyle>
          <a:p>
            <a:endParaRPr lang="en-US"/>
          </a:p>
        </p:txBody>
      </p:sp>
      <p:cxnSp>
        <p:nvCxnSpPr>
          <p:cNvPr id="16" name="Straight Connector 15">
            <a:extLst>
              <a:ext uri="{FF2B5EF4-FFF2-40B4-BE49-F238E27FC236}">
                <a16:creationId xmlns:a16="http://schemas.microsoft.com/office/drawing/2014/main" id="{E894BA9C-AD7E-3816-9FA5-AF75D97197CB}"/>
              </a:ext>
            </a:extLst>
          </p:cNvPr>
          <p:cNvCxnSpPr>
            <a:cxnSpLocks/>
          </p:cNvCxnSpPr>
          <p:nvPr userDrawn="1"/>
        </p:nvCxnSpPr>
        <p:spPr>
          <a:xfrm>
            <a:off x="454996" y="5581918"/>
            <a:ext cx="12584623"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7" name="Picture Placeholder 7">
            <a:extLst>
              <a:ext uri="{FF2B5EF4-FFF2-40B4-BE49-F238E27FC236}">
                <a16:creationId xmlns:a16="http://schemas.microsoft.com/office/drawing/2014/main" id="{2E54DD4E-60E8-D446-25BB-71D3D33EABDF}"/>
              </a:ext>
            </a:extLst>
          </p:cNvPr>
          <p:cNvSpPr>
            <a:spLocks noGrp="1"/>
          </p:cNvSpPr>
          <p:nvPr>
            <p:ph type="pic" sz="quarter" idx="41"/>
          </p:nvPr>
        </p:nvSpPr>
        <p:spPr>
          <a:xfrm>
            <a:off x="448970" y="5677385"/>
            <a:ext cx="990601" cy="1082234"/>
          </a:xfrm>
          <a:prstGeom prst="rect">
            <a:avLst/>
          </a:prstGeom>
          <a:solidFill>
            <a:schemeClr val="bg2"/>
          </a:solidFill>
        </p:spPr>
        <p:txBody>
          <a:bodyPr/>
          <a:lstStyle>
            <a:lvl1pPr marL="0" indent="0">
              <a:buNone/>
              <a:defRPr/>
            </a:lvl1pPr>
          </a:lstStyle>
          <a:p>
            <a:endParaRPr lang="en-US"/>
          </a:p>
        </p:txBody>
      </p:sp>
      <p:sp>
        <p:nvSpPr>
          <p:cNvPr id="19" name="Content Placeholder 17">
            <a:extLst>
              <a:ext uri="{FF2B5EF4-FFF2-40B4-BE49-F238E27FC236}">
                <a16:creationId xmlns:a16="http://schemas.microsoft.com/office/drawing/2014/main" id="{2BA44DC6-8373-F17E-F9B6-51F197CFF27D}"/>
              </a:ext>
            </a:extLst>
          </p:cNvPr>
          <p:cNvSpPr>
            <a:spLocks noGrp="1"/>
          </p:cNvSpPr>
          <p:nvPr>
            <p:ph sz="quarter" idx="18" hasCustomPrompt="1"/>
          </p:nvPr>
        </p:nvSpPr>
        <p:spPr>
          <a:xfrm>
            <a:off x="1764126" y="1769581"/>
            <a:ext cx="11184479" cy="1087420"/>
          </a:xfrm>
          <a:prstGeom prst="rect">
            <a:avLst/>
          </a:prstGeom>
        </p:spPr>
        <p:txBody>
          <a:bodyPr anchor="t">
            <a:normAutofit/>
          </a:bodyPr>
          <a:lstStyle>
            <a:lvl1pPr marL="0" indent="0">
              <a:buNone/>
              <a:defRPr sz="1600" b="0">
                <a:solidFill>
                  <a:schemeClr val="tx1">
                    <a:lumMod val="85000"/>
                    <a:lumOff val="15000"/>
                  </a:schemeClr>
                </a:solidFill>
              </a:defRPr>
            </a:lvl1pPr>
          </a:lstStyle>
          <a:p>
            <a:pPr lvl="0"/>
            <a:r>
              <a:rPr lang="en-US"/>
              <a:t>Enter Text</a:t>
            </a:r>
          </a:p>
        </p:txBody>
      </p:sp>
      <p:sp>
        <p:nvSpPr>
          <p:cNvPr id="20" name="Content Placeholder 17">
            <a:extLst>
              <a:ext uri="{FF2B5EF4-FFF2-40B4-BE49-F238E27FC236}">
                <a16:creationId xmlns:a16="http://schemas.microsoft.com/office/drawing/2014/main" id="{EBAA8F71-F3EE-12A1-AF48-C1C48EE60FE3}"/>
              </a:ext>
            </a:extLst>
          </p:cNvPr>
          <p:cNvSpPr>
            <a:spLocks noGrp="1"/>
          </p:cNvSpPr>
          <p:nvPr>
            <p:ph sz="quarter" idx="42" hasCustomPrompt="1"/>
          </p:nvPr>
        </p:nvSpPr>
        <p:spPr>
          <a:xfrm>
            <a:off x="1764126" y="3110492"/>
            <a:ext cx="11184478" cy="1112074"/>
          </a:xfrm>
          <a:prstGeom prst="rect">
            <a:avLst/>
          </a:prstGeom>
        </p:spPr>
        <p:txBody>
          <a:bodyPr anchor="t">
            <a:normAutofit/>
          </a:bodyPr>
          <a:lstStyle>
            <a:lvl1pPr marL="0" indent="0">
              <a:buNone/>
              <a:defRPr sz="1600" b="0">
                <a:solidFill>
                  <a:schemeClr val="tx1">
                    <a:lumMod val="85000"/>
                    <a:lumOff val="15000"/>
                  </a:schemeClr>
                </a:solidFill>
              </a:defRPr>
            </a:lvl1pPr>
          </a:lstStyle>
          <a:p>
            <a:pPr lvl="0"/>
            <a:r>
              <a:rPr lang="en-US"/>
              <a:t>Enter Text</a:t>
            </a:r>
          </a:p>
        </p:txBody>
      </p:sp>
      <p:sp>
        <p:nvSpPr>
          <p:cNvPr id="29" name="Content Placeholder 17">
            <a:extLst>
              <a:ext uri="{FF2B5EF4-FFF2-40B4-BE49-F238E27FC236}">
                <a16:creationId xmlns:a16="http://schemas.microsoft.com/office/drawing/2014/main" id="{D15B92B6-403F-30C2-3509-A19EF0D74C0C}"/>
              </a:ext>
            </a:extLst>
          </p:cNvPr>
          <p:cNvSpPr>
            <a:spLocks noGrp="1"/>
          </p:cNvSpPr>
          <p:nvPr>
            <p:ph sz="quarter" idx="43" hasCustomPrompt="1"/>
          </p:nvPr>
        </p:nvSpPr>
        <p:spPr>
          <a:xfrm>
            <a:off x="1764126" y="4487525"/>
            <a:ext cx="11184478" cy="1021593"/>
          </a:xfrm>
          <a:prstGeom prst="rect">
            <a:avLst/>
          </a:prstGeom>
        </p:spPr>
        <p:txBody>
          <a:bodyPr anchor="t">
            <a:normAutofit/>
          </a:bodyPr>
          <a:lstStyle>
            <a:lvl1pPr marL="0" indent="0">
              <a:buNone/>
              <a:defRPr sz="1600" b="0">
                <a:solidFill>
                  <a:schemeClr val="tx1">
                    <a:lumMod val="85000"/>
                    <a:lumOff val="15000"/>
                  </a:schemeClr>
                </a:solidFill>
              </a:defRPr>
            </a:lvl1pPr>
          </a:lstStyle>
          <a:p>
            <a:pPr lvl="0"/>
            <a:r>
              <a:rPr lang="en-US"/>
              <a:t>Enter Text</a:t>
            </a:r>
          </a:p>
        </p:txBody>
      </p:sp>
      <p:sp>
        <p:nvSpPr>
          <p:cNvPr id="30" name="Content Placeholder 17">
            <a:extLst>
              <a:ext uri="{FF2B5EF4-FFF2-40B4-BE49-F238E27FC236}">
                <a16:creationId xmlns:a16="http://schemas.microsoft.com/office/drawing/2014/main" id="{2A9B2F35-8262-6436-4E61-76DB91B0DED7}"/>
              </a:ext>
            </a:extLst>
          </p:cNvPr>
          <p:cNvSpPr>
            <a:spLocks noGrp="1"/>
          </p:cNvSpPr>
          <p:nvPr>
            <p:ph sz="quarter" idx="44" hasCustomPrompt="1"/>
          </p:nvPr>
        </p:nvSpPr>
        <p:spPr>
          <a:xfrm>
            <a:off x="1764126" y="5676731"/>
            <a:ext cx="11184478" cy="1082234"/>
          </a:xfrm>
          <a:prstGeom prst="rect">
            <a:avLst/>
          </a:prstGeom>
        </p:spPr>
        <p:txBody>
          <a:bodyPr anchor="t">
            <a:normAutofit/>
          </a:bodyPr>
          <a:lstStyle>
            <a:lvl1pPr marL="0" indent="0">
              <a:buNone/>
              <a:defRPr sz="1600" b="0">
                <a:solidFill>
                  <a:schemeClr val="tx1">
                    <a:lumMod val="85000"/>
                    <a:lumOff val="15000"/>
                  </a:schemeClr>
                </a:solidFill>
              </a:defRPr>
            </a:lvl1pPr>
          </a:lstStyle>
          <a:p>
            <a:pPr lvl="0"/>
            <a:r>
              <a:rPr lang="en-US"/>
              <a:t>Enter Text</a:t>
            </a:r>
          </a:p>
        </p:txBody>
      </p:sp>
      <p:sp>
        <p:nvSpPr>
          <p:cNvPr id="34" name="Title 1">
            <a:extLst>
              <a:ext uri="{FF2B5EF4-FFF2-40B4-BE49-F238E27FC236}">
                <a16:creationId xmlns:a16="http://schemas.microsoft.com/office/drawing/2014/main" id="{4B99A5A4-CAAA-FE51-DD44-6C07D34397C5}"/>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35" name="Rectangle 13">
            <a:extLst>
              <a:ext uri="{FF2B5EF4-FFF2-40B4-BE49-F238E27FC236}">
                <a16:creationId xmlns:a16="http://schemas.microsoft.com/office/drawing/2014/main" id="{A132155D-345C-3FFB-D6E3-DE36312FA291}"/>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4" name="Footer Placeholder 4">
            <a:extLst>
              <a:ext uri="{FF2B5EF4-FFF2-40B4-BE49-F238E27FC236}">
                <a16:creationId xmlns:a16="http://schemas.microsoft.com/office/drawing/2014/main" id="{D13D1A44-0BC8-CFC0-4AFB-DA0862B45A19}"/>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32141584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Divider Page">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1704F0FC-6671-0E7E-02E3-71B911ED47CF}"/>
              </a:ext>
            </a:extLst>
          </p:cNvPr>
          <p:cNvSpPr>
            <a:spLocks noGrp="1"/>
          </p:cNvSpPr>
          <p:nvPr>
            <p:ph type="pic" sz="quarter" idx="22"/>
          </p:nvPr>
        </p:nvSpPr>
        <p:spPr>
          <a:xfrm>
            <a:off x="9047534" y="4288970"/>
            <a:ext cx="4066582" cy="2470647"/>
          </a:xfrm>
          <a:prstGeom prst="rect">
            <a:avLst/>
          </a:prstGeom>
          <a:solidFill>
            <a:schemeClr val="bg2"/>
          </a:solidFill>
        </p:spPr>
        <p:txBody>
          <a:bodyPr/>
          <a:lstStyle>
            <a:lvl1pPr marL="0" indent="0">
              <a:buNone/>
              <a:defRPr/>
            </a:lvl1pPr>
          </a:lstStyle>
          <a:p>
            <a:endParaRPr lang="en-US"/>
          </a:p>
        </p:txBody>
      </p:sp>
      <p:sp>
        <p:nvSpPr>
          <p:cNvPr id="8" name="Picture Placeholder 7">
            <a:extLst>
              <a:ext uri="{FF2B5EF4-FFF2-40B4-BE49-F238E27FC236}">
                <a16:creationId xmlns:a16="http://schemas.microsoft.com/office/drawing/2014/main" id="{3C51355E-9124-DD73-046D-E17917EA847D}"/>
              </a:ext>
            </a:extLst>
          </p:cNvPr>
          <p:cNvSpPr>
            <a:spLocks noGrp="1"/>
          </p:cNvSpPr>
          <p:nvPr>
            <p:ph type="pic" sz="quarter" idx="23"/>
          </p:nvPr>
        </p:nvSpPr>
        <p:spPr>
          <a:xfrm>
            <a:off x="448969" y="4288970"/>
            <a:ext cx="4179366" cy="2470647"/>
          </a:xfrm>
          <a:prstGeom prst="rect">
            <a:avLst/>
          </a:prstGeom>
          <a:solidFill>
            <a:schemeClr val="bg2"/>
          </a:solidFill>
        </p:spPr>
        <p:txBody>
          <a:bodyPr/>
          <a:lstStyle>
            <a:lvl1pPr marL="0" indent="0">
              <a:buNone/>
              <a:defRPr/>
            </a:lvl1pPr>
          </a:lstStyle>
          <a:p>
            <a:endParaRPr lang="en-US"/>
          </a:p>
        </p:txBody>
      </p:sp>
      <p:sp>
        <p:nvSpPr>
          <p:cNvPr id="9" name="Picture Placeholder 7">
            <a:extLst>
              <a:ext uri="{FF2B5EF4-FFF2-40B4-BE49-F238E27FC236}">
                <a16:creationId xmlns:a16="http://schemas.microsoft.com/office/drawing/2014/main" id="{0586416A-5E64-3EBE-7DC0-62C1542D7B70}"/>
              </a:ext>
            </a:extLst>
          </p:cNvPr>
          <p:cNvSpPr>
            <a:spLocks noGrp="1"/>
          </p:cNvSpPr>
          <p:nvPr>
            <p:ph type="pic" sz="quarter" idx="24"/>
          </p:nvPr>
        </p:nvSpPr>
        <p:spPr>
          <a:xfrm>
            <a:off x="448969" y="1771606"/>
            <a:ext cx="4179366" cy="2364965"/>
          </a:xfrm>
          <a:prstGeom prst="rect">
            <a:avLst/>
          </a:prstGeom>
          <a:solidFill>
            <a:schemeClr val="bg2"/>
          </a:solidFill>
        </p:spPr>
        <p:txBody>
          <a:bodyPr/>
          <a:lstStyle>
            <a:lvl1pPr marL="0" indent="0">
              <a:buNone/>
              <a:defRPr/>
            </a:lvl1pPr>
          </a:lstStyle>
          <a:p>
            <a:endParaRPr lang="en-US"/>
          </a:p>
        </p:txBody>
      </p:sp>
      <p:sp>
        <p:nvSpPr>
          <p:cNvPr id="10" name="Picture Placeholder 7">
            <a:extLst>
              <a:ext uri="{FF2B5EF4-FFF2-40B4-BE49-F238E27FC236}">
                <a16:creationId xmlns:a16="http://schemas.microsoft.com/office/drawing/2014/main" id="{5459135D-AC0A-C437-089D-61D57C4692B5}"/>
              </a:ext>
            </a:extLst>
          </p:cNvPr>
          <p:cNvSpPr>
            <a:spLocks noGrp="1"/>
          </p:cNvSpPr>
          <p:nvPr>
            <p:ph type="pic" sz="quarter" idx="25"/>
          </p:nvPr>
        </p:nvSpPr>
        <p:spPr>
          <a:xfrm>
            <a:off x="9047535" y="1761246"/>
            <a:ext cx="4066582" cy="2376696"/>
          </a:xfrm>
          <a:prstGeom prst="rect">
            <a:avLst/>
          </a:prstGeom>
          <a:solidFill>
            <a:schemeClr val="bg2"/>
          </a:solidFill>
        </p:spPr>
        <p:txBody>
          <a:bodyPr/>
          <a:lstStyle>
            <a:lvl1pPr marL="0" indent="0">
              <a:buNone/>
              <a:defRPr/>
            </a:lvl1pPr>
          </a:lstStyle>
          <a:p>
            <a:endParaRPr lang="en-US"/>
          </a:p>
        </p:txBody>
      </p:sp>
      <p:sp>
        <p:nvSpPr>
          <p:cNvPr id="13" name="Picture Placeholder 7">
            <a:extLst>
              <a:ext uri="{FF2B5EF4-FFF2-40B4-BE49-F238E27FC236}">
                <a16:creationId xmlns:a16="http://schemas.microsoft.com/office/drawing/2014/main" id="{872143C3-1F63-2BC9-CD69-5EE2139C3664}"/>
              </a:ext>
            </a:extLst>
          </p:cNvPr>
          <p:cNvSpPr>
            <a:spLocks noGrp="1"/>
          </p:cNvSpPr>
          <p:nvPr>
            <p:ph type="pic" sz="quarter" idx="26"/>
          </p:nvPr>
        </p:nvSpPr>
        <p:spPr>
          <a:xfrm>
            <a:off x="4793126" y="1771606"/>
            <a:ext cx="4089617" cy="2364965"/>
          </a:xfrm>
          <a:prstGeom prst="rect">
            <a:avLst/>
          </a:prstGeom>
          <a:solidFill>
            <a:schemeClr val="bg2"/>
          </a:solidFill>
        </p:spPr>
        <p:txBody>
          <a:bodyPr/>
          <a:lstStyle>
            <a:lvl1pPr marL="0" indent="0">
              <a:buNone/>
              <a:defRPr/>
            </a:lvl1pPr>
          </a:lstStyle>
          <a:p>
            <a:endParaRPr lang="en-US"/>
          </a:p>
        </p:txBody>
      </p:sp>
      <p:sp>
        <p:nvSpPr>
          <p:cNvPr id="14" name="Picture Placeholder 7">
            <a:extLst>
              <a:ext uri="{FF2B5EF4-FFF2-40B4-BE49-F238E27FC236}">
                <a16:creationId xmlns:a16="http://schemas.microsoft.com/office/drawing/2014/main" id="{200D9023-2524-930E-BEC0-484CC4E325D0}"/>
              </a:ext>
            </a:extLst>
          </p:cNvPr>
          <p:cNvSpPr>
            <a:spLocks noGrp="1"/>
          </p:cNvSpPr>
          <p:nvPr>
            <p:ph type="pic" sz="quarter" idx="27"/>
          </p:nvPr>
        </p:nvSpPr>
        <p:spPr>
          <a:xfrm>
            <a:off x="4793126" y="4288970"/>
            <a:ext cx="4089617" cy="2470647"/>
          </a:xfrm>
          <a:prstGeom prst="rect">
            <a:avLst/>
          </a:prstGeom>
          <a:solidFill>
            <a:schemeClr val="bg2"/>
          </a:solidFill>
        </p:spPr>
        <p:txBody>
          <a:bodyPr/>
          <a:lstStyle>
            <a:lvl1pPr marL="0" indent="0">
              <a:buNone/>
              <a:defRPr/>
            </a:lvl1pPr>
          </a:lstStyle>
          <a:p>
            <a:endParaRPr lang="en-US"/>
          </a:p>
        </p:txBody>
      </p:sp>
      <p:sp>
        <p:nvSpPr>
          <p:cNvPr id="16" name="Title 1">
            <a:extLst>
              <a:ext uri="{FF2B5EF4-FFF2-40B4-BE49-F238E27FC236}">
                <a16:creationId xmlns:a16="http://schemas.microsoft.com/office/drawing/2014/main" id="{61F5C3E0-E2AD-E00E-E5E3-C242A2229DCF}"/>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17" name="Rectangle 13">
            <a:extLst>
              <a:ext uri="{FF2B5EF4-FFF2-40B4-BE49-F238E27FC236}">
                <a16:creationId xmlns:a16="http://schemas.microsoft.com/office/drawing/2014/main" id="{2213AFCE-8F3D-DA26-5C82-EC32608A5CED}"/>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sp>
        <p:nvSpPr>
          <p:cNvPr id="4" name="Footer Placeholder 4">
            <a:extLst>
              <a:ext uri="{FF2B5EF4-FFF2-40B4-BE49-F238E27FC236}">
                <a16:creationId xmlns:a16="http://schemas.microsoft.com/office/drawing/2014/main" id="{6AEDEF32-D2F6-23B4-1A99-774477D375D6}"/>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40549871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9E770D8B-7E92-EFBF-578E-34B9D0DAC89B}"/>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accent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pic>
        <p:nvPicPr>
          <p:cNvPr id="19" name="Picture 18" descr="Text&#10;&#10;Description automatically generated">
            <a:extLst>
              <a:ext uri="{FF2B5EF4-FFF2-40B4-BE49-F238E27FC236}">
                <a16:creationId xmlns:a16="http://schemas.microsoft.com/office/drawing/2014/main" id="{2900C981-2BF1-74FC-7FC9-2A41F67D7EE3}"/>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b="6161"/>
          <a:stretch/>
        </p:blipFill>
        <p:spPr>
          <a:xfrm>
            <a:off x="7609664" y="4741964"/>
            <a:ext cx="4904017" cy="1936316"/>
          </a:xfrm>
          <a:prstGeom prst="rect">
            <a:avLst/>
          </a:prstGeom>
        </p:spPr>
      </p:pic>
      <p:grpSp>
        <p:nvGrpSpPr>
          <p:cNvPr id="6" name="Group 5">
            <a:extLst>
              <a:ext uri="{FF2B5EF4-FFF2-40B4-BE49-F238E27FC236}">
                <a16:creationId xmlns:a16="http://schemas.microsoft.com/office/drawing/2014/main" id="{626447E8-589F-749F-1AE2-C1C33F882CEE}"/>
              </a:ext>
            </a:extLst>
          </p:cNvPr>
          <p:cNvGrpSpPr/>
          <p:nvPr userDrawn="1">
            <p:custDataLst>
              <p:tags r:id="rId2"/>
            </p:custDataLst>
          </p:nvPr>
        </p:nvGrpSpPr>
        <p:grpSpPr>
          <a:xfrm>
            <a:off x="810456" y="1790052"/>
            <a:ext cx="5971866" cy="376844"/>
            <a:chOff x="339723" y="1047749"/>
            <a:chExt cx="4608576" cy="274320"/>
          </a:xfrm>
        </p:grpSpPr>
        <p:sp>
          <p:nvSpPr>
            <p:cNvPr id="7" name="TextBox 6">
              <a:extLst>
                <a:ext uri="{FF2B5EF4-FFF2-40B4-BE49-F238E27FC236}">
                  <a16:creationId xmlns:a16="http://schemas.microsoft.com/office/drawing/2014/main" id="{964ADAA7-4B65-56AC-82E9-2660AE14710C}"/>
                </a:ext>
              </a:extLst>
            </p:cNvPr>
            <p:cNvSpPr txBox="1"/>
            <p:nvPr/>
          </p:nvSpPr>
          <p:spPr>
            <a:xfrm>
              <a:off x="339723" y="1047749"/>
              <a:ext cx="4608576" cy="274320"/>
            </a:xfrm>
            <a:prstGeom prst="rect">
              <a:avLst/>
            </a:prstGeom>
            <a:noFill/>
          </p:spPr>
          <p:txBody>
            <a:bodyPr wrap="square" lIns="0" tIns="62807" rIns="0" bIns="62807" rtlCol="0" anchor="b" anchorCtr="0">
              <a:noAutofit/>
            </a:bodyPr>
            <a:lstStyle/>
            <a:p>
              <a:pPr algn="l"/>
              <a:r>
                <a:rPr lang="en-CA" sz="1600" cap="none">
                  <a:solidFill>
                    <a:srgbClr val="0000F2"/>
                  </a:solidFill>
                </a:rPr>
                <a:t>Heading one</a:t>
              </a:r>
            </a:p>
          </p:txBody>
        </p:sp>
        <p:cxnSp>
          <p:nvCxnSpPr>
            <p:cNvPr id="8" name="Straight Connector 7">
              <a:extLst>
                <a:ext uri="{FF2B5EF4-FFF2-40B4-BE49-F238E27FC236}">
                  <a16:creationId xmlns:a16="http://schemas.microsoft.com/office/drawing/2014/main" id="{CBB1C20C-1BA1-22E1-C101-D3DD40F166B8}"/>
                </a:ext>
              </a:extLst>
            </p:cNvPr>
            <p:cNvCxnSpPr/>
            <p:nvPr/>
          </p:nvCxnSpPr>
          <p:spPr bwMode="auto">
            <a:xfrm>
              <a:off x="339723" y="1322069"/>
              <a:ext cx="4608576" cy="0"/>
            </a:xfrm>
            <a:prstGeom prst="line">
              <a:avLst/>
            </a:prstGeom>
            <a:noFill/>
            <a:ln w="9525" cap="flat" cmpd="sng" algn="ctr">
              <a:solidFill>
                <a:schemeClr val="tx2"/>
              </a:solidFill>
              <a:prstDash val="solid"/>
              <a:round/>
              <a:headEnd type="none" w="med" len="med"/>
              <a:tailEnd type="none" w="med" len="med"/>
            </a:ln>
            <a:effectLst/>
          </p:spPr>
        </p:cxnSp>
      </p:grpSp>
      <p:grpSp>
        <p:nvGrpSpPr>
          <p:cNvPr id="9" name="Group 8">
            <a:extLst>
              <a:ext uri="{FF2B5EF4-FFF2-40B4-BE49-F238E27FC236}">
                <a16:creationId xmlns:a16="http://schemas.microsoft.com/office/drawing/2014/main" id="{11F04DF9-6206-BB1D-C18F-6AF4F34DE946}"/>
              </a:ext>
            </a:extLst>
          </p:cNvPr>
          <p:cNvGrpSpPr/>
          <p:nvPr userDrawn="1">
            <p:custDataLst>
              <p:tags r:id="rId3"/>
            </p:custDataLst>
          </p:nvPr>
        </p:nvGrpSpPr>
        <p:grpSpPr>
          <a:xfrm>
            <a:off x="7385507" y="1790052"/>
            <a:ext cx="5621637" cy="376844"/>
            <a:chOff x="339723" y="1047749"/>
            <a:chExt cx="4608576" cy="274320"/>
          </a:xfrm>
        </p:grpSpPr>
        <p:sp>
          <p:nvSpPr>
            <p:cNvPr id="10" name="TextBox 9">
              <a:extLst>
                <a:ext uri="{FF2B5EF4-FFF2-40B4-BE49-F238E27FC236}">
                  <a16:creationId xmlns:a16="http://schemas.microsoft.com/office/drawing/2014/main" id="{48202CCE-EEFE-3597-5062-A19C71E21BD3}"/>
                </a:ext>
              </a:extLst>
            </p:cNvPr>
            <p:cNvSpPr txBox="1"/>
            <p:nvPr/>
          </p:nvSpPr>
          <p:spPr>
            <a:xfrm>
              <a:off x="339723" y="1047749"/>
              <a:ext cx="4608576" cy="274320"/>
            </a:xfrm>
            <a:prstGeom prst="rect">
              <a:avLst/>
            </a:prstGeom>
            <a:noFill/>
          </p:spPr>
          <p:txBody>
            <a:bodyPr wrap="square" lIns="0" tIns="62807" rIns="0" bIns="62807" rtlCol="0" anchor="b" anchorCtr="0">
              <a:noAutofit/>
            </a:bodyPr>
            <a:lstStyle/>
            <a:p>
              <a:pPr algn="l"/>
              <a:r>
                <a:rPr lang="en-CA" sz="1600" cap="none">
                  <a:solidFill>
                    <a:schemeClr val="accent1"/>
                  </a:solidFill>
                </a:rPr>
                <a:t>Heading one</a:t>
              </a:r>
            </a:p>
          </p:txBody>
        </p:sp>
        <p:cxnSp>
          <p:nvCxnSpPr>
            <p:cNvPr id="11" name="Straight Connector 10">
              <a:extLst>
                <a:ext uri="{FF2B5EF4-FFF2-40B4-BE49-F238E27FC236}">
                  <a16:creationId xmlns:a16="http://schemas.microsoft.com/office/drawing/2014/main" id="{69D4BBAE-A06B-01D1-8578-88AE77EA9D57}"/>
                </a:ext>
              </a:extLst>
            </p:cNvPr>
            <p:cNvCxnSpPr/>
            <p:nvPr/>
          </p:nvCxnSpPr>
          <p:spPr bwMode="auto">
            <a:xfrm>
              <a:off x="339723" y="1322069"/>
              <a:ext cx="4608576" cy="0"/>
            </a:xfrm>
            <a:prstGeom prst="line">
              <a:avLst/>
            </a:prstGeom>
            <a:noFill/>
            <a:ln w="9525" cap="flat" cmpd="sng" algn="ctr">
              <a:solidFill>
                <a:schemeClr val="tx2"/>
              </a:solidFill>
              <a:prstDash val="solid"/>
              <a:round/>
              <a:headEnd type="none" w="med" len="med"/>
              <a:tailEnd type="none" w="med" len="med"/>
            </a:ln>
            <a:effectLst/>
          </p:spPr>
        </p:cxnSp>
      </p:grpSp>
      <p:grpSp>
        <p:nvGrpSpPr>
          <p:cNvPr id="12" name="Group 11">
            <a:extLst>
              <a:ext uri="{FF2B5EF4-FFF2-40B4-BE49-F238E27FC236}">
                <a16:creationId xmlns:a16="http://schemas.microsoft.com/office/drawing/2014/main" id="{503DCB8B-2027-4DAC-1F34-50001A990721}"/>
              </a:ext>
            </a:extLst>
          </p:cNvPr>
          <p:cNvGrpSpPr/>
          <p:nvPr userDrawn="1">
            <p:custDataLst>
              <p:tags r:id="rId4"/>
            </p:custDataLst>
          </p:nvPr>
        </p:nvGrpSpPr>
        <p:grpSpPr>
          <a:xfrm>
            <a:off x="7385507" y="4447728"/>
            <a:ext cx="5621637" cy="376844"/>
            <a:chOff x="339723" y="1047749"/>
            <a:chExt cx="4608576" cy="274320"/>
          </a:xfrm>
        </p:grpSpPr>
        <p:sp>
          <p:nvSpPr>
            <p:cNvPr id="13" name="TextBox 12">
              <a:extLst>
                <a:ext uri="{FF2B5EF4-FFF2-40B4-BE49-F238E27FC236}">
                  <a16:creationId xmlns:a16="http://schemas.microsoft.com/office/drawing/2014/main" id="{BBDDB83F-E7F8-23D5-C1E8-1013DD6D4FFE}"/>
                </a:ext>
              </a:extLst>
            </p:cNvPr>
            <p:cNvSpPr txBox="1"/>
            <p:nvPr/>
          </p:nvSpPr>
          <p:spPr>
            <a:xfrm>
              <a:off x="339723" y="1047749"/>
              <a:ext cx="4608576" cy="274320"/>
            </a:xfrm>
            <a:prstGeom prst="rect">
              <a:avLst/>
            </a:prstGeom>
            <a:noFill/>
          </p:spPr>
          <p:txBody>
            <a:bodyPr wrap="square" lIns="0" tIns="62807" rIns="0" bIns="62807" rtlCol="0" anchor="b" anchorCtr="0">
              <a:noAutofit/>
            </a:bodyPr>
            <a:lstStyle/>
            <a:p>
              <a:pPr algn="l"/>
              <a:r>
                <a:rPr lang="en-CA" sz="1648" cap="none">
                  <a:solidFill>
                    <a:schemeClr val="accent1"/>
                  </a:solidFill>
                </a:rPr>
                <a:t>Heading one </a:t>
              </a:r>
            </a:p>
          </p:txBody>
        </p:sp>
        <p:cxnSp>
          <p:nvCxnSpPr>
            <p:cNvPr id="14" name="Straight Connector 13">
              <a:extLst>
                <a:ext uri="{FF2B5EF4-FFF2-40B4-BE49-F238E27FC236}">
                  <a16:creationId xmlns:a16="http://schemas.microsoft.com/office/drawing/2014/main" id="{861B1625-D166-4009-9F36-D4F7B5BF9513}"/>
                </a:ext>
              </a:extLst>
            </p:cNvPr>
            <p:cNvCxnSpPr/>
            <p:nvPr/>
          </p:nvCxnSpPr>
          <p:spPr bwMode="auto">
            <a:xfrm>
              <a:off x="339723" y="1322069"/>
              <a:ext cx="4608576" cy="0"/>
            </a:xfrm>
            <a:prstGeom prst="line">
              <a:avLst/>
            </a:prstGeom>
            <a:noFill/>
            <a:ln w="9525" cap="flat" cmpd="sng" algn="ctr">
              <a:solidFill>
                <a:schemeClr val="tx2"/>
              </a:solidFill>
              <a:prstDash val="solid"/>
              <a:round/>
              <a:headEnd type="none" w="med" len="med"/>
              <a:tailEnd type="none" w="med" len="med"/>
            </a:ln>
            <a:effectLst/>
          </p:spPr>
        </p:cxnSp>
      </p:grpSp>
      <p:graphicFrame>
        <p:nvGraphicFramePr>
          <p:cNvPr id="15" name="Table 14">
            <a:extLst>
              <a:ext uri="{FF2B5EF4-FFF2-40B4-BE49-F238E27FC236}">
                <a16:creationId xmlns:a16="http://schemas.microsoft.com/office/drawing/2014/main" id="{E5DF56B0-B701-CAA1-01E4-EFD866C71910}"/>
              </a:ext>
            </a:extLst>
          </p:cNvPr>
          <p:cNvGraphicFramePr>
            <a:graphicFrameLocks noGrp="1"/>
          </p:cNvGraphicFramePr>
          <p:nvPr userDrawn="1">
            <p:extLst>
              <p:ext uri="{D42A27DB-BD31-4B8C-83A1-F6EECF244321}">
                <p14:modId xmlns:p14="http://schemas.microsoft.com/office/powerpoint/2010/main" val="3346484750"/>
              </p:ext>
            </p:extLst>
          </p:nvPr>
        </p:nvGraphicFramePr>
        <p:xfrm>
          <a:off x="810455" y="4447729"/>
          <a:ext cx="5971865" cy="2423566"/>
        </p:xfrm>
        <a:graphic>
          <a:graphicData uri="http://schemas.openxmlformats.org/drawingml/2006/table">
            <a:tbl>
              <a:tblPr firstRow="1" bandRow="1">
                <a:tableStyleId>{5C22544A-7EE6-4342-B048-85BDC9FD1C3A}</a:tableStyleId>
              </a:tblPr>
              <a:tblGrid>
                <a:gridCol w="1148250">
                  <a:extLst>
                    <a:ext uri="{9D8B030D-6E8A-4147-A177-3AD203B41FA5}">
                      <a16:colId xmlns:a16="http://schemas.microsoft.com/office/drawing/2014/main" val="20000"/>
                    </a:ext>
                  </a:extLst>
                </a:gridCol>
                <a:gridCol w="2976737">
                  <a:extLst>
                    <a:ext uri="{9D8B030D-6E8A-4147-A177-3AD203B41FA5}">
                      <a16:colId xmlns:a16="http://schemas.microsoft.com/office/drawing/2014/main" val="20001"/>
                    </a:ext>
                  </a:extLst>
                </a:gridCol>
                <a:gridCol w="1846878">
                  <a:extLst>
                    <a:ext uri="{9D8B030D-6E8A-4147-A177-3AD203B41FA5}">
                      <a16:colId xmlns:a16="http://schemas.microsoft.com/office/drawing/2014/main" val="20002"/>
                    </a:ext>
                  </a:extLst>
                </a:gridCol>
              </a:tblGrid>
              <a:tr h="345955">
                <a:tc>
                  <a:txBody>
                    <a:bodyPr/>
                    <a:lstStyle/>
                    <a:p>
                      <a:pPr algn="ctr"/>
                      <a:r>
                        <a:rPr lang="en-US" sz="1600" b="0" cap="none" baseline="0">
                          <a:solidFill>
                            <a:schemeClr val="accent1"/>
                          </a:solidFill>
                        </a:rPr>
                        <a:t>Heading</a:t>
                      </a:r>
                    </a:p>
                  </a:txBody>
                  <a:tcPr marL="125615" marR="125615" marT="62807" marB="62807" anchor="b">
                    <a:lnL w="12700" cmpd="sng">
                      <a:noFill/>
                    </a:lnL>
                    <a:lnR w="19050" cap="flat" cmpd="sng" algn="ctr">
                      <a:noFill/>
                      <a:prstDash val="solid"/>
                      <a:round/>
                      <a:headEnd type="none" w="med" len="med"/>
                      <a:tailEnd type="none" w="med" len="med"/>
                    </a:lnR>
                    <a:lnT w="127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468313" algn="ctr" defTabSz="892175" rtl="0" eaLnBrk="1" fontAlgn="base" latinLnBrk="0" hangingPunct="1">
                        <a:lnSpc>
                          <a:spcPct val="100000"/>
                        </a:lnSpc>
                        <a:spcBef>
                          <a:spcPct val="25000"/>
                        </a:spcBef>
                        <a:spcAft>
                          <a:spcPct val="0"/>
                        </a:spcAft>
                        <a:buClr>
                          <a:srgbClr val="83AED1"/>
                        </a:buClr>
                        <a:buSzTx/>
                        <a:buFont typeface="Arial" charset="0"/>
                        <a:buNone/>
                        <a:tabLst/>
                        <a:defRPr/>
                      </a:pPr>
                      <a:r>
                        <a:rPr lang="en-US" sz="1600" b="0" cap="none" baseline="0">
                          <a:solidFill>
                            <a:schemeClr val="accent1"/>
                          </a:solidFill>
                        </a:rPr>
                        <a:t>Description</a:t>
                      </a:r>
                    </a:p>
                  </a:txBody>
                  <a:tcPr marL="125615" marR="125615" marT="62807" marB="62807"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468313" algn="ctr" defTabSz="892175" rtl="0" eaLnBrk="1" fontAlgn="base" latinLnBrk="0" hangingPunct="1">
                        <a:lnSpc>
                          <a:spcPct val="100000"/>
                        </a:lnSpc>
                        <a:spcBef>
                          <a:spcPct val="25000"/>
                        </a:spcBef>
                        <a:spcAft>
                          <a:spcPct val="0"/>
                        </a:spcAft>
                        <a:buClr>
                          <a:srgbClr val="83AED1"/>
                        </a:buClr>
                        <a:buSzTx/>
                        <a:buFont typeface="Arial" charset="0"/>
                        <a:buNone/>
                        <a:tabLst/>
                        <a:defRPr/>
                      </a:pPr>
                      <a:r>
                        <a:rPr lang="en-US" sz="1600" b="0" cap="none" baseline="0">
                          <a:solidFill>
                            <a:schemeClr val="accent1"/>
                          </a:solidFill>
                        </a:rPr>
                        <a:t>Commentary</a:t>
                      </a:r>
                    </a:p>
                  </a:txBody>
                  <a:tcPr marL="125615" marR="125615" marT="62807" marB="62807" anchor="b">
                    <a:lnL w="19050" cap="flat" cmpd="sng" algn="ctr">
                      <a:noFill/>
                      <a:prstDash val="solid"/>
                      <a:round/>
                      <a:headEnd type="none" w="med" len="med"/>
                      <a:tailEnd type="none" w="med" len="med"/>
                    </a:lnL>
                    <a:lnR w="12700" cmpd="sng">
                      <a:noFill/>
                    </a:lnR>
                    <a:lnT w="127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670391">
                <a:tc>
                  <a:txBody>
                    <a:bodyPr/>
                    <a:lstStyle/>
                    <a:p>
                      <a:pPr marL="0" marR="0" indent="0" algn="ctr" rtl="0" eaLnBrk="0" fontAlgn="base" latinLnBrk="0" hangingPunct="0">
                        <a:spcBef>
                          <a:spcPts val="0"/>
                        </a:spcBef>
                        <a:spcAft>
                          <a:spcPts val="0"/>
                        </a:spcAft>
                      </a:pPr>
                      <a:r>
                        <a:rPr lang="en-CA" sz="1600" b="0" i="0" u="none" strike="noStrike" kern="1200" baseline="0">
                          <a:ln>
                            <a:noFill/>
                          </a:ln>
                          <a:solidFill>
                            <a:schemeClr val="accent2"/>
                          </a:solidFill>
                          <a:effectLst/>
                          <a:latin typeface="+mn-lt"/>
                          <a:ea typeface="LF_Kai"/>
                        </a:rPr>
                        <a:t>Text</a:t>
                      </a:r>
                      <a:endParaRPr lang="en-CA" sz="1600" b="0" i="0" u="none" strike="noStrike">
                        <a:solidFill>
                          <a:schemeClr val="accent2"/>
                        </a:solidFill>
                        <a:effectLst/>
                        <a:latin typeface="+mn-lt"/>
                      </a:endParaRPr>
                    </a:p>
                  </a:txBody>
                  <a:tcPr marL="125615" marR="125615" marT="62807" marB="62807" anchor="ctr">
                    <a:lnL w="12700" cmpd="sng">
                      <a:noFill/>
                    </a:lnL>
                    <a:lnR w="19050"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marL="231775" marR="0" lvl="0" indent="-231775" algn="l" defTabSz="892175" rtl="0" eaLnBrk="1" fontAlgn="base" latinLnBrk="0" hangingPunct="1">
                        <a:lnSpc>
                          <a:spcPct val="100000"/>
                        </a:lnSpc>
                        <a:spcBef>
                          <a:spcPct val="75000"/>
                        </a:spcBef>
                        <a:spcAft>
                          <a:spcPct val="0"/>
                        </a:spcAft>
                        <a:buClr>
                          <a:schemeClr val="accent3"/>
                        </a:buClr>
                        <a:buSzPct val="70000"/>
                        <a:buFont typeface="Wingdings" pitchFamily="2" charset="2"/>
                        <a:buChar char="l"/>
                        <a:tabLst/>
                        <a:defRPr/>
                      </a:pPr>
                      <a:r>
                        <a:rPr kumimoji="0" lang="en-CA" sz="1600" b="0" i="0" u="none" strike="noStrike" kern="0" cap="none" spc="0" normalizeH="0" baseline="0">
                          <a:ln>
                            <a:noFill/>
                          </a:ln>
                          <a:solidFill>
                            <a:schemeClr val="tx1">
                              <a:lumMod val="75000"/>
                              <a:lumOff val="25000"/>
                            </a:schemeClr>
                          </a:solidFill>
                          <a:effectLst/>
                          <a:uLnTx/>
                          <a:uFillTx/>
                          <a:latin typeface="+mn-lt"/>
                          <a:ea typeface="+mn-ea"/>
                          <a:cs typeface="+mn-cs"/>
                        </a:rPr>
                        <a:t>[x]</a:t>
                      </a:r>
                    </a:p>
                  </a:txBody>
                  <a:tcPr marL="125615" marR="125615" marT="62807" marB="62807"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marL="0" marR="0" lvl="2" indent="0" algn="ctr" defTabSz="892175" rtl="0" eaLnBrk="1" fontAlgn="base" latinLnBrk="0" hangingPunct="1">
                        <a:lnSpc>
                          <a:spcPct val="100000"/>
                        </a:lnSpc>
                        <a:spcBef>
                          <a:spcPct val="25000"/>
                        </a:spcBef>
                        <a:spcAft>
                          <a:spcPct val="0"/>
                        </a:spcAft>
                        <a:buClr>
                          <a:srgbClr val="83AED1"/>
                        </a:buClr>
                        <a:buSzTx/>
                        <a:buFontTx/>
                        <a:buNone/>
                        <a:tabLst/>
                        <a:defRPr/>
                      </a:pPr>
                      <a:r>
                        <a:rPr lang="en-US" sz="1600" b="0">
                          <a:solidFill>
                            <a:schemeClr val="bg1"/>
                          </a:solidFill>
                          <a:latin typeface="+mn-lt"/>
                        </a:rPr>
                        <a:t>xxx</a:t>
                      </a:r>
                      <a:endParaRPr lang="en-CA" sz="1600" b="0">
                        <a:solidFill>
                          <a:schemeClr val="bg1"/>
                        </a:solidFill>
                        <a:latin typeface="+mn-lt"/>
                      </a:endParaRPr>
                    </a:p>
                  </a:txBody>
                  <a:tcPr marL="125615" marR="125615" marT="62807" marB="62807" anchor="ctr">
                    <a:lnL w="19050" cap="flat" cmpd="sng" algn="ctr">
                      <a:solidFill>
                        <a:schemeClr val="bg1"/>
                      </a:solidFill>
                      <a:prstDash val="solid"/>
                      <a:round/>
                      <a:headEnd type="none" w="med" len="med"/>
                      <a:tailEnd type="none" w="med" len="med"/>
                    </a:lnL>
                    <a:lnT w="9525"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1"/>
                  </a:ext>
                </a:extLst>
              </a:tr>
              <a:tr h="670391">
                <a:tc>
                  <a:txBody>
                    <a:bodyPr/>
                    <a:lstStyle/>
                    <a:p>
                      <a:pPr marL="0" marR="0" indent="0" algn="ctr" rtl="0" eaLnBrk="0" fontAlgn="base" latinLnBrk="0" hangingPunct="0">
                        <a:spcBef>
                          <a:spcPts val="0"/>
                        </a:spcBef>
                        <a:spcAft>
                          <a:spcPts val="0"/>
                        </a:spcAft>
                      </a:pPr>
                      <a:r>
                        <a:rPr lang="en-CA" sz="1600" b="0" i="0" u="none" strike="noStrike" kern="1200" baseline="0">
                          <a:ln>
                            <a:noFill/>
                          </a:ln>
                          <a:solidFill>
                            <a:schemeClr val="accent2"/>
                          </a:solidFill>
                          <a:effectLst/>
                          <a:latin typeface="+mn-lt"/>
                          <a:ea typeface="LF_Kai"/>
                        </a:rPr>
                        <a:t>Text</a:t>
                      </a:r>
                      <a:endParaRPr lang="en-CA" sz="1600" b="0" i="0" u="none" strike="noStrike">
                        <a:solidFill>
                          <a:schemeClr val="accent2"/>
                        </a:solidFill>
                        <a:effectLst/>
                        <a:latin typeface="+mn-lt"/>
                      </a:endParaRPr>
                    </a:p>
                  </a:txBody>
                  <a:tcPr marL="125615" marR="125615" marT="62807" marB="62807" anchor="ctr">
                    <a:lnL w="12700" cmpd="sng">
                      <a:noFill/>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2"/>
                    </a:solidFill>
                  </a:tcPr>
                </a:tc>
                <a:tc>
                  <a:txBody>
                    <a:bodyPr/>
                    <a:lstStyle/>
                    <a:p>
                      <a:pPr marL="231775" marR="0" lvl="0" indent="-231775" algn="l" defTabSz="892175" rtl="0" eaLnBrk="1" fontAlgn="base" latinLnBrk="0" hangingPunct="1">
                        <a:lnSpc>
                          <a:spcPct val="100000"/>
                        </a:lnSpc>
                        <a:spcBef>
                          <a:spcPct val="75000"/>
                        </a:spcBef>
                        <a:spcAft>
                          <a:spcPct val="0"/>
                        </a:spcAft>
                        <a:buClr>
                          <a:schemeClr val="accent3"/>
                        </a:buClr>
                        <a:buSzPct val="70000"/>
                        <a:buFont typeface="Wingdings" pitchFamily="2" charset="2"/>
                        <a:buChar char="l"/>
                        <a:tabLst/>
                        <a:defRPr/>
                      </a:pPr>
                      <a:r>
                        <a:rPr kumimoji="0" lang="en-CA" sz="1600" b="0" i="0" u="none" strike="noStrike" kern="0" cap="none" spc="0" normalizeH="0" baseline="0">
                          <a:ln>
                            <a:noFill/>
                          </a:ln>
                          <a:solidFill>
                            <a:schemeClr val="tx1">
                              <a:lumMod val="75000"/>
                              <a:lumOff val="25000"/>
                            </a:schemeClr>
                          </a:solidFill>
                          <a:effectLst/>
                          <a:uLnTx/>
                          <a:uFillTx/>
                          <a:latin typeface="+mn-lt"/>
                          <a:ea typeface="+mn-ea"/>
                          <a:cs typeface="+mn-cs"/>
                        </a:rPr>
                        <a:t>[x]</a:t>
                      </a:r>
                    </a:p>
                  </a:txBody>
                  <a:tcPr marL="125615" marR="125615" marT="62807" marB="62807"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2" indent="0" algn="ctr" defTabSz="892175" rtl="0" eaLnBrk="1" fontAlgn="base" latinLnBrk="0" hangingPunct="1">
                        <a:lnSpc>
                          <a:spcPct val="100000"/>
                        </a:lnSpc>
                        <a:spcBef>
                          <a:spcPct val="25000"/>
                        </a:spcBef>
                        <a:spcAft>
                          <a:spcPct val="0"/>
                        </a:spcAft>
                        <a:buClr>
                          <a:srgbClr val="83AED1"/>
                        </a:buClr>
                        <a:buSzTx/>
                        <a:buFontTx/>
                        <a:buNone/>
                        <a:tabLst/>
                        <a:defRPr/>
                      </a:pPr>
                      <a:r>
                        <a:rPr lang="en-US" sz="1600" b="0">
                          <a:solidFill>
                            <a:schemeClr val="bg1"/>
                          </a:solidFill>
                          <a:latin typeface="+mn-lt"/>
                        </a:rPr>
                        <a:t>xxx</a:t>
                      </a:r>
                      <a:endParaRPr lang="en-CA" sz="1600" b="0">
                        <a:solidFill>
                          <a:schemeClr val="bg1"/>
                        </a:solidFill>
                        <a:latin typeface="+mn-lt"/>
                      </a:endParaRPr>
                    </a:p>
                  </a:txBody>
                  <a:tcPr marL="125615" marR="125615" marT="62807" marB="62807" anchor="ctr">
                    <a:lnL w="190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10002"/>
                  </a:ext>
                </a:extLst>
              </a:tr>
              <a:tr h="713330">
                <a:tc>
                  <a:txBody>
                    <a:bodyPr/>
                    <a:lstStyle/>
                    <a:p>
                      <a:pPr marL="0" marR="0" indent="0" algn="ctr" rtl="0" eaLnBrk="0" fontAlgn="base" latinLnBrk="0" hangingPunct="0">
                        <a:spcBef>
                          <a:spcPts val="0"/>
                        </a:spcBef>
                        <a:spcAft>
                          <a:spcPts val="0"/>
                        </a:spcAft>
                      </a:pPr>
                      <a:r>
                        <a:rPr lang="en-CA" sz="1600" b="0" i="0" u="none" strike="noStrike" kern="1200" baseline="0">
                          <a:ln>
                            <a:noFill/>
                          </a:ln>
                          <a:solidFill>
                            <a:schemeClr val="accent2"/>
                          </a:solidFill>
                          <a:effectLst/>
                          <a:latin typeface="+mn-lt"/>
                          <a:ea typeface="LF_Kai"/>
                        </a:rPr>
                        <a:t>Text</a:t>
                      </a:r>
                      <a:endParaRPr lang="en-CA" sz="1600" b="0" i="0" u="none" strike="noStrike">
                        <a:solidFill>
                          <a:schemeClr val="accent2"/>
                        </a:solidFill>
                        <a:effectLst/>
                        <a:latin typeface="+mn-lt"/>
                      </a:endParaRPr>
                    </a:p>
                  </a:txBody>
                  <a:tcPr marL="125615" marR="125615" marT="62807" marB="62807" anchor="ctr">
                    <a:lnL w="12700" cmpd="sng">
                      <a:noFill/>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marL="231775" marR="0" lvl="0" indent="-231775" algn="l" defTabSz="892175" rtl="0" eaLnBrk="1" fontAlgn="base" latinLnBrk="0" hangingPunct="1">
                        <a:lnSpc>
                          <a:spcPct val="100000"/>
                        </a:lnSpc>
                        <a:spcBef>
                          <a:spcPct val="75000"/>
                        </a:spcBef>
                        <a:spcAft>
                          <a:spcPct val="0"/>
                        </a:spcAft>
                        <a:buClr>
                          <a:schemeClr val="accent3"/>
                        </a:buClr>
                        <a:buSzPct val="70000"/>
                        <a:buFont typeface="Wingdings" pitchFamily="2" charset="2"/>
                        <a:buChar char="l"/>
                        <a:tabLst/>
                        <a:defRPr/>
                      </a:pPr>
                      <a:r>
                        <a:rPr kumimoji="0" lang="en-CA" sz="1600" b="0" i="0" u="none" strike="noStrike" kern="0" cap="none" spc="0" normalizeH="0" baseline="0">
                          <a:ln>
                            <a:noFill/>
                          </a:ln>
                          <a:solidFill>
                            <a:schemeClr val="tx1">
                              <a:lumMod val="75000"/>
                              <a:lumOff val="25000"/>
                            </a:schemeClr>
                          </a:solidFill>
                          <a:effectLst/>
                          <a:uLnTx/>
                          <a:uFillTx/>
                          <a:latin typeface="+mn-lt"/>
                          <a:ea typeface="+mn-ea"/>
                          <a:cs typeface="+mn-cs"/>
                        </a:rPr>
                        <a:t>[x]</a:t>
                      </a:r>
                    </a:p>
                  </a:txBody>
                  <a:tcPr marL="125615" marR="125615" marT="62807" marB="62807"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9525"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2" indent="0" algn="ctr" defTabSz="892175" rtl="0" eaLnBrk="1" fontAlgn="base" latinLnBrk="0" hangingPunct="1">
                        <a:lnSpc>
                          <a:spcPct val="100000"/>
                        </a:lnSpc>
                        <a:spcBef>
                          <a:spcPct val="25000"/>
                        </a:spcBef>
                        <a:spcAft>
                          <a:spcPct val="0"/>
                        </a:spcAft>
                        <a:buClr>
                          <a:srgbClr val="83AED1"/>
                        </a:buClr>
                        <a:buSzTx/>
                        <a:buFontTx/>
                        <a:buNone/>
                        <a:tabLst/>
                        <a:defRPr/>
                      </a:pPr>
                      <a:r>
                        <a:rPr lang="en-US" sz="1600" b="0">
                          <a:solidFill>
                            <a:schemeClr val="bg1"/>
                          </a:solidFill>
                          <a:latin typeface="+mn-lt"/>
                        </a:rPr>
                        <a:t>xxx</a:t>
                      </a:r>
                      <a:endParaRPr lang="en-CA" sz="1600" b="0">
                        <a:solidFill>
                          <a:schemeClr val="bg1"/>
                        </a:solidFill>
                        <a:latin typeface="+mn-lt"/>
                      </a:endParaRPr>
                    </a:p>
                  </a:txBody>
                  <a:tcPr marL="125615" marR="125615" marT="62807" marB="62807" anchor="ctr">
                    <a:lnL w="19050" cap="flat" cmpd="sng" algn="ctr">
                      <a:solidFill>
                        <a:schemeClr val="bg1"/>
                      </a:solidFill>
                      <a:prstDash val="solid"/>
                      <a:round/>
                      <a:headEnd type="none" w="med" len="med"/>
                      <a:tailEnd type="none" w="med" len="med"/>
                    </a:lnL>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2"/>
                    </a:solidFill>
                  </a:tcPr>
                </a:tc>
                <a:extLst>
                  <a:ext uri="{0D108BD9-81ED-4DB2-BD59-A6C34878D82A}">
                    <a16:rowId xmlns:a16="http://schemas.microsoft.com/office/drawing/2014/main" val="10003"/>
                  </a:ext>
                </a:extLst>
              </a:tr>
            </a:tbl>
          </a:graphicData>
        </a:graphic>
      </p:graphicFrame>
      <p:sp>
        <p:nvSpPr>
          <p:cNvPr id="2" name="Title 1">
            <a:extLst>
              <a:ext uri="{FF2B5EF4-FFF2-40B4-BE49-F238E27FC236}">
                <a16:creationId xmlns:a16="http://schemas.microsoft.com/office/drawing/2014/main" id="{D6D813EF-EDFF-F532-23F5-41F572537AA0}"/>
              </a:ext>
            </a:extLst>
          </p:cNvPr>
          <p:cNvSpPr>
            <a:spLocks noGrp="1"/>
          </p:cNvSpPr>
          <p:nvPr>
            <p:ph type="title"/>
          </p:nvPr>
        </p:nvSpPr>
        <p:spPr>
          <a:xfrm>
            <a:off x="448969" y="765692"/>
            <a:ext cx="12665147" cy="447575"/>
          </a:xfrm>
        </p:spPr>
        <p:txBody>
          <a:bodyPr anchor="ctr"/>
          <a:lstStyle>
            <a:lvl1pPr>
              <a:defRPr sz="3200">
                <a:solidFill>
                  <a:schemeClr val="accent1"/>
                </a:solidFill>
              </a:defRPr>
            </a:lvl1pPr>
          </a:lstStyle>
          <a:p>
            <a:r>
              <a:rPr lang="en-US"/>
              <a:t>Click to edit Master title style</a:t>
            </a:r>
            <a:endParaRPr lang="en-CA"/>
          </a:p>
        </p:txBody>
      </p:sp>
      <p:sp>
        <p:nvSpPr>
          <p:cNvPr id="3" name="Rectangle 13">
            <a:extLst>
              <a:ext uri="{FF2B5EF4-FFF2-40B4-BE49-F238E27FC236}">
                <a16:creationId xmlns:a16="http://schemas.microsoft.com/office/drawing/2014/main" id="{59E0F2E1-636C-1629-1D79-E83CA0B046CA}"/>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pic>
        <p:nvPicPr>
          <p:cNvPr id="18" name="Picture 17" descr="Chart, bar chart&#10;&#10;Description automatically generated">
            <a:extLst>
              <a:ext uri="{FF2B5EF4-FFF2-40B4-BE49-F238E27FC236}">
                <a16:creationId xmlns:a16="http://schemas.microsoft.com/office/drawing/2014/main" id="{1C5268EA-AE43-548A-0241-A5998E491EE2}"/>
              </a:ext>
            </a:extLst>
          </p:cNvPr>
          <p:cNvPicPr>
            <a:picLocks noChangeAspect="1"/>
          </p:cNvPicPr>
          <p:nvPr userDrawn="1"/>
        </p:nvPicPr>
        <p:blipFill rotWithShape="1">
          <a:blip r:embed="rId7" cstate="print">
            <a:extLst>
              <a:ext uri="{28A0092B-C50C-407E-A947-70E740481C1C}">
                <a14:useLocalDpi xmlns:a14="http://schemas.microsoft.com/office/drawing/2010/main" val="0"/>
              </a:ext>
            </a:extLst>
          </a:blip>
          <a:srcRect t="8766" b="11112"/>
          <a:stretch/>
        </p:blipFill>
        <p:spPr>
          <a:xfrm>
            <a:off x="1021442" y="2263001"/>
            <a:ext cx="5031600" cy="2146627"/>
          </a:xfrm>
          <a:prstGeom prst="rect">
            <a:avLst/>
          </a:prstGeom>
        </p:spPr>
      </p:pic>
      <p:pic>
        <p:nvPicPr>
          <p:cNvPr id="23" name="Picture 22" descr="Chart, pie chart&#10;&#10;Description automatically generated">
            <a:extLst>
              <a:ext uri="{FF2B5EF4-FFF2-40B4-BE49-F238E27FC236}">
                <a16:creationId xmlns:a16="http://schemas.microsoft.com/office/drawing/2014/main" id="{46159ADC-E987-3706-C285-EDD16AC32302}"/>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956038" y="2249442"/>
            <a:ext cx="4480573" cy="2173743"/>
          </a:xfrm>
          <a:prstGeom prst="rect">
            <a:avLst/>
          </a:prstGeom>
        </p:spPr>
      </p:pic>
      <p:sp>
        <p:nvSpPr>
          <p:cNvPr id="16" name="Footer Placeholder 4">
            <a:extLst>
              <a:ext uri="{FF2B5EF4-FFF2-40B4-BE49-F238E27FC236}">
                <a16:creationId xmlns:a16="http://schemas.microsoft.com/office/drawing/2014/main" id="{D4A33F6D-1257-9E5B-ED9C-1267CC01854E}"/>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17868594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07299-AC43-6A93-616D-10D9AF6369A1}"/>
              </a:ext>
            </a:extLst>
          </p:cNvPr>
          <p:cNvSpPr>
            <a:spLocks noGrp="1"/>
          </p:cNvSpPr>
          <p:nvPr>
            <p:ph type="title"/>
          </p:nvPr>
        </p:nvSpPr>
        <p:spPr>
          <a:xfrm>
            <a:off x="448969" y="765692"/>
            <a:ext cx="12665147" cy="447575"/>
          </a:xfrm>
        </p:spPr>
        <p:txBody>
          <a:bodyPr anchor="ctr"/>
          <a:lstStyle>
            <a:lvl1pPr>
              <a:defRPr sz="3200">
                <a:solidFill>
                  <a:srgbClr val="0000F2"/>
                </a:solidFill>
              </a:defRPr>
            </a:lvl1pPr>
          </a:lstStyle>
          <a:p>
            <a:r>
              <a:rPr lang="en-US"/>
              <a:t>Click to edit Master title style</a:t>
            </a:r>
            <a:endParaRPr lang="en-CA"/>
          </a:p>
        </p:txBody>
      </p:sp>
      <p:sp>
        <p:nvSpPr>
          <p:cNvPr id="6" name="Rectangle 13">
            <a:extLst>
              <a:ext uri="{FF2B5EF4-FFF2-40B4-BE49-F238E27FC236}">
                <a16:creationId xmlns:a16="http://schemas.microsoft.com/office/drawing/2014/main" id="{E17C6291-4B04-F1EE-F718-0FADBB82CC65}"/>
              </a:ext>
            </a:extLst>
          </p:cNvPr>
          <p:cNvSpPr>
            <a:spLocks noGrp="1" noChangeArrowheads="1"/>
          </p:cNvSpPr>
          <p:nvPr>
            <p:ph type="subTitle" idx="1"/>
          </p:nvPr>
        </p:nvSpPr>
        <p:spPr>
          <a:xfrm>
            <a:off x="448970" y="1291216"/>
            <a:ext cx="12665146" cy="310414"/>
          </a:xfrm>
        </p:spPr>
        <p:txBody>
          <a:bodyPr lIns="0" tIns="0" rIns="0" bIns="0" anchor="ctr"/>
          <a:lstStyle>
            <a:lvl1pPr marL="0" indent="0" algn="l">
              <a:lnSpc>
                <a:spcPct val="100000"/>
              </a:lnSpc>
              <a:spcBef>
                <a:spcPct val="0"/>
              </a:spcBef>
              <a:buClrTx/>
              <a:buSzTx/>
              <a:buFontTx/>
              <a:buNone/>
              <a:defRPr sz="1800">
                <a:solidFill>
                  <a:schemeClr val="accent2"/>
                </a:solidFill>
                <a:latin typeface="+mn-lt"/>
              </a:defRPr>
            </a:lvl1pPr>
          </a:lstStyle>
          <a:p>
            <a:r>
              <a:rPr lang="en-US"/>
              <a:t>Click to edit Master subtitle style</a:t>
            </a:r>
            <a:endParaRPr lang="en-CA"/>
          </a:p>
        </p:txBody>
      </p:sp>
      <p:graphicFrame>
        <p:nvGraphicFramePr>
          <p:cNvPr id="4" name="Chart 3">
            <a:extLst>
              <a:ext uri="{FF2B5EF4-FFF2-40B4-BE49-F238E27FC236}">
                <a16:creationId xmlns:a16="http://schemas.microsoft.com/office/drawing/2014/main" id="{F508FFCF-78DC-24FB-F78D-91D55C99BA97}"/>
              </a:ext>
            </a:extLst>
          </p:cNvPr>
          <p:cNvGraphicFramePr/>
          <p:nvPr userDrawn="1">
            <p:extLst>
              <p:ext uri="{D42A27DB-BD31-4B8C-83A1-F6EECF244321}">
                <p14:modId xmlns:p14="http://schemas.microsoft.com/office/powerpoint/2010/main" val="2455668336"/>
              </p:ext>
            </p:extLst>
          </p:nvPr>
        </p:nvGraphicFramePr>
        <p:xfrm>
          <a:off x="5909949" y="2275500"/>
          <a:ext cx="7204167" cy="4205684"/>
        </p:xfrm>
        <a:graphic>
          <a:graphicData uri="http://schemas.openxmlformats.org/drawingml/2006/chart">
            <c:chart xmlns:c="http://schemas.openxmlformats.org/drawingml/2006/chart" xmlns:r="http://schemas.openxmlformats.org/officeDocument/2006/relationships" r:id="rId2"/>
          </a:graphicData>
        </a:graphic>
      </p:graphicFrame>
      <p:sp>
        <p:nvSpPr>
          <p:cNvPr id="5" name="Content Placeholder 17">
            <a:extLst>
              <a:ext uri="{FF2B5EF4-FFF2-40B4-BE49-F238E27FC236}">
                <a16:creationId xmlns:a16="http://schemas.microsoft.com/office/drawing/2014/main" id="{919B6DBD-4344-0951-841F-36CC7879B812}"/>
              </a:ext>
            </a:extLst>
          </p:cNvPr>
          <p:cNvSpPr>
            <a:spLocks noGrp="1"/>
          </p:cNvSpPr>
          <p:nvPr>
            <p:ph sz="quarter" idx="18" hasCustomPrompt="1"/>
          </p:nvPr>
        </p:nvSpPr>
        <p:spPr>
          <a:xfrm>
            <a:off x="448969" y="2275500"/>
            <a:ext cx="4903616" cy="3969183"/>
          </a:xfrm>
          <a:prstGeom prst="rect">
            <a:avLst/>
          </a:prstGeom>
        </p:spPr>
        <p:txBody>
          <a:bodyPr>
            <a:normAutofit/>
          </a:bodyPr>
          <a:lstStyle>
            <a:lvl1pPr marL="285750" indent="-285750" algn="l">
              <a:spcBef>
                <a:spcPts val="0"/>
              </a:spcBef>
              <a:buFont typeface="Arial" panose="020B0604020202020204" pitchFamily="34" charset="0"/>
              <a:buChar char="•"/>
              <a:defRPr sz="1600" b="0">
                <a:solidFill>
                  <a:schemeClr val="tx1">
                    <a:lumMod val="85000"/>
                    <a:lumOff val="15000"/>
                  </a:schemeClr>
                </a:solidFill>
              </a:defRPr>
            </a:lvl1pPr>
          </a:lstStyle>
          <a:p>
            <a:pPr lvl="0"/>
            <a:r>
              <a:rPr lang="en-US" err="1"/>
              <a:t>Quis</a:t>
            </a:r>
            <a:r>
              <a:rPr lang="en-US"/>
              <a:t> </a:t>
            </a:r>
            <a:r>
              <a:rPr lang="en-US" err="1"/>
              <a:t>nostrud</a:t>
            </a:r>
            <a:r>
              <a:rPr lang="en-US"/>
              <a:t> </a:t>
            </a:r>
            <a:r>
              <a:rPr lang="en-US" err="1"/>
              <a:t>exerci</a:t>
            </a:r>
            <a:r>
              <a:rPr lang="en-US"/>
              <a:t> </a:t>
            </a:r>
            <a:r>
              <a:rPr lang="en-US" err="1"/>
              <a:t>tationi</a:t>
            </a:r>
            <a:r>
              <a:rPr lang="en-US"/>
              <a:t> </a:t>
            </a:r>
            <a:r>
              <a:rPr lang="en-US" err="1"/>
              <a:t>consectetuer</a:t>
            </a:r>
            <a:r>
              <a:rPr lang="en-US"/>
              <a:t> </a:t>
            </a:r>
            <a:r>
              <a:rPr lang="en-US" err="1"/>
              <a:t>adipisci</a:t>
            </a:r>
            <a:r>
              <a:rPr lang="en-US"/>
              <a:t> illum dolore </a:t>
            </a:r>
            <a:r>
              <a:rPr lang="en-US" err="1"/>
              <a:t>eu</a:t>
            </a:r>
            <a:r>
              <a:rPr lang="en-US"/>
              <a:t> </a:t>
            </a:r>
            <a:r>
              <a:rPr lang="en-US" err="1"/>
              <a:t>elit</a:t>
            </a:r>
            <a:r>
              <a:rPr lang="en-US"/>
              <a:t>, sed diam </a:t>
            </a:r>
            <a:r>
              <a:rPr lang="en-US" err="1"/>
              <a:t>nonummy</a:t>
            </a:r>
            <a:r>
              <a:rPr lang="en-US"/>
              <a:t> </a:t>
            </a:r>
            <a:r>
              <a:rPr lang="en-US" err="1"/>
              <a:t>hendrerit</a:t>
            </a:r>
            <a:r>
              <a:rPr lang="en-US"/>
              <a:t> in </a:t>
            </a:r>
            <a:r>
              <a:rPr lang="en-US" err="1"/>
              <a:t>vulputate</a:t>
            </a:r>
            <a:r>
              <a:rPr lang="en-US"/>
              <a:t> </a:t>
            </a:r>
            <a:br>
              <a:rPr lang="en-US"/>
            </a:br>
            <a:endParaRPr lang="en-US"/>
          </a:p>
          <a:p>
            <a:pPr lvl="0"/>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a:t>
            </a:r>
            <a:br>
              <a:rPr lang="en-US"/>
            </a:br>
            <a:endParaRPr lang="en-US"/>
          </a:p>
          <a:p>
            <a:pPr lvl="0"/>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br>
              <a:rPr lang="en-US"/>
            </a:br>
            <a:endParaRPr lang="en-US"/>
          </a:p>
          <a:p>
            <a:pPr lvl="0"/>
            <a:r>
              <a:rPr lang="en-US"/>
              <a:t>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estie</a:t>
            </a:r>
            <a:r>
              <a:rPr lang="en-US"/>
              <a:t> </a:t>
            </a:r>
            <a:r>
              <a:rPr lang="en-US" err="1"/>
              <a:t>consequat</a:t>
            </a:r>
            <a:r>
              <a:rPr lang="en-US"/>
              <a:t>, vel illum dolore </a:t>
            </a:r>
            <a:r>
              <a:rPr lang="en-US" err="1"/>
              <a:t>eu</a:t>
            </a:r>
            <a:r>
              <a:rPr lang="en-US"/>
              <a:t> </a:t>
            </a:r>
            <a:r>
              <a:rPr lang="en-US" err="1"/>
              <a:t>feugiat</a:t>
            </a:r>
            <a:r>
              <a:rPr lang="en-US"/>
              <a:t> </a:t>
            </a:r>
            <a:r>
              <a:rPr lang="en-US" err="1"/>
              <a:t>nulla</a:t>
            </a:r>
            <a:r>
              <a:rPr lang="en-US"/>
              <a:t> </a:t>
            </a:r>
            <a:r>
              <a:rPr lang="en-US" err="1"/>
              <a:t>facilisis</a:t>
            </a:r>
            <a:r>
              <a:rPr lang="en-US"/>
              <a:t> at </a:t>
            </a:r>
            <a:r>
              <a:rPr lang="en-US" err="1"/>
              <a:t>vero</a:t>
            </a:r>
            <a:r>
              <a:rPr lang="en-US"/>
              <a:t> eros et ac</a:t>
            </a:r>
          </a:p>
          <a:p>
            <a:pPr lvl="0"/>
            <a:endParaRPr lang="en-US"/>
          </a:p>
        </p:txBody>
      </p:sp>
      <p:sp>
        <p:nvSpPr>
          <p:cNvPr id="8" name="Footer Placeholder 4">
            <a:extLst>
              <a:ext uri="{FF2B5EF4-FFF2-40B4-BE49-F238E27FC236}">
                <a16:creationId xmlns:a16="http://schemas.microsoft.com/office/drawing/2014/main" id="{97B7A8F1-6062-5994-7D64-FAFA9B73C929}"/>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Tree>
    <p:extLst>
      <p:ext uri="{BB962C8B-B14F-4D97-AF65-F5344CB8AC3E}">
        <p14:creationId xmlns:p14="http://schemas.microsoft.com/office/powerpoint/2010/main" val="2754784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5_Title Slide">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4F93B64-4EFC-8C3D-27B1-912604E81F13}"/>
              </a:ext>
            </a:extLst>
          </p:cNvPr>
          <p:cNvSpPr>
            <a:spLocks noGrp="1"/>
          </p:cNvSpPr>
          <p:nvPr>
            <p:ph type="ctrTitle" sz="quarter" hasCustomPrompt="1"/>
          </p:nvPr>
        </p:nvSpPr>
        <p:spPr>
          <a:xfrm>
            <a:off x="886177" y="4218961"/>
            <a:ext cx="11792721" cy="879684"/>
          </a:xfrm>
          <a:prstGeom prst="rect">
            <a:avLst/>
          </a:prstGeom>
        </p:spPr>
        <p:txBody>
          <a:bodyPr lIns="0" tIns="0" rIns="0" anchor="ctr">
            <a:noAutofit/>
          </a:bodyPr>
          <a:lstStyle>
            <a:lvl1pPr algn="ctr">
              <a:lnSpc>
                <a:spcPct val="100000"/>
              </a:lnSpc>
              <a:defRPr sz="4000" baseline="0">
                <a:solidFill>
                  <a:schemeClr val="accent1"/>
                </a:solidFill>
                <a:latin typeface="Arial" panose="020B0604020202020204" pitchFamily="34" charset="0"/>
                <a:cs typeface="Arial" panose="020B0604020202020204" pitchFamily="34" charset="0"/>
              </a:defRPr>
            </a:lvl1pPr>
          </a:lstStyle>
          <a:p>
            <a:r>
              <a:rPr lang="en-US"/>
              <a:t>Thank You</a:t>
            </a:r>
            <a:endParaRPr lang="en-CA"/>
          </a:p>
        </p:txBody>
      </p:sp>
      <p:pic>
        <p:nvPicPr>
          <p:cNvPr id="9" name="Picture 8" descr="Text&#10;&#10;Description automatically generated">
            <a:extLst>
              <a:ext uri="{FF2B5EF4-FFF2-40B4-BE49-F238E27FC236}">
                <a16:creationId xmlns:a16="http://schemas.microsoft.com/office/drawing/2014/main" id="{1D0BBF7B-9A6D-0E18-80BE-A346805061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06394" y="2254394"/>
            <a:ext cx="6892878" cy="1904844"/>
          </a:xfrm>
          <a:prstGeom prst="rect">
            <a:avLst/>
          </a:prstGeom>
        </p:spPr>
      </p:pic>
    </p:spTree>
    <p:extLst>
      <p:ext uri="{BB962C8B-B14F-4D97-AF65-F5344CB8AC3E}">
        <p14:creationId xmlns:p14="http://schemas.microsoft.com/office/powerpoint/2010/main" val="124059805"/>
      </p:ext>
    </p:extLst>
  </p:cSld>
  <p:clrMapOvr>
    <a:masterClrMapping/>
  </p:clrMapOvr>
  <p:hf sldNum="0" hdr="0" dt="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rgbClr val="F3F6FA"/>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4F93B64-4EFC-8C3D-27B1-912604E81F13}"/>
              </a:ext>
            </a:extLst>
          </p:cNvPr>
          <p:cNvSpPr>
            <a:spLocks noGrp="1"/>
          </p:cNvSpPr>
          <p:nvPr>
            <p:ph type="ctrTitle" sz="quarter" hasCustomPrompt="1"/>
          </p:nvPr>
        </p:nvSpPr>
        <p:spPr>
          <a:xfrm>
            <a:off x="886177" y="4218961"/>
            <a:ext cx="11792721" cy="879684"/>
          </a:xfrm>
          <a:prstGeom prst="rect">
            <a:avLst/>
          </a:prstGeom>
        </p:spPr>
        <p:txBody>
          <a:bodyPr lIns="0" tIns="0" rIns="0" anchor="ctr">
            <a:noAutofit/>
          </a:bodyPr>
          <a:lstStyle>
            <a:lvl1pPr algn="ctr">
              <a:lnSpc>
                <a:spcPct val="100000"/>
              </a:lnSpc>
              <a:defRPr sz="4000" baseline="0">
                <a:solidFill>
                  <a:schemeClr val="accent1"/>
                </a:solidFill>
                <a:latin typeface="Arial" panose="020B0604020202020204" pitchFamily="34" charset="0"/>
                <a:cs typeface="Arial" panose="020B0604020202020204" pitchFamily="34" charset="0"/>
              </a:defRPr>
            </a:lvl1pPr>
          </a:lstStyle>
          <a:p>
            <a:r>
              <a:rPr lang="en-US"/>
              <a:t>Thank You</a:t>
            </a:r>
            <a:endParaRPr lang="en-CA"/>
          </a:p>
        </p:txBody>
      </p:sp>
      <p:pic>
        <p:nvPicPr>
          <p:cNvPr id="9" name="Picture 8" descr="Text&#10;&#10;Description automatically generated">
            <a:extLst>
              <a:ext uri="{FF2B5EF4-FFF2-40B4-BE49-F238E27FC236}">
                <a16:creationId xmlns:a16="http://schemas.microsoft.com/office/drawing/2014/main" id="{1D0BBF7B-9A6D-0E18-80BE-A346805061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06394" y="2254394"/>
            <a:ext cx="6892878" cy="1904844"/>
          </a:xfrm>
          <a:prstGeom prst="rect">
            <a:avLst/>
          </a:prstGeom>
        </p:spPr>
      </p:pic>
    </p:spTree>
    <p:extLst>
      <p:ext uri="{BB962C8B-B14F-4D97-AF65-F5344CB8AC3E}">
        <p14:creationId xmlns:p14="http://schemas.microsoft.com/office/powerpoint/2010/main" val="1433002962"/>
      </p:ext>
    </p:extLst>
  </p:cSld>
  <p:clrMapOvr>
    <a:masterClrMapping/>
  </p:clrMapOvr>
  <p:hf sldNum="0" hd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1_Title Slid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7" name="Picture 6" descr="Text, logo&#10;&#10;Description automatically generated">
            <a:extLst>
              <a:ext uri="{FF2B5EF4-FFF2-40B4-BE49-F238E27FC236}">
                <a16:creationId xmlns:a16="http://schemas.microsoft.com/office/drawing/2014/main" id="{61A888DB-41FF-6C5A-4213-BCD490265E9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85160" y="2391626"/>
            <a:ext cx="6670798" cy="1516090"/>
          </a:xfrm>
          <a:prstGeom prst="rect">
            <a:avLst/>
          </a:prstGeom>
        </p:spPr>
      </p:pic>
      <p:sp>
        <p:nvSpPr>
          <p:cNvPr id="10" name="Title 1">
            <a:extLst>
              <a:ext uri="{FF2B5EF4-FFF2-40B4-BE49-F238E27FC236}">
                <a16:creationId xmlns:a16="http://schemas.microsoft.com/office/drawing/2014/main" id="{B4F93B64-4EFC-8C3D-27B1-912604E81F13}"/>
              </a:ext>
            </a:extLst>
          </p:cNvPr>
          <p:cNvSpPr>
            <a:spLocks noGrp="1"/>
          </p:cNvSpPr>
          <p:nvPr>
            <p:ph type="ctrTitle" sz="quarter" hasCustomPrompt="1"/>
          </p:nvPr>
        </p:nvSpPr>
        <p:spPr>
          <a:xfrm>
            <a:off x="886177" y="4218961"/>
            <a:ext cx="11792721" cy="879684"/>
          </a:xfrm>
          <a:prstGeom prst="rect">
            <a:avLst/>
          </a:prstGeom>
        </p:spPr>
        <p:txBody>
          <a:bodyPr lIns="0" tIns="0" rIns="0" anchor="ctr">
            <a:noAutofit/>
          </a:bodyPr>
          <a:lstStyle>
            <a:lvl1pPr algn="ctr">
              <a:lnSpc>
                <a:spcPct val="100000"/>
              </a:lnSpc>
              <a:defRPr sz="4000" baseline="0">
                <a:solidFill>
                  <a:schemeClr val="bg1"/>
                </a:solidFill>
                <a:latin typeface="Arial" panose="020B0604020202020204" pitchFamily="34" charset="0"/>
                <a:cs typeface="Arial" panose="020B0604020202020204" pitchFamily="34" charset="0"/>
              </a:defRPr>
            </a:lvl1pPr>
          </a:lstStyle>
          <a:p>
            <a:r>
              <a:rPr lang="en-US"/>
              <a:t>Thank You</a:t>
            </a:r>
            <a:endParaRPr lang="en-CA"/>
          </a:p>
        </p:txBody>
      </p:sp>
    </p:spTree>
    <p:extLst>
      <p:ext uri="{BB962C8B-B14F-4D97-AF65-F5344CB8AC3E}">
        <p14:creationId xmlns:p14="http://schemas.microsoft.com/office/powerpoint/2010/main" val="4213614578"/>
      </p:ext>
    </p:extLst>
  </p:cSld>
  <p:clrMapOvr>
    <a:masterClrMapping/>
  </p:clrMapOvr>
  <p:hf sldNum="0" hdr="0" dt="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400D81BB-62AE-1241-5746-054A82B02FF4}"/>
              </a:ext>
            </a:extLst>
          </p:cNvPr>
          <p:cNvSpPr/>
          <p:nvPr userDrawn="1">
            <p:custDataLst>
              <p:tags r:id="rId1"/>
            </p:custDataLst>
          </p:nvPr>
        </p:nvSpPr>
        <p:spPr bwMode="auto">
          <a:xfrm>
            <a:off x="0" y="0"/>
            <a:ext cx="12700" cy="12700"/>
          </a:xfrm>
          <a:prstGeom prst="octagon">
            <a:avLst/>
          </a:prstGeom>
          <a:no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accent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6448194" y="0"/>
            <a:ext cx="472544" cy="7772400"/>
          </a:xfrm>
          <a:prstGeom prst="rect">
            <a:avLst/>
          </a:prstGeom>
        </p:spPr>
      </p:pic>
      <p:sp>
        <p:nvSpPr>
          <p:cNvPr id="12" name="Rectangle 11"/>
          <p:cNvSpPr/>
          <p:nvPr userDrawn="1"/>
        </p:nvSpPr>
        <p:spPr>
          <a:xfrm>
            <a:off x="6908800" y="0"/>
            <a:ext cx="6908800" cy="77724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133"/>
              </a:spcAft>
            </a:pPr>
            <a:endParaRPr lang="en-US" sz="136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904291" y="0"/>
            <a:ext cx="6913307" cy="7772400"/>
          </a:xfrm>
          <a:prstGeom prst="rect">
            <a:avLst/>
          </a:prstGeom>
          <a:noFill/>
        </p:spPr>
        <p:txBody>
          <a:bodyPr lIns="914400" tIns="914400" rIns="914400" bIns="914400"/>
          <a:lstStyle>
            <a:lvl1pPr algn="ctr">
              <a:defRPr sz="204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714000" y="2023680"/>
            <a:ext cx="4973520" cy="3725040"/>
          </a:xfrm>
          <a:prstGeom prst="rect">
            <a:avLst/>
          </a:prstGeom>
          <a:noFill/>
        </p:spPr>
        <p:txBody>
          <a:bodyPr wrap="square" lIns="0" tIns="0" rIns="320040" bIns="0" anchor="ctr">
            <a:noAutofit/>
          </a:bodyPr>
          <a:lstStyle>
            <a:lvl1pPr>
              <a:defRPr sz="4987">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2656922" y="7259105"/>
            <a:ext cx="431800" cy="174343"/>
          </a:xfrm>
          <a:prstGeom prst="rect">
            <a:avLst/>
          </a:prstGeom>
          <a:noFill/>
        </p:spPr>
        <p:txBody>
          <a:bodyPr wrap="square" lIns="0" tIns="0" rIns="0" bIns="0" rtlCol="0" anchor="b">
            <a:spAutoFit/>
          </a:bodyPr>
          <a:lstStyle/>
          <a:p>
            <a:pPr marL="0" marR="0" indent="0" algn="r" defTabSz="1036290" rtl="0" eaLnBrk="1" fontAlgn="auto" latinLnBrk="0" hangingPunct="1">
              <a:lnSpc>
                <a:spcPct val="100000"/>
              </a:lnSpc>
              <a:spcBef>
                <a:spcPts val="0"/>
              </a:spcBef>
              <a:spcAft>
                <a:spcPts val="0"/>
              </a:spcAft>
              <a:buClrTx/>
              <a:buSzTx/>
              <a:buFontTx/>
              <a:buNone/>
              <a:tabLst/>
              <a:defRPr/>
            </a:pPr>
            <a:fld id="{DFCF27A5-1A5B-48D3-A060-2758FFBB1ADD}" type="slidenum">
              <a:rPr lang="en-US" sz="1133" kern="1200" smtClean="0">
                <a:solidFill>
                  <a:schemeClr val="bg1">
                    <a:lumMod val="50000"/>
                  </a:schemeClr>
                </a:solidFill>
                <a:latin typeface="+mn-lt"/>
                <a:ea typeface="+mn-ea"/>
                <a:cs typeface="+mn-cs"/>
                <a:sym typeface="Trebuchet MS" panose="020B0603020202020204" pitchFamily="34" charset="0"/>
              </a:rPr>
              <a:pPr marL="0" marR="0" indent="0" algn="r" defTabSz="1036290" rtl="0" eaLnBrk="1" fontAlgn="auto" latinLnBrk="0" hangingPunct="1">
                <a:lnSpc>
                  <a:spcPct val="100000"/>
                </a:lnSpc>
                <a:spcBef>
                  <a:spcPts val="0"/>
                </a:spcBef>
                <a:spcAft>
                  <a:spcPts val="0"/>
                </a:spcAft>
                <a:buClrTx/>
                <a:buSzTx/>
                <a:buFontTx/>
                <a:buNone/>
                <a:tabLst/>
                <a:defRPr/>
              </a:pPr>
              <a:t>‹#›</a:t>
            </a:fld>
            <a:endParaRPr lang="en-US" sz="907"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10967720" y="7259041"/>
            <a:ext cx="1679658" cy="174406"/>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p:cNvSpPr txBox="1"/>
          <p:nvPr userDrawn="1"/>
        </p:nvSpPr>
        <p:spPr>
          <a:xfrm rot="16200000">
            <a:off x="10751821" y="4445517"/>
            <a:ext cx="5818505" cy="109838"/>
          </a:xfrm>
          <a:prstGeom prst="rect">
            <a:avLst/>
          </a:prstGeom>
          <a:noFill/>
        </p:spPr>
        <p:txBody>
          <a:bodyPr wrap="square" lIns="0" tIns="0" rIns="0" bIns="0" rtlCol="0" anchor="t">
            <a:spAutoFit/>
          </a:bodyPr>
          <a:lstStyle/>
          <a:p>
            <a:pPr>
              <a:lnSpc>
                <a:spcPct val="90000"/>
              </a:lnSpc>
              <a:spcAft>
                <a:spcPts val="680"/>
              </a:spcAft>
            </a:pPr>
            <a:r>
              <a:rPr lang="en-US" sz="793">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29592531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10751821" y="4445517"/>
            <a:ext cx="5818505" cy="109838"/>
          </a:xfrm>
          <a:prstGeom prst="rect">
            <a:avLst/>
          </a:prstGeom>
          <a:noFill/>
        </p:spPr>
        <p:txBody>
          <a:bodyPr wrap="square" lIns="0" tIns="0" rIns="0" bIns="0" rtlCol="0" anchor="t">
            <a:spAutoFit/>
          </a:bodyPr>
          <a:lstStyle/>
          <a:p>
            <a:pPr>
              <a:lnSpc>
                <a:spcPct val="90000"/>
              </a:lnSpc>
              <a:spcAft>
                <a:spcPts val="680"/>
              </a:spcAft>
            </a:pPr>
            <a:r>
              <a:rPr lang="en-US" sz="793">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714000" y="705841"/>
            <a:ext cx="12391130" cy="376719"/>
          </a:xfr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843039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NAV - Title Slid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34D37E-13A2-0C4A-C299-75214F24BEE0}"/>
              </a:ext>
            </a:extLst>
          </p:cNvPr>
          <p:cNvPicPr>
            <a:picLocks noChangeAspect="1"/>
          </p:cNvPicPr>
          <p:nvPr userDrawn="1"/>
        </p:nvPicPr>
        <p:blipFill>
          <a:blip r:embed="rId3"/>
          <a:stretch>
            <a:fillRect/>
          </a:stretch>
        </p:blipFill>
        <p:spPr>
          <a:xfrm>
            <a:off x="963" y="0"/>
            <a:ext cx="13815674" cy="7772400"/>
          </a:xfrm>
          <a:prstGeom prst="rect">
            <a:avLst/>
          </a:prstGeom>
        </p:spPr>
      </p:pic>
      <p:sp>
        <p:nvSpPr>
          <p:cNvPr id="13" name="Rectangle 12">
            <a:extLst>
              <a:ext uri="{FF2B5EF4-FFF2-40B4-BE49-F238E27FC236}">
                <a16:creationId xmlns:a16="http://schemas.microsoft.com/office/drawing/2014/main" id="{954ACAE7-A051-4F6B-9351-BE736D45002B}"/>
              </a:ext>
            </a:extLst>
          </p:cNvPr>
          <p:cNvSpPr/>
          <p:nvPr userDrawn="1"/>
        </p:nvSpPr>
        <p:spPr>
          <a:xfrm>
            <a:off x="0" y="-1921"/>
            <a:ext cx="13817600" cy="7772400"/>
          </a:xfrm>
          <a:prstGeom prst="rect">
            <a:avLst/>
          </a:prstGeom>
          <a:gradFill flip="none" rotWithShape="1">
            <a:gsLst>
              <a:gs pos="3000">
                <a:schemeClr val="accent6">
                  <a:lumMod val="20000"/>
                  <a:lumOff val="80000"/>
                  <a:alpha val="42000"/>
                </a:schemeClr>
              </a:gs>
              <a:gs pos="45000">
                <a:schemeClr val="accent6">
                  <a:lumMod val="75000"/>
                  <a:alpha val="0"/>
                </a:schemeClr>
              </a:gs>
            </a:gsLst>
            <a:lin ang="27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algn="ctr">
              <a:spcBef>
                <a:spcPts val="485"/>
              </a:spcBef>
            </a:pPr>
            <a:endParaRPr lang="en-US" sz="970">
              <a:solidFill>
                <a:schemeClr val="tx1"/>
              </a:solidFill>
            </a:endParaRPr>
          </a:p>
        </p:txBody>
      </p:sp>
      <p:pic>
        <p:nvPicPr>
          <p:cNvPr id="14" name="Graphic 13">
            <a:extLst>
              <a:ext uri="{FF2B5EF4-FFF2-40B4-BE49-F238E27FC236}">
                <a16:creationId xmlns:a16="http://schemas.microsoft.com/office/drawing/2014/main" id="{3AB374E7-5C98-4B21-80C9-095E4CDE260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 y="4441371"/>
            <a:ext cx="13817600" cy="3291374"/>
          </a:xfrm>
          <a:prstGeom prst="rect">
            <a:avLst/>
          </a:prstGeom>
        </p:spPr>
      </p:pic>
      <p:pic>
        <p:nvPicPr>
          <p:cNvPr id="15" name="Picture 14" descr="A picture containing darkness, black, night, outdoor&#10;&#10;Description automatically generated">
            <a:extLst>
              <a:ext uri="{FF2B5EF4-FFF2-40B4-BE49-F238E27FC236}">
                <a16:creationId xmlns:a16="http://schemas.microsoft.com/office/drawing/2014/main" id="{FF7B42F8-1AB4-4E0A-A948-04CA29F8A520}"/>
              </a:ext>
            </a:extLst>
          </p:cNvPr>
          <p:cNvPicPr>
            <a:picLocks noChangeAspect="1"/>
          </p:cNvPicPr>
          <p:nvPr userDrawn="1"/>
        </p:nvPicPr>
        <p:blipFill>
          <a:blip r:embed="rId5" cstate="print">
            <a:duotone>
              <a:prstClr val="black"/>
              <a:schemeClr val="tx2">
                <a:tint val="45000"/>
                <a:satMod val="400000"/>
              </a:schemeClr>
            </a:duotone>
            <a:alphaModFix amt="27000"/>
            <a:extLst>
              <a:ext uri="{28A0092B-C50C-407E-A947-70E740481C1C}">
                <a14:useLocalDpi xmlns:a14="http://schemas.microsoft.com/office/drawing/2010/main" val="0"/>
              </a:ext>
            </a:extLst>
          </a:blip>
          <a:stretch>
            <a:fillRect/>
          </a:stretch>
        </p:blipFill>
        <p:spPr>
          <a:xfrm>
            <a:off x="0" y="853785"/>
            <a:ext cx="13817600" cy="6917475"/>
          </a:xfrm>
          <a:prstGeom prst="rect">
            <a:avLst/>
          </a:prstGeom>
        </p:spPr>
      </p:pic>
      <p:pic>
        <p:nvPicPr>
          <p:cNvPr id="16" name="Picture 15" descr="A picture containing font, graphics, logo, graphic design&#10;&#10;Description automatically generated">
            <a:extLst>
              <a:ext uri="{FF2B5EF4-FFF2-40B4-BE49-F238E27FC236}">
                <a16:creationId xmlns:a16="http://schemas.microsoft.com/office/drawing/2014/main" id="{E953884A-3812-4F81-B418-F11E2E4BB54B}"/>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86810" y="807521"/>
            <a:ext cx="2935277" cy="799516"/>
          </a:xfrm>
          <a:prstGeom prst="rect">
            <a:avLst/>
          </a:prstGeom>
        </p:spPr>
      </p:pic>
      <p:sp>
        <p:nvSpPr>
          <p:cNvPr id="2" name="Presentation - Title"/>
          <p:cNvSpPr>
            <a:spLocks noGrp="1"/>
          </p:cNvSpPr>
          <p:nvPr>
            <p:ph type="title" hasCustomPrompt="1"/>
          </p:nvPr>
        </p:nvSpPr>
        <p:spPr>
          <a:xfrm>
            <a:off x="3667944" y="4087370"/>
            <a:ext cx="7788102" cy="749808"/>
          </a:xfrm>
          <a:prstGeom prst="rect">
            <a:avLst/>
          </a:prstGeom>
        </p:spPr>
        <p:txBody>
          <a:bodyPr vert="horz" lIns="0" tIns="0" rIns="0" bIns="0" rtlCol="0" anchor="b">
            <a:noAutofit/>
          </a:bodyPr>
          <a:lstStyle>
            <a:lvl1pPr>
              <a:defRPr kumimoji="0" lang="en-US" sz="2911" i="0" u="none" strike="noStrike" cap="none" spc="0" normalizeH="0" baseline="0" dirty="0">
                <a:ln>
                  <a:noFill/>
                </a:ln>
                <a:solidFill>
                  <a:schemeClr val="tx1"/>
                </a:solidFill>
                <a:effectLst/>
                <a:uLnTx/>
                <a:uFillTx/>
                <a:ea typeface="+mn-ea"/>
              </a:defRPr>
            </a:lvl1pPr>
          </a:lstStyle>
          <a:p>
            <a:pPr marL="0" marR="0" lvl="0" indent="0" defTabSz="1017542" fontAlgn="auto">
              <a:lnSpc>
                <a:spcPct val="100000"/>
              </a:lnSpc>
              <a:spcAft>
                <a:spcPts val="0"/>
              </a:spcAft>
              <a:buClrTx/>
              <a:buSzTx/>
              <a:buFontTx/>
              <a:tabLst/>
            </a:pPr>
            <a:r>
              <a:rPr lang="en-US"/>
              <a:t>Presentation Title</a:t>
            </a:r>
          </a:p>
        </p:txBody>
      </p:sp>
      <p:sp>
        <p:nvSpPr>
          <p:cNvPr id="4" name="Presentation - Sub-Title"/>
          <p:cNvSpPr>
            <a:spLocks noGrp="1"/>
          </p:cNvSpPr>
          <p:nvPr>
            <p:ph type="body" sz="quarter" idx="11" hasCustomPrompt="1"/>
          </p:nvPr>
        </p:nvSpPr>
        <p:spPr>
          <a:xfrm>
            <a:off x="3667944" y="4937761"/>
            <a:ext cx="7788102" cy="329184"/>
          </a:xfrm>
          <a:prstGeom prst="rect">
            <a:avLst/>
          </a:prstGeom>
        </p:spPr>
        <p:txBody>
          <a:bodyPr lIns="0" tIns="0" rIns="0" bIns="0" anchor="b">
            <a:noAutofit/>
          </a:bodyPr>
          <a:lstStyle>
            <a:lvl1pPr marL="0" indent="0" algn="l" defTabSz="913036" rtl="0" eaLnBrk="1" latinLnBrk="0" hangingPunct="1">
              <a:spcBef>
                <a:spcPts val="0"/>
              </a:spcBef>
              <a:spcAft>
                <a:spcPts val="399"/>
              </a:spcAft>
              <a:buFont typeface="Arial" panose="020B0604020202020204" pitchFamily="34" charset="0"/>
              <a:buNone/>
              <a:defRPr lang="en-US" sz="2183" b="1" kern="1200" baseline="0" dirty="0">
                <a:solidFill>
                  <a:schemeClr val="bg2">
                    <a:lumMod val="75000"/>
                  </a:schemeClr>
                </a:solidFill>
                <a:latin typeface="Nunito" pitchFamily="2" charset="0"/>
                <a:ea typeface="+mn-ea"/>
                <a:cs typeface="Arial" panose="020B0604020202020204" pitchFamily="34" charset="0"/>
              </a:defRPr>
            </a:lvl1pPr>
          </a:lstStyle>
          <a:p>
            <a:pPr marL="0" lvl="0" indent="0" algn="l" defTabSz="913036" rtl="0" eaLnBrk="1" latinLnBrk="0" hangingPunct="1">
              <a:spcBef>
                <a:spcPts val="0"/>
              </a:spcBef>
              <a:spcAft>
                <a:spcPts val="399"/>
              </a:spcAft>
              <a:buFont typeface="Arial" panose="020B0604020202020204" pitchFamily="34" charset="0"/>
              <a:buNone/>
            </a:pPr>
            <a:r>
              <a:rPr lang="en-US"/>
              <a:t>Business Unit, Client, or Project Name</a:t>
            </a:r>
          </a:p>
        </p:txBody>
      </p:sp>
      <p:sp>
        <p:nvSpPr>
          <p:cNvPr id="8" name="Presentation - Date"/>
          <p:cNvSpPr>
            <a:spLocks noGrp="1"/>
          </p:cNvSpPr>
          <p:nvPr>
            <p:ph type="body" sz="quarter" idx="10" hasCustomPrompt="1"/>
          </p:nvPr>
        </p:nvSpPr>
        <p:spPr>
          <a:xfrm>
            <a:off x="3667944" y="5321809"/>
            <a:ext cx="7788102" cy="283464"/>
          </a:xfrm>
          <a:prstGeom prst="rect">
            <a:avLst/>
          </a:prstGeom>
        </p:spPr>
        <p:txBody>
          <a:bodyPr lIns="0" tIns="0" rIns="0" bIns="0" anchor="t">
            <a:noAutofit/>
          </a:bodyPr>
          <a:lstStyle>
            <a:lvl1pPr marL="0" indent="0">
              <a:buNone/>
              <a:defRPr sz="1698" b="1" baseline="0">
                <a:solidFill>
                  <a:schemeClr val="bg2">
                    <a:lumMod val="75000"/>
                  </a:schemeClr>
                </a:solidFill>
                <a:latin typeface="Nunito" pitchFamily="2" charset="0"/>
              </a:defRPr>
            </a:lvl1pPr>
            <a:lvl5pPr>
              <a:defRPr/>
            </a:lvl5pPr>
          </a:lstStyle>
          <a:p>
            <a:pPr lvl="0"/>
            <a:r>
              <a:rPr lang="en-US"/>
              <a:t>Date (e.g. January 01, 2017)</a:t>
            </a:r>
          </a:p>
        </p:txBody>
      </p:sp>
      <p:sp>
        <p:nvSpPr>
          <p:cNvPr id="9" name="Presentation - Draft Watermark" hidden="1"/>
          <p:cNvSpPr txBox="1"/>
          <p:nvPr userDrawn="1"/>
        </p:nvSpPr>
        <p:spPr>
          <a:xfrm>
            <a:off x="11933383" y="1051562"/>
            <a:ext cx="1130530" cy="276999"/>
          </a:xfrm>
          <a:prstGeom prst="rect">
            <a:avLst/>
          </a:prstGeom>
          <a:noFill/>
        </p:spPr>
        <p:txBody>
          <a:bodyPr wrap="square" lIns="0" tIns="0" rIns="0" bIns="0" rtlCol="0" anchor="ctr" anchorCtr="0">
            <a:noAutofit/>
          </a:bodyPr>
          <a:lstStyle/>
          <a:p>
            <a:pPr algn="r"/>
            <a:r>
              <a:rPr lang="en-US" sz="2183" b="1" spc="0">
                <a:solidFill>
                  <a:srgbClr val="FF0000"/>
                </a:solidFill>
                <a:latin typeface="+mn-lt"/>
              </a:rPr>
              <a:t>DRAFT</a:t>
            </a:r>
          </a:p>
        </p:txBody>
      </p:sp>
      <p:sp>
        <p:nvSpPr>
          <p:cNvPr id="11" name="Presentation - Disclaimers" hidden="1"/>
          <p:cNvSpPr>
            <a:spLocks noChangeArrowheads="1"/>
          </p:cNvSpPr>
          <p:nvPr userDrawn="1">
            <p:custDataLst>
              <p:tags r:id="rId1"/>
            </p:custDataLst>
          </p:nvPr>
        </p:nvSpPr>
        <p:spPr bwMode="auto">
          <a:xfrm>
            <a:off x="5037677" y="7260336"/>
            <a:ext cx="3768436" cy="143757"/>
          </a:xfrm>
          <a:prstGeom prst="rect">
            <a:avLst/>
          </a:prstGeom>
          <a:noFill/>
          <a:ln w="9525">
            <a:noFill/>
            <a:miter lim="800000"/>
            <a:headEnd/>
            <a:tailEnd/>
          </a:ln>
        </p:spPr>
        <p:txBody>
          <a:bodyPr wrap="square" lIns="0" tIns="0" rIns="0" bIns="0" anchor="t" anchorCtr="0">
            <a:spAutoFit/>
          </a:bodyPr>
          <a:lstStyle/>
          <a:p>
            <a:pPr algn="ctr" defTabSz="1017304">
              <a:lnSpc>
                <a:spcPts val="1198"/>
              </a:lnSpc>
            </a:pPr>
            <a:endParaRPr lang="en-US" sz="970" b="1" cap="all">
              <a:solidFill>
                <a:srgbClr val="FF0000"/>
              </a:solidFill>
              <a:latin typeface="Arial" panose="020B0604020202020204" pitchFamily="34" charset="0"/>
              <a:cs typeface="Arial" panose="020B0604020202020204" pitchFamily="34" charset="0"/>
            </a:endParaRPr>
          </a:p>
        </p:txBody>
      </p:sp>
      <p:sp>
        <p:nvSpPr>
          <p:cNvPr id="7" name="Logo - Client 1" hidden="1"/>
          <p:cNvSpPr>
            <a:spLocks/>
          </p:cNvSpPr>
          <p:nvPr userDrawn="1"/>
        </p:nvSpPr>
        <p:spPr>
          <a:xfrm>
            <a:off x="11656999" y="643317"/>
            <a:ext cx="1256669" cy="31089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70">
                <a:solidFill>
                  <a:schemeClr val="tx1"/>
                </a:solidFill>
              </a:rPr>
              <a:t>Client Logo</a:t>
            </a:r>
          </a:p>
        </p:txBody>
      </p:sp>
    </p:spTree>
    <p:extLst>
      <p:ext uri="{BB962C8B-B14F-4D97-AF65-F5344CB8AC3E}">
        <p14:creationId xmlns:p14="http://schemas.microsoft.com/office/powerpoint/2010/main" val="28999963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W - P - 1 Placeholder">
    <p:spTree>
      <p:nvGrpSpPr>
        <p:cNvPr id="1" name=""/>
        <p:cNvGrpSpPr/>
        <p:nvPr/>
      </p:nvGrpSpPr>
      <p:grpSpPr>
        <a:xfrm>
          <a:off x="0" y="0"/>
          <a:ext cx="0" cy="0"/>
          <a:chOff x="0" y="0"/>
          <a:chExt cx="0" cy="0"/>
        </a:xfrm>
      </p:grpSpPr>
      <p:sp>
        <p:nvSpPr>
          <p:cNvPr id="18" name="Placeholder 1 - Title"/>
          <p:cNvSpPr>
            <a:spLocks noGrp="1"/>
          </p:cNvSpPr>
          <p:nvPr>
            <p:ph type="body" sz="quarter" idx="13" hasCustomPrompt="1"/>
          </p:nvPr>
        </p:nvSpPr>
        <p:spPr>
          <a:xfrm>
            <a:off x="753688" y="1801370"/>
            <a:ext cx="12310225" cy="182880"/>
          </a:xfrm>
          <a:prstGeom prst="rect">
            <a:avLst/>
          </a:prstGeom>
        </p:spPr>
        <p:txBody>
          <a:bodyPr lIns="0" tIns="0" rIns="0" bIns="0">
            <a:noAutofit/>
          </a:bodyPr>
          <a:lstStyle>
            <a:lvl1pPr marL="0" indent="0">
              <a:spcAft>
                <a:spcPts val="599"/>
              </a:spcAft>
              <a:buNone/>
              <a:tabLst>
                <a:tab pos="10958983" algn="r"/>
              </a:tabLst>
              <a:defRPr sz="1213" b="1">
                <a:solidFill>
                  <a:schemeClr val="accent2"/>
                </a:solidFill>
              </a:defRPr>
            </a:lvl1pPr>
          </a:lstStyle>
          <a:p>
            <a:pPr lvl="0"/>
            <a:r>
              <a:rPr lang="en-US"/>
              <a:t>Title 1</a:t>
            </a:r>
          </a:p>
        </p:txBody>
      </p:sp>
      <p:sp>
        <p:nvSpPr>
          <p:cNvPr id="20" name="Placeholder 1 - Sub-Title"/>
          <p:cNvSpPr>
            <a:spLocks noGrp="1"/>
          </p:cNvSpPr>
          <p:nvPr>
            <p:ph type="body" sz="quarter" idx="14" hasCustomPrompt="1"/>
          </p:nvPr>
        </p:nvSpPr>
        <p:spPr>
          <a:xfrm>
            <a:off x="753688" y="1993394"/>
            <a:ext cx="12310225" cy="182880"/>
          </a:xfrm>
          <a:prstGeom prst="rect">
            <a:avLst/>
          </a:prstGeom>
        </p:spPr>
        <p:txBody>
          <a:bodyPr lIns="0" tIns="0" rIns="0" bIns="0">
            <a:noAutofit/>
          </a:bodyPr>
          <a:lstStyle>
            <a:lvl1pPr marL="0" indent="0">
              <a:buNone/>
              <a:tabLst>
                <a:tab pos="10958983" algn="r"/>
              </a:tabLst>
              <a:defRPr sz="970" baseline="0">
                <a:solidFill>
                  <a:schemeClr val="tx1"/>
                </a:solidFill>
              </a:defRPr>
            </a:lvl1pPr>
          </a:lstStyle>
          <a:p>
            <a:pPr lvl="0"/>
            <a:r>
              <a:rPr lang="en-US"/>
              <a:t>Sub-Title 1</a:t>
            </a:r>
          </a:p>
        </p:txBody>
      </p:sp>
      <p:sp>
        <p:nvSpPr>
          <p:cNvPr id="22" name="Placeholder 1 - Content"/>
          <p:cNvSpPr>
            <a:spLocks noGrp="1"/>
          </p:cNvSpPr>
          <p:nvPr>
            <p:ph sz="quarter" idx="15" hasCustomPrompt="1"/>
          </p:nvPr>
        </p:nvSpPr>
        <p:spPr>
          <a:xfrm>
            <a:off x="753688" y="2185416"/>
            <a:ext cx="12310225" cy="4434840"/>
          </a:xfrm>
          <a:prstGeom prst="rect">
            <a:avLst/>
          </a:prstGeom>
        </p:spPr>
        <p:txBody>
          <a:bodyPr lIns="0"/>
          <a:lstStyle>
            <a:lvl1pPr>
              <a:buClr>
                <a:schemeClr val="accent2"/>
              </a:buClr>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tx2"/>
              </a:buClr>
              <a:defRPr>
                <a:solidFill>
                  <a:schemeClr val="tx1"/>
                </a:solidFill>
              </a:defRPr>
            </a:lvl5pPr>
          </a:lstStyle>
          <a:p>
            <a:pPr lvl="0"/>
            <a:r>
              <a:rPr lang="en-US"/>
              <a:t>Placeholder 1</a:t>
            </a:r>
          </a:p>
          <a:p>
            <a:pPr lvl="1"/>
            <a:r>
              <a:rPr lang="en-US"/>
              <a:t>Second level</a:t>
            </a:r>
          </a:p>
          <a:p>
            <a:pPr lvl="2"/>
            <a:r>
              <a:rPr lang="en-US"/>
              <a:t>Third level</a:t>
            </a:r>
          </a:p>
          <a:p>
            <a:pPr lvl="3"/>
            <a:r>
              <a:rPr lang="en-US"/>
              <a:t>Fourth level</a:t>
            </a:r>
          </a:p>
        </p:txBody>
      </p:sp>
      <p:sp>
        <p:nvSpPr>
          <p:cNvPr id="11" name="Placeholder 1 - Source"/>
          <p:cNvSpPr>
            <a:spLocks noGrp="1"/>
          </p:cNvSpPr>
          <p:nvPr>
            <p:ph type="body" sz="quarter" idx="25" hasCustomPrompt="1"/>
          </p:nvPr>
        </p:nvSpPr>
        <p:spPr>
          <a:xfrm>
            <a:off x="753688" y="6629401"/>
            <a:ext cx="12310225" cy="109728"/>
          </a:xfrm>
          <a:prstGeom prst="rect">
            <a:avLst/>
          </a:prstGeom>
        </p:spPr>
        <p:txBody>
          <a:bodyPr vert="horz" lIns="0" tIns="18288" rIns="0" bIns="0" rtlCol="0">
            <a:noAutofit/>
          </a:bodyPr>
          <a:lstStyle>
            <a:lvl1pPr marL="0" indent="0">
              <a:buNone/>
              <a:defRPr lang="en-US" sz="599" baseline="0" dirty="0" smtClean="0"/>
            </a:lvl1pPr>
            <a:lvl2pPr marL="0" indent="0">
              <a:defRPr lang="en-US" sz="728" kern="1200" baseline="0" dirty="0" smtClean="0">
                <a:solidFill>
                  <a:schemeClr val="tx1"/>
                </a:solidFill>
                <a:latin typeface="Arial" panose="020B0604020202020204" pitchFamily="34" charset="0"/>
                <a:ea typeface="+mn-ea"/>
                <a:cs typeface="Arial" panose="020B0604020202020204" pitchFamily="34" charset="0"/>
              </a:defRPr>
            </a:lvl2pPr>
          </a:lstStyle>
          <a:p>
            <a:pPr marL="344054" lvl="1" indent="-344054" algn="l" defTabSz="913036" rtl="0" eaLnBrk="1" latinLnBrk="0" hangingPunct="1">
              <a:spcBef>
                <a:spcPts val="0"/>
              </a:spcBef>
              <a:spcAft>
                <a:spcPts val="399"/>
              </a:spcAft>
              <a:buFont typeface="Arial" panose="020B0604020202020204" pitchFamily="34" charset="0"/>
              <a:buNone/>
            </a:pPr>
            <a:r>
              <a:rPr lang="en-US"/>
              <a:t>Source 1</a:t>
            </a:r>
          </a:p>
        </p:txBody>
      </p:sp>
      <p:sp>
        <p:nvSpPr>
          <p:cNvPr id="28" name="Slide - Footnote"/>
          <p:cNvSpPr>
            <a:spLocks noGrp="1"/>
          </p:cNvSpPr>
          <p:nvPr>
            <p:ph type="ftr" sz="quarter" idx="3"/>
          </p:nvPr>
        </p:nvSpPr>
        <p:spPr>
          <a:xfrm>
            <a:off x="761104" y="7116627"/>
            <a:ext cx="12303681" cy="193130"/>
          </a:xfrm>
          <a:prstGeom prst="rect">
            <a:avLst/>
          </a:prstGeom>
          <a:noFill/>
        </p:spPr>
        <p:txBody>
          <a:bodyPr wrap="square" lIns="0" anchor="b" anchorCtr="0">
            <a:spAutoFit/>
          </a:bodyPr>
          <a:lstStyle>
            <a:lvl1pPr>
              <a:lnSpc>
                <a:spcPct val="90000"/>
              </a:lnSpc>
              <a:defRPr sz="728" b="0">
                <a:solidFill>
                  <a:schemeClr val="tx1"/>
                </a:solidFill>
              </a:defRPr>
            </a:lvl1pPr>
          </a:lstStyle>
          <a:p>
            <a:pPr marL="114156" indent="-114156">
              <a:buFont typeface="+mj-lt"/>
              <a:buAutoNum type="arabicPeriod"/>
            </a:pPr>
            <a:endParaRPr lang="en-US"/>
          </a:p>
        </p:txBody>
      </p:sp>
      <p:sp>
        <p:nvSpPr>
          <p:cNvPr id="13" name="Slide - Title">
            <a:extLst>
              <a:ext uri="{FF2B5EF4-FFF2-40B4-BE49-F238E27FC236}">
                <a16:creationId xmlns:a16="http://schemas.microsoft.com/office/drawing/2014/main" id="{5D127BAD-58B9-4667-ADA2-A83BCFD0D19F}"/>
              </a:ext>
            </a:extLst>
          </p:cNvPr>
          <p:cNvSpPr>
            <a:spLocks noGrp="1"/>
          </p:cNvSpPr>
          <p:nvPr>
            <p:ph type="title" hasCustomPrompt="1"/>
          </p:nvPr>
        </p:nvSpPr>
        <p:spPr>
          <a:xfrm>
            <a:off x="754558" y="432696"/>
            <a:ext cx="12310225" cy="384048"/>
          </a:xfrm>
          <a:prstGeom prst="rect">
            <a:avLst/>
          </a:prstGeom>
        </p:spPr>
        <p:txBody>
          <a:bodyPr lIns="0" tIns="45720" rIns="45720" bIns="0">
            <a:normAutofit/>
          </a:bodyPr>
          <a:lstStyle>
            <a:lvl1pPr>
              <a:defRPr lang="en-US" dirty="0"/>
            </a:lvl1pPr>
          </a:lstStyle>
          <a:p>
            <a:pPr lvl="0" defTabSz="1017654" fontAlgn="base">
              <a:spcAft>
                <a:spcPct val="0"/>
              </a:spcAft>
            </a:pPr>
            <a:r>
              <a:rPr lang="en-US"/>
              <a:t>Slide Title</a:t>
            </a:r>
          </a:p>
        </p:txBody>
      </p:sp>
      <p:sp>
        <p:nvSpPr>
          <p:cNvPr id="16" name="Slide - Sub-Title">
            <a:extLst>
              <a:ext uri="{FF2B5EF4-FFF2-40B4-BE49-F238E27FC236}">
                <a16:creationId xmlns:a16="http://schemas.microsoft.com/office/drawing/2014/main" id="{C6CA8E7E-A6BA-4577-88C2-16685261020F}"/>
              </a:ext>
            </a:extLst>
          </p:cNvPr>
          <p:cNvSpPr>
            <a:spLocks noGrp="1"/>
          </p:cNvSpPr>
          <p:nvPr>
            <p:ph type="body" sz="quarter" idx="11" hasCustomPrompt="1"/>
          </p:nvPr>
        </p:nvSpPr>
        <p:spPr>
          <a:xfrm>
            <a:off x="754560" y="874083"/>
            <a:ext cx="12308483" cy="320040"/>
          </a:xfrm>
          <a:prstGeom prst="rect">
            <a:avLst/>
          </a:prstGeom>
        </p:spPr>
        <p:txBody>
          <a:bodyPr vert="horz" lIns="0" tIns="0" rIns="45720" bIns="0" rtlCol="0">
            <a:noAutofit/>
          </a:bodyPr>
          <a:lstStyle>
            <a:lvl1pPr marL="0" indent="0">
              <a:spcAft>
                <a:spcPts val="0"/>
              </a:spcAft>
              <a:buNone/>
              <a:defRPr lang="en-US" sz="1698" b="1" dirty="0">
                <a:solidFill>
                  <a:schemeClr val="accent2"/>
                </a:solidFill>
              </a:defRPr>
            </a:lvl1pPr>
          </a:lstStyle>
          <a:p>
            <a:pPr lvl="0"/>
            <a:r>
              <a:rPr lang="en-US"/>
              <a:t>Slide Sub-Title</a:t>
            </a:r>
          </a:p>
        </p:txBody>
      </p:sp>
      <p:sp>
        <p:nvSpPr>
          <p:cNvPr id="2" name="Slide Number Placeholder 1">
            <a:extLst>
              <a:ext uri="{FF2B5EF4-FFF2-40B4-BE49-F238E27FC236}">
                <a16:creationId xmlns:a16="http://schemas.microsoft.com/office/drawing/2014/main" id="{D1E4AFBF-AF26-7B1B-9A33-1CAB4E33E5B3}"/>
              </a:ext>
            </a:extLst>
          </p:cNvPr>
          <p:cNvSpPr>
            <a:spLocks noGrp="1"/>
          </p:cNvSpPr>
          <p:nvPr>
            <p:ph type="sldNum" sz="quarter" idx="37"/>
          </p:nvPr>
        </p:nvSpPr>
        <p:spPr/>
        <p:txBody>
          <a:bodyPr/>
          <a:lstStyle/>
          <a:p>
            <a:pPr algn="r" defTabSz="913036">
              <a:spcAft>
                <a:spcPts val="399"/>
              </a:spcAft>
              <a:buClr>
                <a:schemeClr val="tx2"/>
              </a:buClr>
              <a:buSzPct val="115000"/>
            </a:pPr>
            <a:fld id="{D6B5243D-B653-4000-BC65-0C10E5412800}" type="slidenum">
              <a:rPr lang="en-US" smtClean="0"/>
              <a:pPr algn="r" defTabSz="913036">
                <a:spcAft>
                  <a:spcPts val="399"/>
                </a:spcAft>
                <a:buClr>
                  <a:schemeClr val="tx2"/>
                </a:buClr>
                <a:buSzPct val="115000"/>
              </a:pPr>
              <a:t>‹#›</a:t>
            </a:fld>
            <a:endParaRPr lang="en-US"/>
          </a:p>
        </p:txBody>
      </p:sp>
      <p:sp>
        <p:nvSpPr>
          <p:cNvPr id="3" name="Slide - Section Title">
            <a:extLst>
              <a:ext uri="{FF2B5EF4-FFF2-40B4-BE49-F238E27FC236}">
                <a16:creationId xmlns:a16="http://schemas.microsoft.com/office/drawing/2014/main" id="{8DE5DDCC-70E1-A1BB-7AD9-F288FD43B61C}"/>
              </a:ext>
            </a:extLst>
          </p:cNvPr>
          <p:cNvSpPr>
            <a:spLocks noGrp="1"/>
          </p:cNvSpPr>
          <p:nvPr>
            <p:ph sz="quarter" idx="34" hasCustomPrompt="1"/>
          </p:nvPr>
        </p:nvSpPr>
        <p:spPr>
          <a:xfrm>
            <a:off x="4044012" y="7494815"/>
            <a:ext cx="8494560" cy="149492"/>
          </a:xfrm>
          <a:prstGeom prst="rect">
            <a:avLst/>
          </a:prstGeom>
        </p:spPr>
        <p:txBody>
          <a:bodyPr tIns="0" bIns="0" anchor="t" anchorCtr="0">
            <a:spAutoFit/>
          </a:bodyPr>
          <a:lstStyle>
            <a:lvl1pPr marL="0" indent="0" algn="r">
              <a:buNone/>
              <a:defRPr sz="970" cap="all" baseline="0">
                <a:solidFill>
                  <a:schemeClr val="bg1"/>
                </a:solidFill>
                <a:latin typeface="Nunito" pitchFamily="2" charset="0"/>
              </a:defRPr>
            </a:lvl1pPr>
            <a:lvl5pPr>
              <a:defRPr/>
            </a:lvl5pPr>
          </a:lstStyle>
          <a:p>
            <a:pPr lvl="0"/>
            <a:r>
              <a:rPr lang="en-US"/>
              <a:t>SECTION TITLE</a:t>
            </a:r>
          </a:p>
        </p:txBody>
      </p:sp>
    </p:spTree>
    <p:extLst>
      <p:ext uri="{BB962C8B-B14F-4D97-AF65-F5344CB8AC3E}">
        <p14:creationId xmlns:p14="http://schemas.microsoft.com/office/powerpoint/2010/main" val="15895194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W - P - 2 Placeholders (2 Column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95BE3245-934B-2C2A-6030-84E877D3D61F}"/>
              </a:ext>
            </a:extLst>
          </p:cNvPr>
          <p:cNvSpPr/>
          <p:nvPr userDrawn="1">
            <p:custDataLst>
              <p:tags r:id="rId1"/>
            </p:custDataLst>
          </p:nvPr>
        </p:nvSpPr>
        <p:spPr>
          <a:xfrm>
            <a:off x="0" y="0"/>
            <a:ext cx="12700" cy="12700"/>
          </a:xfrm>
          <a:prstGeom prst="octagon">
            <a:avLst/>
          </a:prstGeom>
          <a:noFill/>
          <a:ln w="19050" cap="flat" cmpd="sng" algn="ctr">
            <a:noFill/>
            <a:prstDash val="solid"/>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19050" cap="flat" cmpd="sng" algn="ctr">
                <a:solidFill>
                  <a:schemeClr val="tx2"/>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6800" tIns="45720" rIns="46800" bIns="45720" numCol="1" spcCol="0" rtlCol="0" fromWordArt="0" anchor="ctr" anchorCtr="0" forceAA="0" compatLnSpc="1">
            <a:prstTxWarp prst="textNoShape">
              <a:avLst/>
            </a:prstTxWarp>
            <a:noAutofit/>
          </a:bodyPr>
          <a:lstStyle/>
          <a:p>
            <a:pPr algn="ctr">
              <a:spcBef>
                <a:spcPts val="400"/>
              </a:spcBef>
            </a:pPr>
            <a:endParaRPr lang="en-US" sz="800" err="1">
              <a:solidFill>
                <a:schemeClr val="tx1"/>
              </a:solidFill>
            </a:endParaRPr>
          </a:p>
        </p:txBody>
      </p:sp>
      <p:sp>
        <p:nvSpPr>
          <p:cNvPr id="18" name="Placeholder 1 - Title"/>
          <p:cNvSpPr>
            <a:spLocks noGrp="1"/>
          </p:cNvSpPr>
          <p:nvPr>
            <p:ph type="body" sz="quarter" idx="13" hasCustomPrompt="1"/>
          </p:nvPr>
        </p:nvSpPr>
        <p:spPr>
          <a:xfrm>
            <a:off x="753689" y="1801370"/>
            <a:ext cx="5979252" cy="182880"/>
          </a:xfrm>
          <a:prstGeom prst="rect">
            <a:avLst/>
          </a:prstGeom>
        </p:spPr>
        <p:txBody>
          <a:bodyPr lIns="0" tIns="0" rIns="0" bIns="0">
            <a:noAutofit/>
          </a:bodyPr>
          <a:lstStyle>
            <a:lvl1pPr marL="0" indent="0" defTabSz="1206566">
              <a:spcAft>
                <a:spcPts val="599"/>
              </a:spcAft>
              <a:buNone/>
              <a:tabLst>
                <a:tab pos="10958983" algn="r"/>
              </a:tabLst>
              <a:defRPr sz="1213" b="1">
                <a:solidFill>
                  <a:schemeClr val="accent2"/>
                </a:solidFill>
              </a:defRPr>
            </a:lvl1pPr>
          </a:lstStyle>
          <a:p>
            <a:pPr lvl="0"/>
            <a:r>
              <a:rPr lang="en-US"/>
              <a:t>Title 1</a:t>
            </a:r>
          </a:p>
        </p:txBody>
      </p:sp>
      <p:sp>
        <p:nvSpPr>
          <p:cNvPr id="20" name="Placeholder 1 - Sub-Title"/>
          <p:cNvSpPr>
            <a:spLocks noGrp="1"/>
          </p:cNvSpPr>
          <p:nvPr>
            <p:ph type="body" sz="quarter" idx="14" hasCustomPrompt="1"/>
          </p:nvPr>
        </p:nvSpPr>
        <p:spPr>
          <a:xfrm>
            <a:off x="753689" y="1993394"/>
            <a:ext cx="5979252" cy="182880"/>
          </a:xfrm>
          <a:prstGeom prst="rect">
            <a:avLst/>
          </a:prstGeom>
        </p:spPr>
        <p:txBody>
          <a:bodyPr lIns="0" tIns="0" rIns="0" bIns="0">
            <a:noAutofit/>
          </a:bodyPr>
          <a:lstStyle>
            <a:lvl1pPr marL="0" indent="0">
              <a:buNone/>
              <a:tabLst>
                <a:tab pos="10958983" algn="r"/>
              </a:tabLst>
              <a:defRPr sz="970" baseline="0">
                <a:solidFill>
                  <a:schemeClr val="tx1"/>
                </a:solidFill>
              </a:defRPr>
            </a:lvl1pPr>
          </a:lstStyle>
          <a:p>
            <a:pPr lvl="0"/>
            <a:r>
              <a:rPr lang="en-US"/>
              <a:t>Sub-Title 1</a:t>
            </a:r>
          </a:p>
        </p:txBody>
      </p:sp>
      <p:sp>
        <p:nvSpPr>
          <p:cNvPr id="22" name="Placeholder 1 - Content"/>
          <p:cNvSpPr>
            <a:spLocks noGrp="1"/>
          </p:cNvSpPr>
          <p:nvPr>
            <p:ph sz="quarter" idx="15" hasCustomPrompt="1"/>
          </p:nvPr>
        </p:nvSpPr>
        <p:spPr>
          <a:xfrm>
            <a:off x="753689" y="2185416"/>
            <a:ext cx="5979252" cy="4434840"/>
          </a:xfrm>
          <a:prstGeom prst="rect">
            <a:avLst/>
          </a:prstGeom>
        </p:spPr>
        <p:txBody>
          <a:bodyPr lIns="0"/>
          <a:lstStyle>
            <a:lvl1pPr>
              <a:buClr>
                <a:schemeClr val="accent2"/>
              </a:buClr>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a:t>Placeholder 1</a:t>
            </a:r>
          </a:p>
          <a:p>
            <a:pPr lvl="1"/>
            <a:r>
              <a:rPr lang="en-US"/>
              <a:t>Second level</a:t>
            </a:r>
          </a:p>
          <a:p>
            <a:pPr lvl="2"/>
            <a:r>
              <a:rPr lang="en-US"/>
              <a:t>Third level</a:t>
            </a:r>
          </a:p>
          <a:p>
            <a:pPr lvl="3"/>
            <a:r>
              <a:rPr lang="en-US"/>
              <a:t>Fourth level</a:t>
            </a:r>
          </a:p>
        </p:txBody>
      </p:sp>
      <p:sp>
        <p:nvSpPr>
          <p:cNvPr id="26" name="Placeholder 1 - Source"/>
          <p:cNvSpPr>
            <a:spLocks noGrp="1"/>
          </p:cNvSpPr>
          <p:nvPr>
            <p:ph type="body" sz="quarter" idx="25" hasCustomPrompt="1"/>
          </p:nvPr>
        </p:nvSpPr>
        <p:spPr>
          <a:xfrm>
            <a:off x="753689" y="6629401"/>
            <a:ext cx="5979252" cy="109728"/>
          </a:xfrm>
          <a:prstGeom prst="rect">
            <a:avLst/>
          </a:prstGeom>
        </p:spPr>
        <p:txBody>
          <a:bodyPr vert="horz" lIns="0" tIns="18288" rIns="0" bIns="0" rtlCol="0">
            <a:noAutofit/>
          </a:bodyPr>
          <a:lstStyle>
            <a:lvl1pPr marL="0" indent="0">
              <a:buNone/>
              <a:defRPr lang="en-US" sz="599" baseline="0" dirty="0" smtClean="0"/>
            </a:lvl1pPr>
            <a:lvl2pPr>
              <a:defRPr lang="en-US" sz="728" kern="1200" baseline="0" dirty="0" smtClean="0">
                <a:solidFill>
                  <a:schemeClr val="tx1"/>
                </a:solidFill>
                <a:latin typeface="Arial" panose="020B0604020202020204" pitchFamily="34" charset="0"/>
                <a:ea typeface="+mn-ea"/>
                <a:cs typeface="Arial" panose="020B0604020202020204" pitchFamily="34" charset="0"/>
              </a:defRPr>
            </a:lvl2pPr>
          </a:lstStyle>
          <a:p>
            <a:pPr marL="344054" lvl="1" indent="-344054" algn="l" defTabSz="913036" rtl="0" eaLnBrk="1" latinLnBrk="0" hangingPunct="1">
              <a:spcBef>
                <a:spcPts val="0"/>
              </a:spcBef>
              <a:spcAft>
                <a:spcPts val="399"/>
              </a:spcAft>
              <a:buFont typeface="Arial" panose="020B0604020202020204" pitchFamily="34" charset="0"/>
              <a:buNone/>
            </a:pPr>
            <a:r>
              <a:rPr lang="en-US"/>
              <a:t>Source 1</a:t>
            </a:r>
          </a:p>
        </p:txBody>
      </p:sp>
      <p:sp>
        <p:nvSpPr>
          <p:cNvPr id="23" name="Placeholder 2 - Title"/>
          <p:cNvSpPr>
            <a:spLocks noGrp="1"/>
          </p:cNvSpPr>
          <p:nvPr>
            <p:ph type="body" sz="quarter" idx="26" hasCustomPrompt="1"/>
          </p:nvPr>
        </p:nvSpPr>
        <p:spPr>
          <a:xfrm>
            <a:off x="7084664" y="1801370"/>
            <a:ext cx="5979252" cy="182880"/>
          </a:xfrm>
          <a:prstGeom prst="rect">
            <a:avLst/>
          </a:prstGeom>
        </p:spPr>
        <p:txBody>
          <a:bodyPr lIns="0" tIns="0" rIns="0" bIns="0">
            <a:noAutofit/>
          </a:bodyPr>
          <a:lstStyle>
            <a:lvl1pPr marL="0" indent="0">
              <a:spcAft>
                <a:spcPts val="599"/>
              </a:spcAft>
              <a:buNone/>
              <a:tabLst>
                <a:tab pos="10958983" algn="r"/>
              </a:tabLst>
              <a:defRPr sz="1213" b="1" baseline="0">
                <a:solidFill>
                  <a:schemeClr val="accent2"/>
                </a:solidFill>
              </a:defRPr>
            </a:lvl1pPr>
          </a:lstStyle>
          <a:p>
            <a:pPr lvl="0"/>
            <a:r>
              <a:rPr lang="en-US"/>
              <a:t>Title 2</a:t>
            </a:r>
          </a:p>
        </p:txBody>
      </p:sp>
      <p:sp>
        <p:nvSpPr>
          <p:cNvPr id="24" name="Placeholder 2 - Sub-Title"/>
          <p:cNvSpPr>
            <a:spLocks noGrp="1"/>
          </p:cNvSpPr>
          <p:nvPr>
            <p:ph type="body" sz="quarter" idx="27" hasCustomPrompt="1"/>
          </p:nvPr>
        </p:nvSpPr>
        <p:spPr>
          <a:xfrm>
            <a:off x="7084664" y="1993394"/>
            <a:ext cx="5979252" cy="182880"/>
          </a:xfrm>
          <a:prstGeom prst="rect">
            <a:avLst/>
          </a:prstGeom>
        </p:spPr>
        <p:txBody>
          <a:bodyPr lIns="0" tIns="0" rIns="0" bIns="0">
            <a:noAutofit/>
          </a:bodyPr>
          <a:lstStyle>
            <a:lvl1pPr marL="0" indent="0">
              <a:buNone/>
              <a:tabLst>
                <a:tab pos="10958983" algn="r"/>
              </a:tabLst>
              <a:defRPr sz="970" baseline="0">
                <a:solidFill>
                  <a:schemeClr val="tx1"/>
                </a:solidFill>
              </a:defRPr>
            </a:lvl1pPr>
          </a:lstStyle>
          <a:p>
            <a:pPr lvl="0"/>
            <a:r>
              <a:rPr lang="en-US"/>
              <a:t>Sub-Title 2</a:t>
            </a:r>
          </a:p>
        </p:txBody>
      </p:sp>
      <p:sp>
        <p:nvSpPr>
          <p:cNvPr id="25" name="Placeholder 2 - Content"/>
          <p:cNvSpPr>
            <a:spLocks noGrp="1"/>
          </p:cNvSpPr>
          <p:nvPr>
            <p:ph sz="quarter" idx="28" hasCustomPrompt="1"/>
          </p:nvPr>
        </p:nvSpPr>
        <p:spPr>
          <a:xfrm>
            <a:off x="7084664" y="2185416"/>
            <a:ext cx="5979252" cy="4434840"/>
          </a:xfrm>
          <a:prstGeom prst="rect">
            <a:avLst/>
          </a:prstGeom>
        </p:spPr>
        <p:txBody>
          <a:bodyPr lIns="0"/>
          <a:lstStyle>
            <a:lvl1pPr>
              <a:buClr>
                <a:schemeClr val="accent2"/>
              </a:buClr>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US"/>
              <a:t>Placeholder 2</a:t>
            </a:r>
          </a:p>
          <a:p>
            <a:pPr lvl="1"/>
            <a:r>
              <a:rPr lang="en-US"/>
              <a:t>Second level</a:t>
            </a:r>
          </a:p>
          <a:p>
            <a:pPr lvl="2"/>
            <a:r>
              <a:rPr lang="en-US"/>
              <a:t>Third level</a:t>
            </a:r>
          </a:p>
          <a:p>
            <a:pPr lvl="3"/>
            <a:r>
              <a:rPr lang="en-US"/>
              <a:t>Fourth level</a:t>
            </a:r>
          </a:p>
        </p:txBody>
      </p:sp>
      <p:sp>
        <p:nvSpPr>
          <p:cNvPr id="30" name="Placeholder 2 - Source"/>
          <p:cNvSpPr>
            <a:spLocks noGrp="1"/>
          </p:cNvSpPr>
          <p:nvPr>
            <p:ph type="body" sz="quarter" idx="29" hasCustomPrompt="1"/>
          </p:nvPr>
        </p:nvSpPr>
        <p:spPr>
          <a:xfrm>
            <a:off x="7084664" y="6629401"/>
            <a:ext cx="5979252" cy="109728"/>
          </a:xfrm>
          <a:prstGeom prst="rect">
            <a:avLst/>
          </a:prstGeom>
        </p:spPr>
        <p:txBody>
          <a:bodyPr vert="horz" lIns="0" tIns="18288" rIns="0" bIns="0" rtlCol="0">
            <a:noAutofit/>
          </a:bodyPr>
          <a:lstStyle>
            <a:lvl1pPr marL="0" marR="0" indent="0" algn="l" defTabSz="913036" rtl="0" eaLnBrk="1" fontAlgn="auto" latinLnBrk="0" hangingPunct="1">
              <a:lnSpc>
                <a:spcPct val="100000"/>
              </a:lnSpc>
              <a:spcBef>
                <a:spcPts val="0"/>
              </a:spcBef>
              <a:spcAft>
                <a:spcPts val="399"/>
              </a:spcAft>
              <a:buClrTx/>
              <a:buSzTx/>
              <a:buFont typeface="Arial" panose="020B0604020202020204" pitchFamily="34" charset="0"/>
              <a:buNone/>
              <a:tabLst/>
              <a:defRPr lang="en-US" sz="599" baseline="0" dirty="0" smtClean="0"/>
            </a:lvl1pPr>
            <a:lvl2pPr marL="0" indent="0">
              <a:defRPr lang="en-US" sz="728" kern="1200" baseline="0" dirty="0" smtClean="0">
                <a:solidFill>
                  <a:schemeClr val="tx1"/>
                </a:solidFill>
                <a:latin typeface="Arial" panose="020B0604020202020204" pitchFamily="34" charset="0"/>
                <a:ea typeface="+mn-ea"/>
                <a:cs typeface="Arial" panose="020B0604020202020204" pitchFamily="34" charset="0"/>
              </a:defRPr>
            </a:lvl2pPr>
          </a:lstStyle>
          <a:p>
            <a:pPr marL="344054" marR="0" lvl="1" indent="-344054" algn="l" defTabSz="913036" rtl="0" eaLnBrk="1" fontAlgn="auto" latinLnBrk="0" hangingPunct="1">
              <a:lnSpc>
                <a:spcPct val="100000"/>
              </a:lnSpc>
              <a:spcBef>
                <a:spcPts val="0"/>
              </a:spcBef>
              <a:spcAft>
                <a:spcPts val="399"/>
              </a:spcAft>
              <a:buClrTx/>
              <a:buSzTx/>
              <a:buFont typeface="Arial" panose="020B0604020202020204" pitchFamily="34" charset="0"/>
              <a:buNone/>
              <a:tabLst/>
              <a:defRPr/>
            </a:pPr>
            <a:r>
              <a:rPr lang="en-US"/>
              <a:t>Source 2</a:t>
            </a:r>
          </a:p>
        </p:txBody>
      </p:sp>
      <p:sp>
        <p:nvSpPr>
          <p:cNvPr id="29" name="Slide - Footnote"/>
          <p:cNvSpPr>
            <a:spLocks noGrp="1"/>
          </p:cNvSpPr>
          <p:nvPr>
            <p:ph type="ftr" sz="quarter" idx="3"/>
          </p:nvPr>
        </p:nvSpPr>
        <p:spPr>
          <a:xfrm>
            <a:off x="761107" y="7116627"/>
            <a:ext cx="12303681" cy="193130"/>
          </a:xfrm>
          <a:prstGeom prst="rect">
            <a:avLst/>
          </a:prstGeom>
          <a:noFill/>
        </p:spPr>
        <p:txBody>
          <a:bodyPr wrap="square" lIns="0" anchor="b" anchorCtr="0">
            <a:spAutoFit/>
          </a:bodyPr>
          <a:lstStyle>
            <a:lvl1pPr>
              <a:lnSpc>
                <a:spcPct val="90000"/>
              </a:lnSpc>
              <a:defRPr sz="728" b="0">
                <a:solidFill>
                  <a:schemeClr val="tx1"/>
                </a:solidFill>
              </a:defRPr>
            </a:lvl1pPr>
          </a:lstStyle>
          <a:p>
            <a:pPr marL="114156" indent="-114156">
              <a:buFont typeface="+mj-lt"/>
              <a:buAutoNum type="arabicPeriod"/>
            </a:pPr>
            <a:endParaRPr lang="en-US"/>
          </a:p>
        </p:txBody>
      </p:sp>
      <p:sp>
        <p:nvSpPr>
          <p:cNvPr id="21" name="Slide - Sub-Title">
            <a:extLst>
              <a:ext uri="{FF2B5EF4-FFF2-40B4-BE49-F238E27FC236}">
                <a16:creationId xmlns:a16="http://schemas.microsoft.com/office/drawing/2014/main" id="{BE8C656F-C23C-40A4-830F-BAFC3CE898E5}"/>
              </a:ext>
            </a:extLst>
          </p:cNvPr>
          <p:cNvSpPr>
            <a:spLocks noGrp="1"/>
          </p:cNvSpPr>
          <p:nvPr>
            <p:ph type="body" sz="quarter" idx="11" hasCustomPrompt="1"/>
          </p:nvPr>
        </p:nvSpPr>
        <p:spPr>
          <a:xfrm>
            <a:off x="754560" y="874083"/>
            <a:ext cx="12308483" cy="320040"/>
          </a:xfrm>
          <a:prstGeom prst="rect">
            <a:avLst/>
          </a:prstGeom>
        </p:spPr>
        <p:txBody>
          <a:bodyPr vert="horz" lIns="0" tIns="0" rIns="45720" bIns="0" rtlCol="0">
            <a:noAutofit/>
          </a:bodyPr>
          <a:lstStyle>
            <a:lvl1pPr marL="0" indent="0">
              <a:spcAft>
                <a:spcPts val="0"/>
              </a:spcAft>
              <a:buNone/>
              <a:defRPr lang="en-US" sz="1698" b="1" dirty="0">
                <a:solidFill>
                  <a:schemeClr val="accent2"/>
                </a:solidFill>
              </a:defRPr>
            </a:lvl1pPr>
          </a:lstStyle>
          <a:p>
            <a:pPr lvl="0"/>
            <a:r>
              <a:rPr lang="en-US"/>
              <a:t>Slide Sub-Title</a:t>
            </a:r>
          </a:p>
        </p:txBody>
      </p:sp>
      <p:sp>
        <p:nvSpPr>
          <p:cNvPr id="19" name="Slide - Section Title">
            <a:extLst>
              <a:ext uri="{FF2B5EF4-FFF2-40B4-BE49-F238E27FC236}">
                <a16:creationId xmlns:a16="http://schemas.microsoft.com/office/drawing/2014/main" id="{85EA7088-F10E-485E-B579-17EA2D28F5F4}"/>
              </a:ext>
            </a:extLst>
          </p:cNvPr>
          <p:cNvSpPr>
            <a:spLocks noGrp="1"/>
          </p:cNvSpPr>
          <p:nvPr>
            <p:ph sz="quarter" idx="34" hasCustomPrompt="1"/>
          </p:nvPr>
        </p:nvSpPr>
        <p:spPr>
          <a:xfrm>
            <a:off x="4044012" y="7494815"/>
            <a:ext cx="8494560" cy="149492"/>
          </a:xfrm>
          <a:prstGeom prst="rect">
            <a:avLst/>
          </a:prstGeom>
        </p:spPr>
        <p:txBody>
          <a:bodyPr tIns="0" bIns="0" anchor="t" anchorCtr="0">
            <a:spAutoFit/>
          </a:bodyPr>
          <a:lstStyle>
            <a:lvl1pPr marL="0" indent="0" algn="r">
              <a:buNone/>
              <a:defRPr sz="970" cap="all" baseline="0">
                <a:solidFill>
                  <a:schemeClr val="bg1"/>
                </a:solidFill>
                <a:latin typeface="Nunito" pitchFamily="2" charset="0"/>
              </a:defRPr>
            </a:lvl1pPr>
            <a:lvl5pPr>
              <a:defRPr/>
            </a:lvl5pPr>
          </a:lstStyle>
          <a:p>
            <a:pPr lvl="0"/>
            <a:r>
              <a:rPr lang="en-US"/>
              <a:t>SECTION TITLE</a:t>
            </a:r>
          </a:p>
        </p:txBody>
      </p:sp>
      <p:sp>
        <p:nvSpPr>
          <p:cNvPr id="2" name="Slide Number Placeholder 1">
            <a:extLst>
              <a:ext uri="{FF2B5EF4-FFF2-40B4-BE49-F238E27FC236}">
                <a16:creationId xmlns:a16="http://schemas.microsoft.com/office/drawing/2014/main" id="{F374C49B-C951-7AA1-6DFF-E14B488FED32}"/>
              </a:ext>
            </a:extLst>
          </p:cNvPr>
          <p:cNvSpPr>
            <a:spLocks noGrp="1"/>
          </p:cNvSpPr>
          <p:nvPr>
            <p:ph type="sldNum" sz="quarter" idx="4"/>
          </p:nvPr>
        </p:nvSpPr>
        <p:spPr>
          <a:xfrm>
            <a:off x="12391316" y="7494814"/>
            <a:ext cx="672598" cy="149492"/>
          </a:xfrm>
          <a:prstGeom prst="rect">
            <a:avLst/>
          </a:prstGeom>
        </p:spPr>
        <p:txBody>
          <a:bodyPr vert="horz" wrap="none" lIns="0" tIns="0" rIns="0" bIns="0" rtlCol="0" anchor="ctr" anchorCtr="0">
            <a:noAutofit/>
          </a:bodyPr>
          <a:lstStyle>
            <a:lvl1pPr>
              <a:defRPr lang="en-US" b="1" smtClean="0">
                <a:solidFill>
                  <a:schemeClr val="accent2"/>
                </a:solidFill>
                <a:latin typeface="Nunito" pitchFamily="2" charset="0"/>
                <a:cs typeface="Arial" panose="020B0604020202020204" pitchFamily="34" charset="0"/>
              </a:defRPr>
            </a:lvl1pPr>
          </a:lstStyle>
          <a:p>
            <a:pPr algn="r" defTabSz="913036">
              <a:spcAft>
                <a:spcPts val="399"/>
              </a:spcAft>
              <a:buClr>
                <a:schemeClr val="tx2"/>
              </a:buClr>
              <a:buSzPct val="115000"/>
            </a:pPr>
            <a:fld id="{D6B5243D-B653-4000-BC65-0C10E5412800}" type="slidenum">
              <a:rPr lang="en-US" smtClean="0"/>
              <a:pPr algn="r" defTabSz="913036">
                <a:spcAft>
                  <a:spcPts val="399"/>
                </a:spcAft>
                <a:buClr>
                  <a:schemeClr val="tx2"/>
                </a:buClr>
                <a:buSzPct val="115000"/>
              </a:pPr>
              <a:t>‹#›</a:t>
            </a:fld>
            <a:endParaRPr lang="en-US"/>
          </a:p>
        </p:txBody>
      </p:sp>
      <p:sp>
        <p:nvSpPr>
          <p:cNvPr id="4" name="Title 3">
            <a:extLst>
              <a:ext uri="{FF2B5EF4-FFF2-40B4-BE49-F238E27FC236}">
                <a16:creationId xmlns:a16="http://schemas.microsoft.com/office/drawing/2014/main" id="{EB040F76-8E6F-0269-29D1-C397BFEF5C8C}"/>
              </a:ext>
            </a:extLst>
          </p:cNvPr>
          <p:cNvSpPr>
            <a:spLocks noGrp="1"/>
          </p:cNvSpPr>
          <p:nvPr>
            <p:ph type="title"/>
          </p:nvPr>
        </p:nvSpPr>
        <p:spPr>
          <a:xfrm>
            <a:off x="753689" y="394290"/>
            <a:ext cx="12310225" cy="422454"/>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13025310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NAV - Section Divider">
    <p:spTree>
      <p:nvGrpSpPr>
        <p:cNvPr id="1" name=""/>
        <p:cNvGrpSpPr/>
        <p:nvPr/>
      </p:nvGrpSpPr>
      <p:grpSpPr>
        <a:xfrm>
          <a:off x="0" y="0"/>
          <a:ext cx="0" cy="0"/>
          <a:chOff x="0" y="0"/>
          <a:chExt cx="0" cy="0"/>
        </a:xfrm>
      </p:grpSpPr>
      <p:sp>
        <p:nvSpPr>
          <p:cNvPr id="4" name="Section - Sequence"/>
          <p:cNvSpPr>
            <a:spLocks noGrp="1"/>
          </p:cNvSpPr>
          <p:nvPr>
            <p:ph type="body" sz="quarter" idx="11" hasCustomPrompt="1"/>
          </p:nvPr>
        </p:nvSpPr>
        <p:spPr>
          <a:xfrm>
            <a:off x="755783" y="3777234"/>
            <a:ext cx="9504920" cy="201168"/>
          </a:xfrm>
          <a:prstGeom prst="rect">
            <a:avLst/>
          </a:prstGeom>
        </p:spPr>
        <p:txBody>
          <a:bodyPr tIns="0">
            <a:noAutofit/>
          </a:bodyPr>
          <a:lstStyle>
            <a:lvl1pPr marL="0" indent="0">
              <a:buNone/>
              <a:defRPr sz="1577" b="1" cap="all" baseline="0">
                <a:solidFill>
                  <a:schemeClr val="accent2"/>
                </a:solidFill>
              </a:defRPr>
            </a:lvl1pPr>
          </a:lstStyle>
          <a:p>
            <a:pPr lvl="0"/>
            <a:r>
              <a:rPr lang="en-US"/>
              <a:t>SECTION [1, 2…]</a:t>
            </a:r>
          </a:p>
        </p:txBody>
      </p:sp>
      <p:sp>
        <p:nvSpPr>
          <p:cNvPr id="2" name="Section - Title"/>
          <p:cNvSpPr>
            <a:spLocks noGrp="1"/>
          </p:cNvSpPr>
          <p:nvPr>
            <p:ph type="title" hasCustomPrompt="1"/>
            <p:custDataLst>
              <p:tags r:id="rId2"/>
            </p:custDataLst>
          </p:nvPr>
        </p:nvSpPr>
        <p:spPr>
          <a:xfrm>
            <a:off x="755781" y="4334261"/>
            <a:ext cx="12310225" cy="512061"/>
          </a:xfrm>
          <a:prstGeom prst="rect">
            <a:avLst/>
          </a:prstGeom>
        </p:spPr>
        <p:txBody>
          <a:bodyPr vert="horz" lIns="0" tIns="0" rIns="0" bIns="0" rtlCol="0" anchor="t" anchorCtr="0">
            <a:noAutofit/>
          </a:bodyPr>
          <a:lstStyle>
            <a:lvl1pPr>
              <a:defRPr kumimoji="0" lang="en-US" sz="3638" i="0" u="none" strike="noStrike" cap="none" spc="0" normalizeH="0" baseline="0" dirty="0">
                <a:ln>
                  <a:noFill/>
                </a:ln>
                <a:solidFill>
                  <a:schemeClr val="tx1"/>
                </a:solidFill>
                <a:effectLst/>
                <a:uLnTx/>
                <a:uFillTx/>
                <a:ea typeface="+mn-ea"/>
              </a:defRPr>
            </a:lvl1pPr>
          </a:lstStyle>
          <a:p>
            <a:pPr marL="0" marR="0" lvl="0" indent="0" defTabSz="1017542" fontAlgn="auto">
              <a:lnSpc>
                <a:spcPct val="100000"/>
              </a:lnSpc>
              <a:spcAft>
                <a:spcPts val="0"/>
              </a:spcAft>
              <a:buClrTx/>
              <a:buSzTx/>
              <a:buFontTx/>
              <a:tabLst/>
            </a:pPr>
            <a:r>
              <a:rPr lang="en-US"/>
              <a:t>Section Title</a:t>
            </a:r>
          </a:p>
        </p:txBody>
      </p:sp>
      <p:sp>
        <p:nvSpPr>
          <p:cNvPr id="8" name="Section - Sub-Title"/>
          <p:cNvSpPr>
            <a:spLocks noGrp="1"/>
          </p:cNvSpPr>
          <p:nvPr>
            <p:ph type="body" sz="quarter" idx="10" hasCustomPrompt="1"/>
          </p:nvPr>
        </p:nvSpPr>
        <p:spPr>
          <a:xfrm>
            <a:off x="755780" y="4928616"/>
            <a:ext cx="12310225" cy="320040"/>
          </a:xfrm>
          <a:prstGeom prst="rect">
            <a:avLst/>
          </a:prstGeom>
        </p:spPr>
        <p:txBody>
          <a:bodyPr lIns="0" tIns="0" rIns="0" bIns="0">
            <a:noAutofit/>
          </a:bodyPr>
          <a:lstStyle>
            <a:lvl1pPr marL="0" indent="0">
              <a:buNone/>
              <a:defRPr sz="2426" b="1" baseline="0">
                <a:solidFill>
                  <a:schemeClr val="tx2"/>
                </a:solidFill>
              </a:defRPr>
            </a:lvl1pPr>
            <a:lvl5pPr>
              <a:defRPr/>
            </a:lvl5pPr>
          </a:lstStyle>
          <a:p>
            <a:pPr lvl="0"/>
            <a:r>
              <a:rPr lang="en-US"/>
              <a:t>Sub-Title (Optional)</a:t>
            </a:r>
          </a:p>
        </p:txBody>
      </p:sp>
      <p:sp>
        <p:nvSpPr>
          <p:cNvPr id="12" name="Presentation - Draft Watermark" hidden="1"/>
          <p:cNvSpPr txBox="1"/>
          <p:nvPr userDrawn="1"/>
        </p:nvSpPr>
        <p:spPr>
          <a:xfrm>
            <a:off x="11933383" y="1051562"/>
            <a:ext cx="1130530" cy="276999"/>
          </a:xfrm>
          <a:prstGeom prst="rect">
            <a:avLst/>
          </a:prstGeom>
          <a:noFill/>
        </p:spPr>
        <p:txBody>
          <a:bodyPr wrap="square" lIns="0" tIns="0" rIns="0" bIns="0" rtlCol="0" anchor="ctr" anchorCtr="0">
            <a:noAutofit/>
          </a:bodyPr>
          <a:lstStyle/>
          <a:p>
            <a:pPr algn="r"/>
            <a:r>
              <a:rPr lang="en-US" sz="2183" b="1" spc="0">
                <a:solidFill>
                  <a:srgbClr val="FF0000"/>
                </a:solidFill>
                <a:latin typeface="+mn-lt"/>
              </a:rPr>
              <a:t>DRAFT</a:t>
            </a:r>
          </a:p>
        </p:txBody>
      </p:sp>
      <p:sp>
        <p:nvSpPr>
          <p:cNvPr id="13" name="Presentation - Disclaimers" hidden="1"/>
          <p:cNvSpPr>
            <a:spLocks noChangeArrowheads="1"/>
          </p:cNvSpPr>
          <p:nvPr userDrawn="1">
            <p:custDataLst>
              <p:tags r:id="rId3"/>
            </p:custDataLst>
          </p:nvPr>
        </p:nvSpPr>
        <p:spPr bwMode="auto">
          <a:xfrm>
            <a:off x="5037677" y="7260336"/>
            <a:ext cx="3768436" cy="143757"/>
          </a:xfrm>
          <a:prstGeom prst="rect">
            <a:avLst/>
          </a:prstGeom>
          <a:noFill/>
          <a:ln w="9525">
            <a:noFill/>
            <a:miter lim="800000"/>
            <a:headEnd/>
            <a:tailEnd/>
          </a:ln>
        </p:spPr>
        <p:txBody>
          <a:bodyPr wrap="square" lIns="0" tIns="0" rIns="0" bIns="0" anchor="t" anchorCtr="0">
            <a:spAutoFit/>
          </a:bodyPr>
          <a:lstStyle/>
          <a:p>
            <a:pPr algn="ctr" defTabSz="1017304">
              <a:lnSpc>
                <a:spcPts val="1198"/>
              </a:lnSpc>
            </a:pPr>
            <a:endParaRPr lang="en-US" sz="970" b="1" cap="all">
              <a:solidFill>
                <a:srgbClr val="FF0000"/>
              </a:solidFill>
              <a:latin typeface="Arial" panose="020B0604020202020204" pitchFamily="34" charset="0"/>
              <a:cs typeface="Arial" panose="020B0604020202020204" pitchFamily="34" charset="0"/>
            </a:endParaRPr>
          </a:p>
        </p:txBody>
      </p:sp>
      <p:sp>
        <p:nvSpPr>
          <p:cNvPr id="9" name="Logo - Client 1" hidden="1"/>
          <p:cNvSpPr>
            <a:spLocks/>
          </p:cNvSpPr>
          <p:nvPr userDrawn="1"/>
        </p:nvSpPr>
        <p:spPr>
          <a:xfrm>
            <a:off x="11656999" y="643317"/>
            <a:ext cx="1256669" cy="31089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70">
                <a:solidFill>
                  <a:schemeClr val="tx1"/>
                </a:solidFill>
              </a:rPr>
              <a:t>Client Logo</a:t>
            </a:r>
          </a:p>
        </p:txBody>
      </p:sp>
      <p:sp>
        <p:nvSpPr>
          <p:cNvPr id="3" name="Slide Number Placeholder 1">
            <a:extLst>
              <a:ext uri="{FF2B5EF4-FFF2-40B4-BE49-F238E27FC236}">
                <a16:creationId xmlns:a16="http://schemas.microsoft.com/office/drawing/2014/main" id="{92D2B0C1-D0A8-2B23-6D4D-F694A561CCA6}"/>
              </a:ext>
            </a:extLst>
          </p:cNvPr>
          <p:cNvSpPr>
            <a:spLocks noGrp="1"/>
          </p:cNvSpPr>
          <p:nvPr>
            <p:ph type="sldNum" sz="quarter" idx="4"/>
          </p:nvPr>
        </p:nvSpPr>
        <p:spPr>
          <a:xfrm>
            <a:off x="12391316" y="7494814"/>
            <a:ext cx="672598" cy="149492"/>
          </a:xfrm>
          <a:prstGeom prst="rect">
            <a:avLst/>
          </a:prstGeom>
        </p:spPr>
        <p:txBody>
          <a:bodyPr vert="horz" wrap="none" lIns="0" tIns="0" rIns="0" bIns="0" rtlCol="0" anchor="ctr" anchorCtr="0">
            <a:noAutofit/>
          </a:bodyPr>
          <a:lstStyle>
            <a:lvl1pPr>
              <a:defRPr lang="en-US" b="1" smtClean="0">
                <a:solidFill>
                  <a:schemeClr val="accent2"/>
                </a:solidFill>
                <a:latin typeface="Nunito" pitchFamily="2" charset="0"/>
                <a:cs typeface="Arial" panose="020B0604020202020204" pitchFamily="34" charset="0"/>
              </a:defRPr>
            </a:lvl1pPr>
          </a:lstStyle>
          <a:p>
            <a:pPr algn="r" defTabSz="913036">
              <a:spcAft>
                <a:spcPts val="399"/>
              </a:spcAft>
              <a:buClr>
                <a:schemeClr val="tx2"/>
              </a:buClr>
              <a:buSzPct val="115000"/>
            </a:pPr>
            <a:fld id="{D6B5243D-B653-4000-BC65-0C10E5412800}" type="slidenum">
              <a:rPr lang="en-US" smtClean="0"/>
              <a:pPr algn="r" defTabSz="913036">
                <a:spcAft>
                  <a:spcPts val="399"/>
                </a:spcAft>
                <a:buClr>
                  <a:schemeClr val="tx2"/>
                </a:buClr>
                <a:buSzPct val="115000"/>
              </a:pPr>
              <a:t>‹#›</a:t>
            </a:fld>
            <a:endParaRPr lang="en-US"/>
          </a:p>
        </p:txBody>
      </p:sp>
    </p:spTree>
    <p:extLst>
      <p:ext uri="{BB962C8B-B14F-4D97-AF65-F5344CB8AC3E}">
        <p14:creationId xmlns:p14="http://schemas.microsoft.com/office/powerpoint/2010/main" val="27162906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4"/>
          </p:nvPr>
        </p:nvSpPr>
        <p:spPr>
          <a:xfrm>
            <a:off x="448969" y="2109724"/>
            <a:ext cx="12665147" cy="4449408"/>
          </a:xfrm>
        </p:spPr>
        <p:txBody>
          <a:bodyPr/>
          <a:lstStyle>
            <a:lvl1pPr marL="0"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1pPr>
            <a:lvl2pPr marL="313624"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2894"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0873"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58855"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stStyle>
          <a:p>
            <a:pPr lvl="0"/>
            <a:r>
              <a:rPr lang="en-US"/>
              <a:t>Click to edit Master text styles</a:t>
            </a:r>
          </a:p>
        </p:txBody>
      </p:sp>
      <p:sp>
        <p:nvSpPr>
          <p:cNvPr id="4" name="Title 1">
            <a:extLst>
              <a:ext uri="{FF2B5EF4-FFF2-40B4-BE49-F238E27FC236}">
                <a16:creationId xmlns:a16="http://schemas.microsoft.com/office/drawing/2014/main" id="{3F554D3B-7E12-E45B-03C1-A3940395A463}"/>
              </a:ext>
            </a:extLst>
          </p:cNvPr>
          <p:cNvSpPr>
            <a:spLocks noGrp="1"/>
          </p:cNvSpPr>
          <p:nvPr>
            <p:ph type="title"/>
          </p:nvPr>
        </p:nvSpPr>
        <p:spPr>
          <a:xfrm>
            <a:off x="448970" y="765693"/>
            <a:ext cx="12665147" cy="447575"/>
          </a:xfrm>
        </p:spPr>
        <p:txBody>
          <a:bodyPr/>
          <a:lstStyle>
            <a:lvl1pPr>
              <a:defRPr sz="3196">
                <a:solidFill>
                  <a:schemeClr val="accent1"/>
                </a:solidFill>
              </a:defRPr>
            </a:lvl1pPr>
          </a:lstStyle>
          <a:p>
            <a:r>
              <a:rPr lang="en-US"/>
              <a:t>Click to edit Master title style</a:t>
            </a:r>
            <a:endParaRPr lang="en-CA"/>
          </a:p>
        </p:txBody>
      </p:sp>
      <p:sp>
        <p:nvSpPr>
          <p:cNvPr id="5" name="Rectangle 13">
            <a:extLst>
              <a:ext uri="{FF2B5EF4-FFF2-40B4-BE49-F238E27FC236}">
                <a16:creationId xmlns:a16="http://schemas.microsoft.com/office/drawing/2014/main" id="{B74BB418-B73B-947C-6532-DFCBDA2D035F}"/>
              </a:ext>
            </a:extLst>
          </p:cNvPr>
          <p:cNvSpPr>
            <a:spLocks noGrp="1" noChangeArrowheads="1"/>
          </p:cNvSpPr>
          <p:nvPr>
            <p:ph type="subTitle" idx="1"/>
          </p:nvPr>
        </p:nvSpPr>
        <p:spPr>
          <a:xfrm>
            <a:off x="448970" y="1291216"/>
            <a:ext cx="12665147" cy="310414"/>
          </a:xfrm>
        </p:spPr>
        <p:txBody>
          <a:bodyPr lIns="0" tIns="0" rIns="0" bIns="0"/>
          <a:lstStyle>
            <a:lvl1pPr marL="0" indent="0" algn="l">
              <a:lnSpc>
                <a:spcPct val="100000"/>
              </a:lnSpc>
              <a:spcBef>
                <a:spcPct val="0"/>
              </a:spcBef>
              <a:buClrTx/>
              <a:buSzTx/>
              <a:buFontTx/>
              <a:buNone/>
              <a:defRPr sz="1797">
                <a:solidFill>
                  <a:schemeClr val="accent2"/>
                </a:solidFill>
                <a:latin typeface="+mn-lt"/>
              </a:defRPr>
            </a:lvl1pPr>
          </a:lstStyle>
          <a:p>
            <a:r>
              <a:rPr lang="en-US"/>
              <a:t>Click to edit Master subtitle style</a:t>
            </a:r>
            <a:endParaRPr lang="en-CA"/>
          </a:p>
        </p:txBody>
      </p:sp>
      <p:sp>
        <p:nvSpPr>
          <p:cNvPr id="2" name="Footer Placeholder 4">
            <a:extLst>
              <a:ext uri="{FF2B5EF4-FFF2-40B4-BE49-F238E27FC236}">
                <a16:creationId xmlns:a16="http://schemas.microsoft.com/office/drawing/2014/main" id="{66BC69EB-9759-59FE-2DFC-9B770C7C04B0}"/>
              </a:ext>
            </a:extLst>
          </p:cNvPr>
          <p:cNvSpPr>
            <a:spLocks noGrp="1"/>
          </p:cNvSpPr>
          <p:nvPr>
            <p:ph type="ftr" sz="quarter" idx="3"/>
          </p:nvPr>
        </p:nvSpPr>
        <p:spPr>
          <a:xfrm>
            <a:off x="448969" y="6947496"/>
            <a:ext cx="1315157" cy="193182"/>
          </a:xfrm>
          <a:prstGeom prst="rect">
            <a:avLst/>
          </a:prstGeom>
        </p:spPr>
        <p:txBody>
          <a:bodyPr vert="horz" lIns="0" tIns="45720" rIns="0" bIns="45720" rtlCol="0" anchor="t"/>
          <a:lstStyle>
            <a:lvl1pPr algn="l">
              <a:defRPr sz="599">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Copyright 2023 Accelerant</a:t>
            </a:r>
          </a:p>
        </p:txBody>
      </p:sp>
      <p:sp>
        <p:nvSpPr>
          <p:cNvPr id="3" name="Slide Number Placeholder 1">
            <a:extLst>
              <a:ext uri="{FF2B5EF4-FFF2-40B4-BE49-F238E27FC236}">
                <a16:creationId xmlns:a16="http://schemas.microsoft.com/office/drawing/2014/main" id="{37216C64-238B-35F4-91A4-5750D5A48D0C}"/>
              </a:ext>
            </a:extLst>
          </p:cNvPr>
          <p:cNvSpPr>
            <a:spLocks noGrp="1"/>
          </p:cNvSpPr>
          <p:nvPr>
            <p:ph type="sldNum" sz="quarter" idx="4"/>
          </p:nvPr>
        </p:nvSpPr>
        <p:spPr>
          <a:xfrm>
            <a:off x="12391316" y="7494814"/>
            <a:ext cx="672598" cy="149492"/>
          </a:xfrm>
          <a:prstGeom prst="rect">
            <a:avLst/>
          </a:prstGeom>
        </p:spPr>
        <p:txBody>
          <a:bodyPr vert="horz" wrap="none" lIns="0" tIns="0" rIns="0" bIns="0" rtlCol="0" anchor="ctr" anchorCtr="0">
            <a:noAutofit/>
          </a:bodyPr>
          <a:lstStyle>
            <a:lvl1pPr>
              <a:defRPr lang="en-US" b="1" smtClean="0">
                <a:solidFill>
                  <a:schemeClr val="accent2"/>
                </a:solidFill>
                <a:latin typeface="Nunito" pitchFamily="2" charset="0"/>
                <a:cs typeface="Arial" panose="020B0604020202020204" pitchFamily="34" charset="0"/>
              </a:defRPr>
            </a:lvl1pPr>
          </a:lstStyle>
          <a:p>
            <a:pPr algn="r" defTabSz="913036">
              <a:spcAft>
                <a:spcPts val="399"/>
              </a:spcAft>
              <a:buClr>
                <a:schemeClr val="tx2"/>
              </a:buClr>
              <a:buSzPct val="115000"/>
            </a:pPr>
            <a:fld id="{D6B5243D-B653-4000-BC65-0C10E5412800}" type="slidenum">
              <a:rPr lang="en-US" smtClean="0"/>
              <a:pPr algn="r" defTabSz="913036">
                <a:spcAft>
                  <a:spcPts val="399"/>
                </a:spcAft>
                <a:buClr>
                  <a:schemeClr val="tx2"/>
                </a:buClr>
                <a:buSzPct val="115000"/>
              </a:pPr>
              <a:t>‹#›</a:t>
            </a:fld>
            <a:endParaRPr lang="en-US"/>
          </a:p>
        </p:txBody>
      </p:sp>
    </p:spTree>
    <p:extLst>
      <p:ext uri="{BB962C8B-B14F-4D97-AF65-F5344CB8AC3E}">
        <p14:creationId xmlns:p14="http://schemas.microsoft.com/office/powerpoint/2010/main" val="1133315846"/>
      </p:ext>
    </p:extLst>
  </p:cSld>
  <p:clrMapOvr>
    <a:masterClrMapping/>
  </p:clrMapOvr>
  <p:extLst>
    <p:ext uri="{DCECCB84-F9BA-43D5-87BE-67443E8EF086}">
      <p15:sldGuideLst xmlns:p15="http://schemas.microsoft.com/office/powerpoint/2012/main">
        <p15:guide id="1" orient="horz" pos="2448">
          <p15:clr>
            <a:srgbClr val="FBAE40"/>
          </p15:clr>
        </p15:guide>
        <p15:guide id="2" pos="435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vider P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0F9FEEA-5021-F866-E8A5-8C3DAAF92FD5}"/>
              </a:ext>
            </a:extLst>
          </p:cNvPr>
          <p:cNvSpPr>
            <a:spLocks noGrp="1"/>
          </p:cNvSpPr>
          <p:nvPr>
            <p:ph type="title"/>
          </p:nvPr>
        </p:nvSpPr>
        <p:spPr>
          <a:xfrm>
            <a:off x="448970" y="765693"/>
            <a:ext cx="12665147" cy="447575"/>
          </a:xfrm>
        </p:spPr>
        <p:txBody>
          <a:bodyPr/>
          <a:lstStyle>
            <a:lvl1pPr>
              <a:defRPr sz="3196">
                <a:solidFill>
                  <a:schemeClr val="accent1"/>
                </a:solidFill>
              </a:defRPr>
            </a:lvl1pPr>
          </a:lstStyle>
          <a:p>
            <a:r>
              <a:rPr lang="en-US"/>
              <a:t>Click to edit Master title style</a:t>
            </a:r>
            <a:endParaRPr lang="en-CA"/>
          </a:p>
        </p:txBody>
      </p:sp>
      <p:sp>
        <p:nvSpPr>
          <p:cNvPr id="11" name="Rectangle 13">
            <a:extLst>
              <a:ext uri="{FF2B5EF4-FFF2-40B4-BE49-F238E27FC236}">
                <a16:creationId xmlns:a16="http://schemas.microsoft.com/office/drawing/2014/main" id="{D618CFFD-1DE8-7119-8154-1C30162335B0}"/>
              </a:ext>
            </a:extLst>
          </p:cNvPr>
          <p:cNvSpPr>
            <a:spLocks noGrp="1" noChangeArrowheads="1"/>
          </p:cNvSpPr>
          <p:nvPr>
            <p:ph type="subTitle" idx="1"/>
          </p:nvPr>
        </p:nvSpPr>
        <p:spPr>
          <a:xfrm>
            <a:off x="448970" y="1291216"/>
            <a:ext cx="12665147" cy="310414"/>
          </a:xfrm>
        </p:spPr>
        <p:txBody>
          <a:bodyPr lIns="0" tIns="0" rIns="0" bIns="0"/>
          <a:lstStyle>
            <a:lvl1pPr marL="0" indent="0" algn="l">
              <a:lnSpc>
                <a:spcPct val="100000"/>
              </a:lnSpc>
              <a:spcBef>
                <a:spcPct val="0"/>
              </a:spcBef>
              <a:buClrTx/>
              <a:buSzTx/>
              <a:buFontTx/>
              <a:buNone/>
              <a:defRPr sz="1797">
                <a:solidFill>
                  <a:schemeClr val="accent2"/>
                </a:solidFill>
                <a:latin typeface="+mn-lt"/>
              </a:defRPr>
            </a:lvl1pPr>
          </a:lstStyle>
          <a:p>
            <a:r>
              <a:rPr lang="en-US"/>
              <a:t>Click to edit Master subtitle style</a:t>
            </a:r>
            <a:endParaRPr lang="en-CA"/>
          </a:p>
        </p:txBody>
      </p:sp>
      <p:sp>
        <p:nvSpPr>
          <p:cNvPr id="3" name="Content Placeholder 5">
            <a:extLst>
              <a:ext uri="{FF2B5EF4-FFF2-40B4-BE49-F238E27FC236}">
                <a16:creationId xmlns:a16="http://schemas.microsoft.com/office/drawing/2014/main" id="{DCA28600-C56C-F2DC-FAF8-34C389EE698C}"/>
              </a:ext>
            </a:extLst>
          </p:cNvPr>
          <p:cNvSpPr>
            <a:spLocks noGrp="1"/>
          </p:cNvSpPr>
          <p:nvPr>
            <p:ph sz="quarter" idx="14"/>
          </p:nvPr>
        </p:nvSpPr>
        <p:spPr>
          <a:xfrm>
            <a:off x="448969" y="2109724"/>
            <a:ext cx="12665147" cy="4449408"/>
          </a:xfrm>
        </p:spPr>
        <p:txBody>
          <a:bodyPr/>
          <a:lstStyle>
            <a:lvl1pPr marL="0"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1pPr>
            <a:lvl2pPr marL="313624"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2894"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0873"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58855"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42941373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angle 13"/>
          <p:cNvSpPr>
            <a:spLocks noGrp="1" noChangeArrowheads="1"/>
          </p:cNvSpPr>
          <p:nvPr>
            <p:ph type="subTitle" idx="1"/>
          </p:nvPr>
        </p:nvSpPr>
        <p:spPr>
          <a:xfrm>
            <a:off x="886176" y="5308354"/>
            <a:ext cx="11807729" cy="591207"/>
          </a:xfrm>
        </p:spPr>
        <p:txBody>
          <a:bodyPr lIns="0" tIns="0" rIns="0" bIns="0"/>
          <a:lstStyle>
            <a:lvl1pPr marL="0" indent="0" algn="ctr">
              <a:lnSpc>
                <a:spcPct val="100000"/>
              </a:lnSpc>
              <a:spcBef>
                <a:spcPct val="0"/>
              </a:spcBef>
              <a:buClrTx/>
              <a:buSzTx/>
              <a:buFontTx/>
              <a:buNone/>
              <a:defRPr sz="2396">
                <a:solidFill>
                  <a:schemeClr val="bg1"/>
                </a:solidFill>
                <a:latin typeface="Arial" panose="020B0604020202020204" pitchFamily="34" charset="0"/>
                <a:cs typeface="Arial" panose="020B0604020202020204" pitchFamily="34" charset="0"/>
              </a:defRPr>
            </a:lvl1pPr>
          </a:lstStyle>
          <a:p>
            <a:r>
              <a:rPr lang="en-US"/>
              <a:t>Click to edit Master subtitle style</a:t>
            </a:r>
            <a:endParaRPr lang="en-CA"/>
          </a:p>
        </p:txBody>
      </p:sp>
      <p:sp>
        <p:nvSpPr>
          <p:cNvPr id="12" name="Title 1"/>
          <p:cNvSpPr>
            <a:spLocks noGrp="1"/>
          </p:cNvSpPr>
          <p:nvPr>
            <p:ph type="ctrTitle" sz="quarter"/>
          </p:nvPr>
        </p:nvSpPr>
        <p:spPr>
          <a:xfrm>
            <a:off x="886178" y="4301590"/>
            <a:ext cx="11792721" cy="879684"/>
          </a:xfrm>
          <a:prstGeom prst="rect">
            <a:avLst/>
          </a:prstGeom>
        </p:spPr>
        <p:txBody>
          <a:bodyPr lIns="0" tIns="0" rIns="0" anchor="b">
            <a:noAutofit/>
          </a:bodyPr>
          <a:lstStyle>
            <a:lvl1pPr algn="ctr">
              <a:lnSpc>
                <a:spcPct val="100000"/>
              </a:lnSpc>
              <a:defRPr sz="3995"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CA"/>
          </a:p>
        </p:txBody>
      </p:sp>
      <p:pic>
        <p:nvPicPr>
          <p:cNvPr id="10" name="Picture 9" descr="Text, logo&#10;&#10;Description automatically generated">
            <a:extLst>
              <a:ext uri="{FF2B5EF4-FFF2-40B4-BE49-F238E27FC236}">
                <a16:creationId xmlns:a16="http://schemas.microsoft.com/office/drawing/2014/main" id="{B2465830-A6EE-3385-60FD-A7739B81331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54187" y="2254394"/>
            <a:ext cx="6945085" cy="1977514"/>
          </a:xfrm>
          <a:prstGeom prst="rect">
            <a:avLst/>
          </a:prstGeom>
        </p:spPr>
      </p:pic>
      <p:sp>
        <p:nvSpPr>
          <p:cNvPr id="3" name="Footer Placeholder 4">
            <a:extLst>
              <a:ext uri="{FF2B5EF4-FFF2-40B4-BE49-F238E27FC236}">
                <a16:creationId xmlns:a16="http://schemas.microsoft.com/office/drawing/2014/main" id="{81BCE377-03FD-C031-B3B8-589930B4C090}"/>
              </a:ext>
            </a:extLst>
          </p:cNvPr>
          <p:cNvSpPr>
            <a:spLocks noGrp="1"/>
          </p:cNvSpPr>
          <p:nvPr>
            <p:ph type="ftr" sz="quarter" idx="3"/>
          </p:nvPr>
        </p:nvSpPr>
        <p:spPr>
          <a:xfrm>
            <a:off x="448969" y="6947496"/>
            <a:ext cx="1315157" cy="193182"/>
          </a:xfrm>
          <a:prstGeom prst="rect">
            <a:avLst/>
          </a:prstGeom>
        </p:spPr>
        <p:txBody>
          <a:bodyPr vert="horz" lIns="0" tIns="45720" rIns="0" bIns="45720" rtlCol="0" anchor="t"/>
          <a:lstStyle>
            <a:lvl1pPr algn="l">
              <a:defRPr sz="599">
                <a:solidFill>
                  <a:schemeClr val="bg1"/>
                </a:solidFill>
                <a:latin typeface="Arial" panose="020B0604020202020204" pitchFamily="34" charset="0"/>
                <a:ea typeface="Roboto Lt" panose="02000000000000000000" pitchFamily="2" charset="0"/>
                <a:cs typeface="Arial" panose="020B0604020202020204" pitchFamily="34" charset="0"/>
              </a:defRPr>
            </a:lvl1pPr>
          </a:lstStyle>
          <a:p>
            <a:r>
              <a:rPr lang="en-CA"/>
              <a:t>Copyright 2023 Accelerant</a:t>
            </a:r>
          </a:p>
        </p:txBody>
      </p:sp>
    </p:spTree>
    <p:extLst>
      <p:ext uri="{BB962C8B-B14F-4D97-AF65-F5344CB8AC3E}">
        <p14:creationId xmlns:p14="http://schemas.microsoft.com/office/powerpoint/2010/main" val="27931012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128FA7C6-D37F-D86C-79A2-A7E91642CB02}"/>
              </a:ext>
            </a:extLst>
          </p:cNvPr>
          <p:cNvSpPr/>
          <p:nvPr userDrawn="1">
            <p:custDataLst>
              <p:tags r:id="rId1"/>
            </p:custDataLst>
          </p:nvPr>
        </p:nvSpPr>
        <p:spPr>
          <a:xfrm>
            <a:off x="0" y="1"/>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997"/>
          </a:p>
        </p:txBody>
      </p:sp>
      <p:sp>
        <p:nvSpPr>
          <p:cNvPr id="2" name="Date Placeholder 1">
            <a:extLst>
              <a:ext uri="{FF2B5EF4-FFF2-40B4-BE49-F238E27FC236}">
                <a16:creationId xmlns:a16="http://schemas.microsoft.com/office/drawing/2014/main" id="{53ABB85D-76AF-0E03-DA5B-19230C79D99F}"/>
              </a:ext>
            </a:extLst>
          </p:cNvPr>
          <p:cNvSpPr>
            <a:spLocks noGrp="1"/>
          </p:cNvSpPr>
          <p:nvPr>
            <p:ph type="dt" sz="half" idx="10"/>
          </p:nvPr>
        </p:nvSpPr>
        <p:spPr>
          <a:xfrm>
            <a:off x="949326" y="7204074"/>
            <a:ext cx="3109913" cy="414339"/>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D4F8C5CE-0067-0D15-9E30-08CAC2E81E23}"/>
              </a:ext>
            </a:extLst>
          </p:cNvPr>
          <p:cNvSpPr>
            <a:spLocks noGrp="1"/>
          </p:cNvSpPr>
          <p:nvPr>
            <p:ph type="ftr" sz="quarter" idx="11"/>
          </p:nvPr>
        </p:nvSpPr>
        <p:spPr>
          <a:xfrm>
            <a:off x="4576764" y="7204074"/>
            <a:ext cx="4664075" cy="414339"/>
          </a:xfrm>
          <a:prstGeom prst="rect">
            <a:avLst/>
          </a:prstGeom>
        </p:spPr>
        <p:txBody>
          <a:bodyPr/>
          <a:lstStyle/>
          <a:p>
            <a:r>
              <a:rPr lang="en-US"/>
              <a:t>Copyright 2023 Accelerant</a:t>
            </a:r>
          </a:p>
        </p:txBody>
      </p:sp>
      <p:sp>
        <p:nvSpPr>
          <p:cNvPr id="4" name="Slide Number Placeholder 3">
            <a:extLst>
              <a:ext uri="{FF2B5EF4-FFF2-40B4-BE49-F238E27FC236}">
                <a16:creationId xmlns:a16="http://schemas.microsoft.com/office/drawing/2014/main" id="{8A7AF53B-4034-310E-C5B7-D630D013236E}"/>
              </a:ext>
            </a:extLst>
          </p:cNvPr>
          <p:cNvSpPr>
            <a:spLocks noGrp="1"/>
          </p:cNvSpPr>
          <p:nvPr>
            <p:ph type="sldNum" sz="quarter" idx="12"/>
          </p:nvPr>
        </p:nvSpPr>
        <p:spPr>
          <a:xfrm>
            <a:off x="9758363" y="7204074"/>
            <a:ext cx="3109912" cy="414339"/>
          </a:xfrm>
          <a:prstGeom prst="rect">
            <a:avLst/>
          </a:prstGeom>
        </p:spPr>
        <p:txBody>
          <a:bodyPr/>
          <a:lstStyle/>
          <a:p>
            <a:fld id="{5365E80D-D77D-1048-BB64-4FD1792BEDA6}" type="slidenum">
              <a:rPr lang="en-US" smtClean="0"/>
              <a:t>‹#›</a:t>
            </a:fld>
            <a:endParaRPr lang="en-US"/>
          </a:p>
        </p:txBody>
      </p:sp>
    </p:spTree>
    <p:extLst>
      <p:ext uri="{BB962C8B-B14F-4D97-AF65-F5344CB8AC3E}">
        <p14:creationId xmlns:p14="http://schemas.microsoft.com/office/powerpoint/2010/main" val="30318059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2_Title Slide">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5" name="Rectangle 13">
            <a:extLst>
              <a:ext uri="{FF2B5EF4-FFF2-40B4-BE49-F238E27FC236}">
                <a16:creationId xmlns:a16="http://schemas.microsoft.com/office/drawing/2014/main" id="{AF915531-6480-C298-A69C-34F33CD5BDD2}"/>
              </a:ext>
            </a:extLst>
          </p:cNvPr>
          <p:cNvSpPr>
            <a:spLocks noGrp="1" noChangeArrowheads="1"/>
          </p:cNvSpPr>
          <p:nvPr>
            <p:ph type="subTitle" idx="1"/>
          </p:nvPr>
        </p:nvSpPr>
        <p:spPr>
          <a:xfrm>
            <a:off x="886176" y="4040474"/>
            <a:ext cx="11807729" cy="591207"/>
          </a:xfrm>
        </p:spPr>
        <p:txBody>
          <a:bodyPr lIns="0" tIns="0" rIns="0" bIns="0"/>
          <a:lstStyle>
            <a:lvl1pPr marL="0" indent="0" algn="ctr">
              <a:lnSpc>
                <a:spcPct val="100000"/>
              </a:lnSpc>
              <a:spcBef>
                <a:spcPct val="0"/>
              </a:spcBef>
              <a:buClrTx/>
              <a:buSzTx/>
              <a:buFontTx/>
              <a:buNone/>
              <a:defRPr sz="3196">
                <a:solidFill>
                  <a:schemeClr val="bg1"/>
                </a:solidFill>
                <a:latin typeface="Arial" panose="020B0604020202020204" pitchFamily="34" charset="0"/>
                <a:cs typeface="Arial" panose="020B0604020202020204" pitchFamily="34" charset="0"/>
              </a:defRPr>
            </a:lvl1pPr>
          </a:lstStyle>
          <a:p>
            <a:r>
              <a:rPr lang="en-US"/>
              <a:t>Click to edit Master subtitle style</a:t>
            </a:r>
            <a:endParaRPr lang="en-CA"/>
          </a:p>
        </p:txBody>
      </p:sp>
      <p:sp>
        <p:nvSpPr>
          <p:cNvPr id="7" name="Title 1">
            <a:extLst>
              <a:ext uri="{FF2B5EF4-FFF2-40B4-BE49-F238E27FC236}">
                <a16:creationId xmlns:a16="http://schemas.microsoft.com/office/drawing/2014/main" id="{CF3C0985-02E3-7FF6-BAC7-7C9C3752B21A}"/>
              </a:ext>
            </a:extLst>
          </p:cNvPr>
          <p:cNvSpPr>
            <a:spLocks noGrp="1"/>
          </p:cNvSpPr>
          <p:nvPr>
            <p:ph type="ctrTitle" sz="quarter" hasCustomPrompt="1"/>
          </p:nvPr>
        </p:nvSpPr>
        <p:spPr>
          <a:xfrm>
            <a:off x="886178" y="3006516"/>
            <a:ext cx="11792721" cy="879684"/>
          </a:xfrm>
          <a:prstGeom prst="rect">
            <a:avLst/>
          </a:prstGeom>
        </p:spPr>
        <p:txBody>
          <a:bodyPr lIns="0" tIns="0" rIns="0" anchor="b">
            <a:noAutofit/>
          </a:bodyPr>
          <a:lstStyle>
            <a:lvl1pPr algn="ctr">
              <a:lnSpc>
                <a:spcPct val="100000"/>
              </a:lnSpc>
              <a:defRPr sz="5992" baseline="0">
                <a:solidFill>
                  <a:schemeClr val="bg1"/>
                </a:solidFill>
                <a:latin typeface="Arial" panose="020B0604020202020204" pitchFamily="34" charset="0"/>
                <a:cs typeface="Arial" panose="020B0604020202020204" pitchFamily="34" charset="0"/>
              </a:defRPr>
            </a:lvl1pPr>
          </a:lstStyle>
          <a:p>
            <a:r>
              <a:rPr lang="en-US"/>
              <a:t>Section Divider</a:t>
            </a:r>
            <a:endParaRPr lang="en-CA"/>
          </a:p>
        </p:txBody>
      </p:sp>
      <p:pic>
        <p:nvPicPr>
          <p:cNvPr id="10" name="Picture 9" descr="Text, logo&#10;&#10;Description automatically generated">
            <a:extLst>
              <a:ext uri="{FF2B5EF4-FFF2-40B4-BE49-F238E27FC236}">
                <a16:creationId xmlns:a16="http://schemas.microsoft.com/office/drawing/2014/main" id="{C71418D3-293B-7467-4B77-39A702184A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457552" y="6845076"/>
            <a:ext cx="2076394" cy="557347"/>
          </a:xfrm>
          <a:prstGeom prst="rect">
            <a:avLst/>
          </a:prstGeom>
        </p:spPr>
      </p:pic>
      <p:sp>
        <p:nvSpPr>
          <p:cNvPr id="3" name="Footer Placeholder 4">
            <a:extLst>
              <a:ext uri="{FF2B5EF4-FFF2-40B4-BE49-F238E27FC236}">
                <a16:creationId xmlns:a16="http://schemas.microsoft.com/office/drawing/2014/main" id="{643D55AC-DACB-5D15-63EA-4CD5B16BB438}"/>
              </a:ext>
            </a:extLst>
          </p:cNvPr>
          <p:cNvSpPr>
            <a:spLocks noGrp="1"/>
          </p:cNvSpPr>
          <p:nvPr>
            <p:ph type="ftr" sz="quarter" idx="3"/>
          </p:nvPr>
        </p:nvSpPr>
        <p:spPr>
          <a:xfrm>
            <a:off x="448969" y="6947496"/>
            <a:ext cx="1315157" cy="193182"/>
          </a:xfrm>
          <a:prstGeom prst="rect">
            <a:avLst/>
          </a:prstGeom>
        </p:spPr>
        <p:txBody>
          <a:bodyPr vert="horz" lIns="0" tIns="45720" rIns="0" bIns="45720" rtlCol="0" anchor="t"/>
          <a:lstStyle>
            <a:lvl1pPr algn="l">
              <a:defRPr sz="599">
                <a:solidFill>
                  <a:schemeClr val="bg1"/>
                </a:solidFill>
                <a:latin typeface="Arial" panose="020B0604020202020204" pitchFamily="34" charset="0"/>
                <a:ea typeface="Roboto Lt" panose="02000000000000000000" pitchFamily="2" charset="0"/>
                <a:cs typeface="Arial" panose="020B0604020202020204" pitchFamily="34" charset="0"/>
              </a:defRPr>
            </a:lvl1pPr>
          </a:lstStyle>
          <a:p>
            <a:r>
              <a:rPr lang="en-CA"/>
              <a:t>Copyright 2023 Accelerant</a:t>
            </a:r>
          </a:p>
        </p:txBody>
      </p:sp>
    </p:spTree>
    <p:extLst>
      <p:ext uri="{BB962C8B-B14F-4D97-AF65-F5344CB8AC3E}">
        <p14:creationId xmlns:p14="http://schemas.microsoft.com/office/powerpoint/2010/main" val="31633454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Header_Subtitle_Conten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0F9FEEA-5021-F866-E8A5-8C3DAAF92FD5}"/>
              </a:ext>
            </a:extLst>
          </p:cNvPr>
          <p:cNvSpPr>
            <a:spLocks noGrp="1"/>
          </p:cNvSpPr>
          <p:nvPr>
            <p:ph type="title"/>
          </p:nvPr>
        </p:nvSpPr>
        <p:spPr>
          <a:xfrm>
            <a:off x="448970" y="765694"/>
            <a:ext cx="12665147" cy="447575"/>
          </a:xfrm>
        </p:spPr>
        <p:txBody>
          <a:bodyPr/>
          <a:lstStyle>
            <a:lvl1pPr>
              <a:defRPr sz="3196">
                <a:solidFill>
                  <a:schemeClr val="accent1"/>
                </a:solidFill>
              </a:defRPr>
            </a:lvl1pPr>
          </a:lstStyle>
          <a:p>
            <a:r>
              <a:rPr lang="en-US"/>
              <a:t>Click to edit Master title style</a:t>
            </a:r>
            <a:endParaRPr lang="en-CA"/>
          </a:p>
        </p:txBody>
      </p:sp>
      <p:sp>
        <p:nvSpPr>
          <p:cNvPr id="3" name="Content Placeholder 5">
            <a:extLst>
              <a:ext uri="{FF2B5EF4-FFF2-40B4-BE49-F238E27FC236}">
                <a16:creationId xmlns:a16="http://schemas.microsoft.com/office/drawing/2014/main" id="{DCA28600-C56C-F2DC-FAF8-34C389EE698C}"/>
              </a:ext>
            </a:extLst>
          </p:cNvPr>
          <p:cNvSpPr>
            <a:spLocks noGrp="1"/>
          </p:cNvSpPr>
          <p:nvPr>
            <p:ph sz="quarter" idx="14"/>
          </p:nvPr>
        </p:nvSpPr>
        <p:spPr>
          <a:xfrm>
            <a:off x="448970" y="1290646"/>
            <a:ext cx="12665147" cy="5268487"/>
          </a:xfrm>
        </p:spPr>
        <p:txBody>
          <a:bodyPr/>
          <a:lstStyle>
            <a:lvl1pPr marL="0"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1pPr>
            <a:lvl2pPr marL="313631"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2909"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0896"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58885" indent="0">
              <a:buNone/>
              <a:defRPr sz="1598">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stStyle>
          <a:p>
            <a:pPr lvl="0"/>
            <a:r>
              <a:rPr lang="en-US"/>
              <a:t>Click to edit Master text styles</a:t>
            </a:r>
          </a:p>
        </p:txBody>
      </p:sp>
      <p:sp>
        <p:nvSpPr>
          <p:cNvPr id="12" name="Footer Placeholder 4">
            <a:extLst>
              <a:ext uri="{FF2B5EF4-FFF2-40B4-BE49-F238E27FC236}">
                <a16:creationId xmlns:a16="http://schemas.microsoft.com/office/drawing/2014/main" id="{C78773EE-71B0-AE59-BE43-368422C059E3}"/>
              </a:ext>
            </a:extLst>
          </p:cNvPr>
          <p:cNvSpPr>
            <a:spLocks noGrp="1"/>
          </p:cNvSpPr>
          <p:nvPr>
            <p:ph type="ftr" sz="quarter" idx="3"/>
          </p:nvPr>
        </p:nvSpPr>
        <p:spPr>
          <a:xfrm>
            <a:off x="448970" y="7240599"/>
            <a:ext cx="12392853" cy="359833"/>
          </a:xfrm>
          <a:prstGeom prst="rect">
            <a:avLst/>
          </a:prstGeom>
        </p:spPr>
        <p:txBody>
          <a:bodyPr vert="horz" lIns="0" tIns="45720" rIns="0" bIns="45720" rtlCol="0" anchor="t"/>
          <a:lstStyle>
            <a:lvl1pPr algn="l">
              <a:defRPr sz="792">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Footnotes</a:t>
            </a:r>
          </a:p>
        </p:txBody>
      </p:sp>
      <p:sp>
        <p:nvSpPr>
          <p:cNvPr id="13" name="Slide Number">
            <a:extLst>
              <a:ext uri="{FF2B5EF4-FFF2-40B4-BE49-F238E27FC236}">
                <a16:creationId xmlns:a16="http://schemas.microsoft.com/office/drawing/2014/main" id="{3F5F13F1-5DD2-0D1C-6607-F7BA0AAEB067}"/>
              </a:ext>
            </a:extLst>
          </p:cNvPr>
          <p:cNvSpPr txBox="1">
            <a:spLocks noGrp="1"/>
          </p:cNvSpPr>
          <p:nvPr>
            <p:ph type="sldNum" sz="quarter" idx="4"/>
          </p:nvPr>
        </p:nvSpPr>
        <p:spPr>
          <a:xfrm>
            <a:off x="12927291" y="7467915"/>
            <a:ext cx="441676" cy="304486"/>
          </a:xfrm>
          <a:prstGeom prst="rect">
            <a:avLst/>
          </a:prstGeom>
        </p:spPr>
        <p:txBody>
          <a:bodyPr wrap="none" lIns="0" tIns="0" rIns="0" bIns="0" anchor="ctr">
            <a:noAutofit/>
          </a:bodyPr>
          <a:lstStyle>
            <a:lvl1pPr algn="r">
              <a:defRPr sz="906">
                <a:solidFill>
                  <a:schemeClr val="tx2"/>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91792692"/>
      </p:ext>
    </p:extLst>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FW - P - 1 Placeholder">
    <p:spTree>
      <p:nvGrpSpPr>
        <p:cNvPr id="1" name=""/>
        <p:cNvGrpSpPr/>
        <p:nvPr/>
      </p:nvGrpSpPr>
      <p:grpSpPr>
        <a:xfrm>
          <a:off x="0" y="0"/>
          <a:ext cx="0" cy="0"/>
          <a:chOff x="0" y="0"/>
          <a:chExt cx="0" cy="0"/>
        </a:xfrm>
      </p:grpSpPr>
      <p:sp>
        <p:nvSpPr>
          <p:cNvPr id="18" name="Placeholder 1 - Title"/>
          <p:cNvSpPr>
            <a:spLocks noGrp="1"/>
          </p:cNvSpPr>
          <p:nvPr>
            <p:ph type="body" sz="quarter" idx="13" hasCustomPrompt="1"/>
          </p:nvPr>
        </p:nvSpPr>
        <p:spPr>
          <a:xfrm>
            <a:off x="753688" y="1801370"/>
            <a:ext cx="12310225" cy="182880"/>
          </a:xfrm>
          <a:prstGeom prst="rect">
            <a:avLst/>
          </a:prstGeom>
        </p:spPr>
        <p:txBody>
          <a:bodyPr lIns="0" tIns="0" rIns="0" bIns="0">
            <a:noAutofit/>
          </a:bodyPr>
          <a:lstStyle>
            <a:lvl1pPr marL="0" indent="0">
              <a:spcAft>
                <a:spcPts val="599"/>
              </a:spcAft>
              <a:buNone/>
              <a:tabLst>
                <a:tab pos="10958983" algn="r"/>
              </a:tabLst>
              <a:defRPr sz="1213" b="1">
                <a:solidFill>
                  <a:schemeClr val="accent2"/>
                </a:solidFill>
              </a:defRPr>
            </a:lvl1pPr>
          </a:lstStyle>
          <a:p>
            <a:pPr lvl="0"/>
            <a:r>
              <a:rPr lang="en-US"/>
              <a:t>Title 1</a:t>
            </a:r>
          </a:p>
        </p:txBody>
      </p:sp>
      <p:sp>
        <p:nvSpPr>
          <p:cNvPr id="20" name="Placeholder 1 - Sub-Title"/>
          <p:cNvSpPr>
            <a:spLocks noGrp="1"/>
          </p:cNvSpPr>
          <p:nvPr>
            <p:ph type="body" sz="quarter" idx="14" hasCustomPrompt="1"/>
          </p:nvPr>
        </p:nvSpPr>
        <p:spPr>
          <a:xfrm>
            <a:off x="753688" y="1993394"/>
            <a:ext cx="12310225" cy="182880"/>
          </a:xfrm>
          <a:prstGeom prst="rect">
            <a:avLst/>
          </a:prstGeom>
        </p:spPr>
        <p:txBody>
          <a:bodyPr lIns="0" tIns="0" rIns="0" bIns="0">
            <a:noAutofit/>
          </a:bodyPr>
          <a:lstStyle>
            <a:lvl1pPr marL="0" indent="0">
              <a:buNone/>
              <a:tabLst>
                <a:tab pos="10958983" algn="r"/>
              </a:tabLst>
              <a:defRPr sz="970" baseline="0">
                <a:solidFill>
                  <a:schemeClr val="tx1"/>
                </a:solidFill>
              </a:defRPr>
            </a:lvl1pPr>
          </a:lstStyle>
          <a:p>
            <a:pPr lvl="0"/>
            <a:r>
              <a:rPr lang="en-US"/>
              <a:t>Sub-Title 1</a:t>
            </a:r>
          </a:p>
        </p:txBody>
      </p:sp>
      <p:sp>
        <p:nvSpPr>
          <p:cNvPr id="22" name="Placeholder 1 - Content"/>
          <p:cNvSpPr>
            <a:spLocks noGrp="1"/>
          </p:cNvSpPr>
          <p:nvPr>
            <p:ph sz="quarter" idx="15" hasCustomPrompt="1"/>
          </p:nvPr>
        </p:nvSpPr>
        <p:spPr>
          <a:xfrm>
            <a:off x="753688" y="2185416"/>
            <a:ext cx="12310225" cy="4434840"/>
          </a:xfrm>
          <a:prstGeom prst="rect">
            <a:avLst/>
          </a:prstGeom>
        </p:spPr>
        <p:txBody>
          <a:bodyPr lIns="0"/>
          <a:lstStyle>
            <a:lvl1pPr>
              <a:buClr>
                <a:schemeClr val="accent2"/>
              </a:buClr>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tx2"/>
              </a:buClr>
              <a:defRPr>
                <a:solidFill>
                  <a:schemeClr val="tx1"/>
                </a:solidFill>
              </a:defRPr>
            </a:lvl5pPr>
          </a:lstStyle>
          <a:p>
            <a:pPr lvl="0"/>
            <a:r>
              <a:rPr lang="en-US"/>
              <a:t>Placeholder 1</a:t>
            </a:r>
          </a:p>
          <a:p>
            <a:pPr lvl="1"/>
            <a:r>
              <a:rPr lang="en-US"/>
              <a:t>Second level</a:t>
            </a:r>
          </a:p>
          <a:p>
            <a:pPr lvl="2"/>
            <a:r>
              <a:rPr lang="en-US"/>
              <a:t>Third level</a:t>
            </a:r>
          </a:p>
          <a:p>
            <a:pPr lvl="3"/>
            <a:r>
              <a:rPr lang="en-US"/>
              <a:t>Fourth level</a:t>
            </a:r>
          </a:p>
        </p:txBody>
      </p:sp>
      <p:sp>
        <p:nvSpPr>
          <p:cNvPr id="11" name="Placeholder 1 - Source"/>
          <p:cNvSpPr>
            <a:spLocks noGrp="1"/>
          </p:cNvSpPr>
          <p:nvPr>
            <p:ph type="body" sz="quarter" idx="25" hasCustomPrompt="1"/>
          </p:nvPr>
        </p:nvSpPr>
        <p:spPr>
          <a:xfrm>
            <a:off x="753688" y="6629401"/>
            <a:ext cx="12310225" cy="109728"/>
          </a:xfrm>
          <a:prstGeom prst="rect">
            <a:avLst/>
          </a:prstGeom>
        </p:spPr>
        <p:txBody>
          <a:bodyPr vert="horz" lIns="0" tIns="18288" rIns="0" bIns="0" rtlCol="0">
            <a:noAutofit/>
          </a:bodyPr>
          <a:lstStyle>
            <a:lvl1pPr marL="0" indent="0">
              <a:buNone/>
              <a:defRPr lang="en-US" sz="599" baseline="0" dirty="0" smtClean="0"/>
            </a:lvl1pPr>
            <a:lvl2pPr marL="0" indent="0">
              <a:defRPr lang="en-US" sz="728" kern="1200" baseline="0" dirty="0" smtClean="0">
                <a:solidFill>
                  <a:schemeClr val="tx1"/>
                </a:solidFill>
                <a:latin typeface="Arial" panose="020B0604020202020204" pitchFamily="34" charset="0"/>
                <a:ea typeface="+mn-ea"/>
                <a:cs typeface="Arial" panose="020B0604020202020204" pitchFamily="34" charset="0"/>
              </a:defRPr>
            </a:lvl2pPr>
          </a:lstStyle>
          <a:p>
            <a:pPr marL="344054" lvl="1" indent="-344054" algn="l" defTabSz="913036" rtl="0" eaLnBrk="1" latinLnBrk="0" hangingPunct="1">
              <a:spcBef>
                <a:spcPts val="0"/>
              </a:spcBef>
              <a:spcAft>
                <a:spcPts val="399"/>
              </a:spcAft>
              <a:buFont typeface="Arial" panose="020B0604020202020204" pitchFamily="34" charset="0"/>
              <a:buNone/>
            </a:pPr>
            <a:r>
              <a:rPr lang="en-US"/>
              <a:t>Source 1</a:t>
            </a:r>
          </a:p>
        </p:txBody>
      </p:sp>
      <p:sp>
        <p:nvSpPr>
          <p:cNvPr id="28" name="Slide - Footnote"/>
          <p:cNvSpPr>
            <a:spLocks noGrp="1"/>
          </p:cNvSpPr>
          <p:nvPr>
            <p:ph type="ftr" sz="quarter" idx="3"/>
          </p:nvPr>
        </p:nvSpPr>
        <p:spPr>
          <a:xfrm>
            <a:off x="761104" y="7015831"/>
            <a:ext cx="12303681" cy="293927"/>
          </a:xfrm>
          <a:prstGeom prst="rect">
            <a:avLst/>
          </a:prstGeom>
          <a:noFill/>
        </p:spPr>
        <p:txBody>
          <a:bodyPr wrap="square" lIns="0" anchor="b" anchorCtr="0">
            <a:spAutoFit/>
          </a:bodyPr>
          <a:lstStyle>
            <a:lvl1pPr>
              <a:lnSpc>
                <a:spcPct val="90000"/>
              </a:lnSpc>
              <a:defRPr sz="728" b="0">
                <a:solidFill>
                  <a:schemeClr val="tx1"/>
                </a:solidFill>
              </a:defRPr>
            </a:lvl1pPr>
          </a:lstStyle>
          <a:p>
            <a:r>
              <a:rPr lang="en-US" b="1"/>
              <a:t>Notes:</a:t>
            </a:r>
          </a:p>
          <a:p>
            <a:pPr marL="114156" indent="-114156">
              <a:buFont typeface="+mj-lt"/>
              <a:buAutoNum type="arabicPeriod"/>
            </a:pPr>
            <a:endParaRPr lang="en-US"/>
          </a:p>
        </p:txBody>
      </p:sp>
      <p:sp>
        <p:nvSpPr>
          <p:cNvPr id="13" name="Slide - Title">
            <a:extLst>
              <a:ext uri="{FF2B5EF4-FFF2-40B4-BE49-F238E27FC236}">
                <a16:creationId xmlns:a16="http://schemas.microsoft.com/office/drawing/2014/main" id="{5D127BAD-58B9-4667-ADA2-A83BCFD0D19F}"/>
              </a:ext>
            </a:extLst>
          </p:cNvPr>
          <p:cNvSpPr>
            <a:spLocks noGrp="1"/>
          </p:cNvSpPr>
          <p:nvPr>
            <p:ph type="title" hasCustomPrompt="1"/>
          </p:nvPr>
        </p:nvSpPr>
        <p:spPr>
          <a:xfrm>
            <a:off x="754558" y="432696"/>
            <a:ext cx="12310225" cy="384048"/>
          </a:xfrm>
          <a:prstGeom prst="rect">
            <a:avLst/>
          </a:prstGeom>
        </p:spPr>
        <p:txBody>
          <a:bodyPr lIns="0" tIns="45720" rIns="45720" bIns="0">
            <a:normAutofit/>
          </a:bodyPr>
          <a:lstStyle>
            <a:lvl1pPr>
              <a:defRPr lang="en-US" dirty="0"/>
            </a:lvl1pPr>
          </a:lstStyle>
          <a:p>
            <a:pPr lvl="0" defTabSz="1017654" fontAlgn="base">
              <a:spcAft>
                <a:spcPct val="0"/>
              </a:spcAft>
            </a:pPr>
            <a:r>
              <a:rPr lang="en-US"/>
              <a:t>Slide Title</a:t>
            </a:r>
          </a:p>
        </p:txBody>
      </p:sp>
      <p:sp>
        <p:nvSpPr>
          <p:cNvPr id="16" name="Slide - Sub-Title">
            <a:extLst>
              <a:ext uri="{FF2B5EF4-FFF2-40B4-BE49-F238E27FC236}">
                <a16:creationId xmlns:a16="http://schemas.microsoft.com/office/drawing/2014/main" id="{C6CA8E7E-A6BA-4577-88C2-16685261020F}"/>
              </a:ext>
            </a:extLst>
          </p:cNvPr>
          <p:cNvSpPr>
            <a:spLocks noGrp="1"/>
          </p:cNvSpPr>
          <p:nvPr>
            <p:ph type="body" sz="quarter" idx="11" hasCustomPrompt="1"/>
          </p:nvPr>
        </p:nvSpPr>
        <p:spPr>
          <a:xfrm>
            <a:off x="754560" y="874083"/>
            <a:ext cx="12308483" cy="320040"/>
          </a:xfrm>
          <a:prstGeom prst="rect">
            <a:avLst/>
          </a:prstGeom>
        </p:spPr>
        <p:txBody>
          <a:bodyPr vert="horz" lIns="0" tIns="0" rIns="45720" bIns="0" rtlCol="0">
            <a:noAutofit/>
          </a:bodyPr>
          <a:lstStyle>
            <a:lvl1pPr marL="0" indent="0">
              <a:spcAft>
                <a:spcPts val="0"/>
              </a:spcAft>
              <a:buNone/>
              <a:defRPr lang="en-US" sz="1698" b="1" dirty="0">
                <a:solidFill>
                  <a:schemeClr val="accent2"/>
                </a:solidFill>
              </a:defRPr>
            </a:lvl1pPr>
          </a:lstStyle>
          <a:p>
            <a:pPr lvl="0"/>
            <a:r>
              <a:rPr lang="en-US"/>
              <a:t>Slide Sub-Title</a:t>
            </a:r>
          </a:p>
        </p:txBody>
      </p:sp>
      <p:sp>
        <p:nvSpPr>
          <p:cNvPr id="26" name="Slide - Section Title">
            <a:extLst>
              <a:ext uri="{FF2B5EF4-FFF2-40B4-BE49-F238E27FC236}">
                <a16:creationId xmlns:a16="http://schemas.microsoft.com/office/drawing/2014/main" id="{E9C8472E-1D95-4E2A-ABF3-E1DE9B0E88F5}"/>
              </a:ext>
            </a:extLst>
          </p:cNvPr>
          <p:cNvSpPr>
            <a:spLocks noGrp="1"/>
          </p:cNvSpPr>
          <p:nvPr>
            <p:ph sz="quarter" idx="34" hasCustomPrompt="1"/>
          </p:nvPr>
        </p:nvSpPr>
        <p:spPr>
          <a:xfrm>
            <a:off x="4044012" y="7494816"/>
            <a:ext cx="8494560" cy="149492"/>
          </a:xfrm>
          <a:prstGeom prst="rect">
            <a:avLst/>
          </a:prstGeom>
        </p:spPr>
        <p:txBody>
          <a:bodyPr wrap="square" tIns="0" bIns="0" anchor="t" anchorCtr="0">
            <a:spAutoFit/>
          </a:bodyPr>
          <a:lstStyle>
            <a:lvl1pPr marL="0" indent="0" algn="r">
              <a:buNone/>
              <a:defRPr sz="970" cap="all" baseline="0">
                <a:solidFill>
                  <a:schemeClr val="bg1"/>
                </a:solidFill>
                <a:latin typeface="Nunito" pitchFamily="2" charset="0"/>
              </a:defRPr>
            </a:lvl1pPr>
            <a:lvl5pPr>
              <a:defRPr/>
            </a:lvl5pPr>
          </a:lstStyle>
          <a:p>
            <a:pPr lvl="0"/>
            <a:r>
              <a:rPr lang="en-US"/>
              <a:t>SECTION TITLE</a:t>
            </a:r>
          </a:p>
        </p:txBody>
      </p:sp>
      <p:sp>
        <p:nvSpPr>
          <p:cNvPr id="27" name="Slide - Page Number">
            <a:extLst>
              <a:ext uri="{FF2B5EF4-FFF2-40B4-BE49-F238E27FC236}">
                <a16:creationId xmlns:a16="http://schemas.microsoft.com/office/drawing/2014/main" id="{981C85D7-B0A4-46BD-ADCF-BF4C01FD002F}"/>
              </a:ext>
            </a:extLst>
          </p:cNvPr>
          <p:cNvSpPr>
            <a:spLocks noGrp="1"/>
          </p:cNvSpPr>
          <p:nvPr>
            <p:ph type="body" sz="quarter" idx="36" hasCustomPrompt="1"/>
          </p:nvPr>
        </p:nvSpPr>
        <p:spPr>
          <a:xfrm>
            <a:off x="12545964" y="7489420"/>
            <a:ext cx="563366" cy="149492"/>
          </a:xfrm>
        </p:spPr>
        <p:txBody>
          <a:bodyPr tIns="0" bIns="0" anchor="ctr" anchorCtr="0">
            <a:noAutofit/>
          </a:bodyPr>
          <a:lstStyle>
            <a:lvl1pPr marL="0" indent="0" algn="r">
              <a:buNone/>
              <a:defRPr sz="2426" b="1">
                <a:solidFill>
                  <a:schemeClr val="accent2"/>
                </a:solidFill>
                <a:latin typeface="Nunito" pitchFamily="2" charset="0"/>
              </a:defRPr>
            </a:lvl1pPr>
          </a:lstStyle>
          <a:p>
            <a:pPr lvl="0"/>
            <a:r>
              <a:rPr lang="en-US"/>
              <a:t>#</a:t>
            </a:r>
          </a:p>
        </p:txBody>
      </p:sp>
    </p:spTree>
    <p:extLst>
      <p:ext uri="{BB962C8B-B14F-4D97-AF65-F5344CB8AC3E}">
        <p14:creationId xmlns:p14="http://schemas.microsoft.com/office/powerpoint/2010/main" val="2462599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ags" Target="../tags/tag15.xml"/><Relationship Id="rId18" Type="http://schemas.openxmlformats.org/officeDocument/2006/relationships/image" Target="../media/image13.sv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2.xml"/><Relationship Id="rId17" Type="http://schemas.openxmlformats.org/officeDocument/2006/relationships/image" Target="../media/image1.emf"/><Relationship Id="rId2" Type="http://schemas.openxmlformats.org/officeDocument/2006/relationships/slideLayout" Target="../slideLayouts/slideLayout36.xml"/><Relationship Id="rId16" Type="http://schemas.openxmlformats.org/officeDocument/2006/relationships/oleObject" Target="../embeddings/oleObject2.bin"/><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tags" Target="../tags/tag17.xml"/><Relationship Id="rId10" Type="http://schemas.openxmlformats.org/officeDocument/2006/relationships/slideLayout" Target="../slideLayouts/slideLayout44.xml"/><Relationship Id="rId19" Type="http://schemas.openxmlformats.org/officeDocument/2006/relationships/image" Target="../media/image7.png"/><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tags" Target="../tags/tag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884ACA4-10F9-3D81-DA9D-633724BB3B0E}"/>
              </a:ext>
            </a:extLst>
          </p:cNvPr>
          <p:cNvGraphicFramePr>
            <a:graphicFrameLocks noChangeAspect="1"/>
          </p:cNvGraphicFramePr>
          <p:nvPr userDrawn="1">
            <p:custDataLst>
              <p:tags r:id="rId36"/>
            </p:custDataLst>
            <p:extLst>
              <p:ext uri="{D42A27DB-BD31-4B8C-83A1-F6EECF244321}">
                <p14:modId xmlns:p14="http://schemas.microsoft.com/office/powerpoint/2010/main" val="32668955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04" imgH="405" progId="TCLayout.ActiveDocument.1">
                  <p:embed/>
                </p:oleObj>
              </mc:Choice>
              <mc:Fallback>
                <p:oleObj name="think-cell Slide" r:id="rId37" imgW="404" imgH="405" progId="TCLayout.ActiveDocument.1">
                  <p:embed/>
                  <p:pic>
                    <p:nvPicPr>
                      <p:cNvPr id="5" name="think-cell data - do not delete" hidden="1">
                        <a:extLst>
                          <a:ext uri="{FF2B5EF4-FFF2-40B4-BE49-F238E27FC236}">
                            <a16:creationId xmlns:a16="http://schemas.microsoft.com/office/drawing/2014/main" id="{E884ACA4-10F9-3D81-DA9D-633724BB3B0E}"/>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1031" name="Rectangle 24"/>
          <p:cNvSpPr>
            <a:spLocks noGrp="1" noChangeArrowheads="1"/>
          </p:cNvSpPr>
          <p:nvPr>
            <p:ph type="body" idx="1"/>
          </p:nvPr>
        </p:nvSpPr>
        <p:spPr bwMode="gray">
          <a:xfrm>
            <a:off x="455791" y="1516287"/>
            <a:ext cx="12913175" cy="492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CA"/>
              <a:t>Bullet one</a:t>
            </a:r>
          </a:p>
          <a:p>
            <a:pPr lvl="1"/>
            <a:r>
              <a:rPr lang="en-CA"/>
              <a:t>Bullet two</a:t>
            </a:r>
          </a:p>
          <a:p>
            <a:pPr lvl="2"/>
            <a:r>
              <a:rPr lang="en-CA"/>
              <a:t>Bullet three</a:t>
            </a:r>
          </a:p>
          <a:p>
            <a:pPr lvl="3"/>
            <a:r>
              <a:rPr lang="en-CA"/>
              <a:t>Bullet four</a:t>
            </a:r>
          </a:p>
          <a:p>
            <a:pPr lvl="4"/>
            <a:r>
              <a:rPr lang="en-CA"/>
              <a:t>Bullet five</a:t>
            </a:r>
          </a:p>
        </p:txBody>
      </p:sp>
      <p:sp>
        <p:nvSpPr>
          <p:cNvPr id="2" name="Title Placeholder 1"/>
          <p:cNvSpPr>
            <a:spLocks noGrp="1"/>
          </p:cNvSpPr>
          <p:nvPr>
            <p:ph type="title"/>
          </p:nvPr>
        </p:nvSpPr>
        <p:spPr>
          <a:xfrm>
            <a:off x="455791" y="883165"/>
            <a:ext cx="12913175" cy="320040"/>
          </a:xfrm>
          <a:prstGeom prst="rect">
            <a:avLst/>
          </a:prstGeom>
        </p:spPr>
        <p:txBody>
          <a:bodyPr vert="horz" wrap="square" lIns="0" tIns="0" rIns="0" bIns="0" rtlCol="0" anchor="b">
            <a:noAutofit/>
          </a:bodyPr>
          <a:lstStyle/>
          <a:p>
            <a:r>
              <a:rPr lang="en-US"/>
              <a:t>Click to edit Master title style</a:t>
            </a:r>
            <a:endParaRPr lang="en-CA"/>
          </a:p>
        </p:txBody>
      </p:sp>
      <p:pic>
        <p:nvPicPr>
          <p:cNvPr id="6" name="Picture 5" descr="Text&#10;&#10;Description automatically generated">
            <a:extLst>
              <a:ext uri="{FF2B5EF4-FFF2-40B4-BE49-F238E27FC236}">
                <a16:creationId xmlns:a16="http://schemas.microsoft.com/office/drawing/2014/main" id="{93084995-D4A9-F09E-E88B-61615DB9EACD}"/>
              </a:ext>
            </a:extLst>
          </p:cNvPr>
          <p:cNvPicPr>
            <a:picLocks noChangeAspect="1"/>
          </p:cNvPicPr>
          <p:nvPr userDrawn="1"/>
        </p:nvPicPr>
        <p:blipFill>
          <a:blip r:embed="rId39" cstate="print">
            <a:extLst>
              <a:ext uri="{28A0092B-C50C-407E-A947-70E740481C1C}">
                <a14:useLocalDpi xmlns:a14="http://schemas.microsoft.com/office/drawing/2010/main" val="0"/>
              </a:ext>
            </a:extLst>
          </a:blip>
          <a:stretch>
            <a:fillRect/>
          </a:stretch>
        </p:blipFill>
        <p:spPr>
          <a:xfrm>
            <a:off x="455791" y="6826301"/>
            <a:ext cx="2084755" cy="576121"/>
          </a:xfrm>
          <a:prstGeom prst="rect">
            <a:avLst/>
          </a:prstGeom>
        </p:spPr>
      </p:pic>
      <p:sp>
        <p:nvSpPr>
          <p:cNvPr id="3" name="Footer Placeholder 4">
            <a:extLst>
              <a:ext uri="{FF2B5EF4-FFF2-40B4-BE49-F238E27FC236}">
                <a16:creationId xmlns:a16="http://schemas.microsoft.com/office/drawing/2014/main" id="{9C19F461-4BD0-DF0C-CF80-7A77E7577F6E}"/>
              </a:ext>
            </a:extLst>
          </p:cNvPr>
          <p:cNvSpPr>
            <a:spLocks noGrp="1"/>
          </p:cNvSpPr>
          <p:nvPr>
            <p:ph type="ftr" sz="quarter" idx="3"/>
          </p:nvPr>
        </p:nvSpPr>
        <p:spPr>
          <a:xfrm>
            <a:off x="11945877" y="7114361"/>
            <a:ext cx="1315156" cy="193182"/>
          </a:xfrm>
          <a:prstGeom prst="rect">
            <a:avLst/>
          </a:prstGeom>
        </p:spPr>
        <p:txBody>
          <a:bodyPr vert="horz" lIns="0" tIns="45720" rIns="0" bIns="45720" rtlCol="0" anchor="t"/>
          <a:lstStyle>
            <a:lvl1pPr algn="r">
              <a:defRPr sz="600">
                <a:solidFill>
                  <a:schemeClr val="tx2"/>
                </a:solidFill>
                <a:latin typeface="Arial" panose="020B0604020202020204" pitchFamily="34" charset="0"/>
                <a:ea typeface="Roboto Lt" panose="02000000000000000000" pitchFamily="2" charset="0"/>
                <a:cs typeface="Arial" panose="020B0604020202020204" pitchFamily="34" charset="0"/>
              </a:defRPr>
            </a:lvl1pPr>
          </a:lstStyle>
          <a:p>
            <a:r>
              <a:rPr lang="en-CA"/>
              <a:t>2024</a:t>
            </a:r>
          </a:p>
        </p:txBody>
      </p:sp>
      <p:sp>
        <p:nvSpPr>
          <p:cNvPr id="7" name="TextBox 6">
            <a:extLst>
              <a:ext uri="{FF2B5EF4-FFF2-40B4-BE49-F238E27FC236}">
                <a16:creationId xmlns:a16="http://schemas.microsoft.com/office/drawing/2014/main" id="{F3FA53C7-109F-C813-A879-4E577A1DBB26}"/>
              </a:ext>
            </a:extLst>
          </p:cNvPr>
          <p:cNvSpPr txBox="1"/>
          <p:nvPr>
            <p:extLst>
              <p:ext uri="{1162E1C5-73C7-4A58-AE30-91384D911F3F}">
                <p184:classification xmlns:p184="http://schemas.microsoft.com/office/powerpoint/2018/4/main" val="ftr"/>
              </p:ext>
            </p:extLst>
          </p:nvPr>
        </p:nvSpPr>
        <p:spPr>
          <a:xfrm>
            <a:off x="63500" y="7556500"/>
            <a:ext cx="65405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Confidential</a:t>
            </a:r>
          </a:p>
        </p:txBody>
      </p:sp>
    </p:spTree>
    <p:extLst>
      <p:ext uri="{BB962C8B-B14F-4D97-AF65-F5344CB8AC3E}">
        <p14:creationId xmlns:p14="http://schemas.microsoft.com/office/powerpoint/2010/main" val="438383390"/>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44" r:id="rId3"/>
    <p:sldLayoutId id="2147483710" r:id="rId4"/>
    <p:sldLayoutId id="2147483726" r:id="rId5"/>
    <p:sldLayoutId id="2147483743" r:id="rId6"/>
    <p:sldLayoutId id="2147483727" r:id="rId7"/>
    <p:sldLayoutId id="2147483707" r:id="rId8"/>
    <p:sldLayoutId id="2147483705" r:id="rId9"/>
    <p:sldLayoutId id="2147483728" r:id="rId10"/>
    <p:sldLayoutId id="2147483745" r:id="rId11"/>
    <p:sldLayoutId id="2147483741" r:id="rId12"/>
    <p:sldLayoutId id="2147483742" r:id="rId13"/>
    <p:sldLayoutId id="2147483704" r:id="rId14"/>
    <p:sldLayoutId id="2147483722" r:id="rId15"/>
    <p:sldLayoutId id="2147483706" r:id="rId16"/>
    <p:sldLayoutId id="2147483720" r:id="rId17"/>
    <p:sldLayoutId id="2147483724" r:id="rId18"/>
    <p:sldLayoutId id="2147483721" r:id="rId19"/>
    <p:sldLayoutId id="2147483713" r:id="rId20"/>
    <p:sldLayoutId id="2147483723" r:id="rId21"/>
    <p:sldLayoutId id="2147483714" r:id="rId22"/>
    <p:sldLayoutId id="2147483715" r:id="rId23"/>
    <p:sldLayoutId id="2147483716" r:id="rId24"/>
    <p:sldLayoutId id="2147483717" r:id="rId25"/>
    <p:sldLayoutId id="2147483718" r:id="rId26"/>
    <p:sldLayoutId id="2147483719" r:id="rId27"/>
    <p:sldLayoutId id="2147483708" r:id="rId28"/>
    <p:sldLayoutId id="2147483712" r:id="rId29"/>
    <p:sldLayoutId id="2147483725" r:id="rId30"/>
    <p:sldLayoutId id="2147483746" r:id="rId31"/>
    <p:sldLayoutId id="2147483747" r:id="rId32"/>
    <p:sldLayoutId id="2147483760" r:id="rId33"/>
    <p:sldLayoutId id="2147483761" r:id="rId34"/>
  </p:sldLayoutIdLst>
  <p:hf sldNum="0" hdr="0" dt="0"/>
  <p:txStyles>
    <p:titleStyle>
      <a:lvl1pPr algn="l" defTabSz="1400006" rtl="0" eaLnBrk="1" fontAlgn="base" hangingPunct="1">
        <a:lnSpc>
          <a:spcPct val="100000"/>
        </a:lnSpc>
        <a:spcBef>
          <a:spcPct val="0"/>
        </a:spcBef>
        <a:spcAft>
          <a:spcPct val="0"/>
        </a:spcAft>
        <a:defRPr sz="2747" b="1" i="0">
          <a:solidFill>
            <a:schemeClr val="accent1"/>
          </a:solidFill>
          <a:latin typeface="Arial" panose="020B0604020202020204" pitchFamily="34" charset="0"/>
          <a:ea typeface="+mj-ea"/>
          <a:cs typeface="Arial" panose="020B0604020202020204" pitchFamily="34" charset="0"/>
        </a:defRPr>
      </a:lvl1pPr>
      <a:lvl2pPr algn="l" defTabSz="1400006" rtl="0" eaLnBrk="1" fontAlgn="base" hangingPunct="1">
        <a:lnSpc>
          <a:spcPts val="3831"/>
        </a:lnSpc>
        <a:spcBef>
          <a:spcPct val="0"/>
        </a:spcBef>
        <a:spcAft>
          <a:spcPct val="0"/>
        </a:spcAft>
        <a:defRPr sz="3297">
          <a:solidFill>
            <a:srgbClr val="FFFFFF"/>
          </a:solidFill>
          <a:latin typeface="Dax-Medium" pitchFamily="34" charset="0"/>
          <a:ea typeface="LF_Kai" pitchFamily="2" charset="-122"/>
        </a:defRPr>
      </a:lvl2pPr>
      <a:lvl3pPr algn="l" defTabSz="1400006" rtl="0" eaLnBrk="1" fontAlgn="base" hangingPunct="1">
        <a:lnSpc>
          <a:spcPts val="3831"/>
        </a:lnSpc>
        <a:spcBef>
          <a:spcPct val="0"/>
        </a:spcBef>
        <a:spcAft>
          <a:spcPct val="0"/>
        </a:spcAft>
        <a:defRPr sz="3297">
          <a:solidFill>
            <a:srgbClr val="FFFFFF"/>
          </a:solidFill>
          <a:latin typeface="Dax-Medium" pitchFamily="34" charset="0"/>
          <a:ea typeface="LF_Kai" pitchFamily="2" charset="-122"/>
        </a:defRPr>
      </a:lvl3pPr>
      <a:lvl4pPr algn="l" defTabSz="1400006" rtl="0" eaLnBrk="1" fontAlgn="base" hangingPunct="1">
        <a:lnSpc>
          <a:spcPts val="3831"/>
        </a:lnSpc>
        <a:spcBef>
          <a:spcPct val="0"/>
        </a:spcBef>
        <a:spcAft>
          <a:spcPct val="0"/>
        </a:spcAft>
        <a:defRPr sz="3297">
          <a:solidFill>
            <a:srgbClr val="FFFFFF"/>
          </a:solidFill>
          <a:latin typeface="Dax-Medium" pitchFamily="34" charset="0"/>
          <a:ea typeface="LF_Kai" pitchFamily="2" charset="-122"/>
        </a:defRPr>
      </a:lvl4pPr>
      <a:lvl5pPr algn="l" defTabSz="1400006" rtl="0" eaLnBrk="1" fontAlgn="base" hangingPunct="1">
        <a:lnSpc>
          <a:spcPts val="3831"/>
        </a:lnSpc>
        <a:spcBef>
          <a:spcPct val="0"/>
        </a:spcBef>
        <a:spcAft>
          <a:spcPct val="0"/>
        </a:spcAft>
        <a:defRPr sz="3297">
          <a:solidFill>
            <a:srgbClr val="FFFFFF"/>
          </a:solidFill>
          <a:latin typeface="Dax-Medium" pitchFamily="34" charset="0"/>
          <a:ea typeface="LF_Kai" pitchFamily="2" charset="-122"/>
        </a:defRPr>
      </a:lvl5pPr>
      <a:lvl6pPr marL="628040" algn="l" defTabSz="1400006" rtl="0" eaLnBrk="1" fontAlgn="base" hangingPunct="1">
        <a:lnSpc>
          <a:spcPts val="3831"/>
        </a:lnSpc>
        <a:spcBef>
          <a:spcPct val="0"/>
        </a:spcBef>
        <a:spcAft>
          <a:spcPct val="0"/>
        </a:spcAft>
        <a:defRPr sz="3297">
          <a:solidFill>
            <a:srgbClr val="FFFFFF"/>
          </a:solidFill>
          <a:latin typeface="Dax-Medium" pitchFamily="34" charset="0"/>
          <a:ea typeface="LF_Kai" pitchFamily="2" charset="-122"/>
        </a:defRPr>
      </a:lvl6pPr>
      <a:lvl7pPr marL="1256079" algn="l" defTabSz="1400006" rtl="0" eaLnBrk="1" fontAlgn="base" hangingPunct="1">
        <a:lnSpc>
          <a:spcPts val="3831"/>
        </a:lnSpc>
        <a:spcBef>
          <a:spcPct val="0"/>
        </a:spcBef>
        <a:spcAft>
          <a:spcPct val="0"/>
        </a:spcAft>
        <a:defRPr sz="3297">
          <a:solidFill>
            <a:srgbClr val="FFFFFF"/>
          </a:solidFill>
          <a:latin typeface="Dax-Medium" pitchFamily="34" charset="0"/>
          <a:ea typeface="LF_Kai" pitchFamily="2" charset="-122"/>
        </a:defRPr>
      </a:lvl7pPr>
      <a:lvl8pPr marL="1884120" algn="l" defTabSz="1400006" rtl="0" eaLnBrk="1" fontAlgn="base" hangingPunct="1">
        <a:lnSpc>
          <a:spcPts val="3831"/>
        </a:lnSpc>
        <a:spcBef>
          <a:spcPct val="0"/>
        </a:spcBef>
        <a:spcAft>
          <a:spcPct val="0"/>
        </a:spcAft>
        <a:defRPr sz="3297">
          <a:solidFill>
            <a:srgbClr val="FFFFFF"/>
          </a:solidFill>
          <a:latin typeface="Dax-Medium" pitchFamily="34" charset="0"/>
          <a:ea typeface="LF_Kai" pitchFamily="2" charset="-122"/>
        </a:defRPr>
      </a:lvl8pPr>
      <a:lvl9pPr marL="2512160" algn="l" defTabSz="1400006" rtl="0" eaLnBrk="1" fontAlgn="base" hangingPunct="1">
        <a:lnSpc>
          <a:spcPts val="3831"/>
        </a:lnSpc>
        <a:spcBef>
          <a:spcPct val="0"/>
        </a:spcBef>
        <a:spcAft>
          <a:spcPct val="0"/>
        </a:spcAft>
        <a:defRPr sz="3297">
          <a:solidFill>
            <a:srgbClr val="FFFFFF"/>
          </a:solidFill>
          <a:latin typeface="Dax-Medium" pitchFamily="34" charset="0"/>
          <a:ea typeface="LF_Kai" pitchFamily="2" charset="-122"/>
        </a:defRPr>
      </a:lvl9pPr>
    </p:titleStyle>
    <p:body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p:bodyStyle>
    <p:otherStyle>
      <a:defPPr>
        <a:defRPr lang="en-US"/>
      </a:defPPr>
      <a:lvl1pPr marL="0" algn="l" defTabSz="1256079" rtl="0" eaLnBrk="1" latinLnBrk="0" hangingPunct="1">
        <a:defRPr sz="2473" kern="1200">
          <a:solidFill>
            <a:schemeClr val="tx1"/>
          </a:solidFill>
          <a:latin typeface="+mn-lt"/>
          <a:ea typeface="+mn-ea"/>
          <a:cs typeface="+mn-cs"/>
        </a:defRPr>
      </a:lvl1pPr>
      <a:lvl2pPr marL="628040" algn="l" defTabSz="1256079" rtl="0" eaLnBrk="1" latinLnBrk="0" hangingPunct="1">
        <a:defRPr sz="2473" kern="1200">
          <a:solidFill>
            <a:schemeClr val="tx1"/>
          </a:solidFill>
          <a:latin typeface="+mn-lt"/>
          <a:ea typeface="+mn-ea"/>
          <a:cs typeface="+mn-cs"/>
        </a:defRPr>
      </a:lvl2pPr>
      <a:lvl3pPr marL="1256079" algn="l" defTabSz="1256079" rtl="0" eaLnBrk="1" latinLnBrk="0" hangingPunct="1">
        <a:defRPr sz="2473" kern="1200">
          <a:solidFill>
            <a:schemeClr val="tx1"/>
          </a:solidFill>
          <a:latin typeface="+mn-lt"/>
          <a:ea typeface="+mn-ea"/>
          <a:cs typeface="+mn-cs"/>
        </a:defRPr>
      </a:lvl3pPr>
      <a:lvl4pPr marL="1884120" algn="l" defTabSz="1256079" rtl="0" eaLnBrk="1" latinLnBrk="0" hangingPunct="1">
        <a:defRPr sz="2473" kern="1200">
          <a:solidFill>
            <a:schemeClr val="tx1"/>
          </a:solidFill>
          <a:latin typeface="+mn-lt"/>
          <a:ea typeface="+mn-ea"/>
          <a:cs typeface="+mn-cs"/>
        </a:defRPr>
      </a:lvl4pPr>
      <a:lvl5pPr marL="2512160" algn="l" defTabSz="1256079" rtl="0" eaLnBrk="1" latinLnBrk="0" hangingPunct="1">
        <a:defRPr sz="2473" kern="1200">
          <a:solidFill>
            <a:schemeClr val="tx1"/>
          </a:solidFill>
          <a:latin typeface="+mn-lt"/>
          <a:ea typeface="+mn-ea"/>
          <a:cs typeface="+mn-cs"/>
        </a:defRPr>
      </a:lvl5pPr>
      <a:lvl6pPr marL="3140200" algn="l" defTabSz="1256079" rtl="0" eaLnBrk="1" latinLnBrk="0" hangingPunct="1">
        <a:defRPr sz="2473" kern="1200">
          <a:solidFill>
            <a:schemeClr val="tx1"/>
          </a:solidFill>
          <a:latin typeface="+mn-lt"/>
          <a:ea typeface="+mn-ea"/>
          <a:cs typeface="+mn-cs"/>
        </a:defRPr>
      </a:lvl6pPr>
      <a:lvl7pPr marL="3768240" algn="l" defTabSz="1256079" rtl="0" eaLnBrk="1" latinLnBrk="0" hangingPunct="1">
        <a:defRPr sz="2473" kern="1200">
          <a:solidFill>
            <a:schemeClr val="tx1"/>
          </a:solidFill>
          <a:latin typeface="+mn-lt"/>
          <a:ea typeface="+mn-ea"/>
          <a:cs typeface="+mn-cs"/>
        </a:defRPr>
      </a:lvl7pPr>
      <a:lvl8pPr marL="4396279" algn="l" defTabSz="1256079" rtl="0" eaLnBrk="1" latinLnBrk="0" hangingPunct="1">
        <a:defRPr sz="2473" kern="1200">
          <a:solidFill>
            <a:schemeClr val="tx1"/>
          </a:solidFill>
          <a:latin typeface="+mn-lt"/>
          <a:ea typeface="+mn-ea"/>
          <a:cs typeface="+mn-cs"/>
        </a:defRPr>
      </a:lvl8pPr>
      <a:lvl9pPr marL="5024320" algn="l" defTabSz="1256079" rtl="0" eaLnBrk="1" latinLnBrk="0" hangingPunct="1">
        <a:defRPr sz="247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C7EB970-C1F0-081A-E57D-4A325FA19792}"/>
              </a:ext>
            </a:extLst>
          </p:cNvPr>
          <p:cNvGraphicFramePr>
            <a:graphicFrameLocks noChangeAspect="1"/>
          </p:cNvGraphicFramePr>
          <p:nvPr userDrawn="1">
            <p:custDataLst>
              <p:tags r:id="rId13"/>
            </p:custDataLst>
            <p:extLst>
              <p:ext uri="{D42A27DB-BD31-4B8C-83A1-F6EECF244321}">
                <p14:modId xmlns:p14="http://schemas.microsoft.com/office/powerpoint/2010/main" val="2472734925"/>
              </p:ext>
            </p:extLst>
          </p:nvPr>
        </p:nvGraphicFramePr>
        <p:xfrm>
          <a:off x="1926" y="1928"/>
          <a:ext cx="1926" cy="1928"/>
        </p:xfrm>
        <a:graphic>
          <a:graphicData uri="http://schemas.openxmlformats.org/presentationml/2006/ole">
            <mc:AlternateContent xmlns:mc="http://schemas.openxmlformats.org/markup-compatibility/2006">
              <mc:Choice xmlns:v="urn:schemas-microsoft-com:vml" Requires="v">
                <p:oleObj name="think-cell Slide" r:id="rId16" imgW="606" imgH="608" progId="TCLayout.ActiveDocument.1">
                  <p:embed/>
                </p:oleObj>
              </mc:Choice>
              <mc:Fallback>
                <p:oleObj name="think-cell Slide" r:id="rId16" imgW="606" imgH="608" progId="TCLayout.ActiveDocument.1">
                  <p:embed/>
                  <p:pic>
                    <p:nvPicPr>
                      <p:cNvPr id="4" name="think-cell data - do not delete" hidden="1">
                        <a:extLst>
                          <a:ext uri="{FF2B5EF4-FFF2-40B4-BE49-F238E27FC236}">
                            <a16:creationId xmlns:a16="http://schemas.microsoft.com/office/drawing/2014/main" id="{CC7EB970-C1F0-081A-E57D-4A325FA19792}"/>
                          </a:ext>
                        </a:extLst>
                      </p:cNvPr>
                      <p:cNvPicPr/>
                      <p:nvPr/>
                    </p:nvPicPr>
                    <p:blipFill>
                      <a:blip r:embed="rId17"/>
                      <a:stretch>
                        <a:fillRect/>
                      </a:stretch>
                    </p:blipFill>
                    <p:spPr>
                      <a:xfrm>
                        <a:off x="1926" y="1928"/>
                        <a:ext cx="1926" cy="1928"/>
                      </a:xfrm>
                      <a:prstGeom prst="rect">
                        <a:avLst/>
                      </a:prstGeom>
                    </p:spPr>
                  </p:pic>
                </p:oleObj>
              </mc:Fallback>
            </mc:AlternateContent>
          </a:graphicData>
        </a:graphic>
      </p:graphicFrame>
      <p:sp>
        <p:nvSpPr>
          <p:cNvPr id="13" name="Rectangle 12">
            <a:extLst>
              <a:ext uri="{FF2B5EF4-FFF2-40B4-BE49-F238E27FC236}">
                <a16:creationId xmlns:a16="http://schemas.microsoft.com/office/drawing/2014/main" id="{A65D2FCD-3C65-4D4A-A983-7C6D4DF7C1A5}"/>
              </a:ext>
            </a:extLst>
          </p:cNvPr>
          <p:cNvSpPr/>
          <p:nvPr userDrawn="1"/>
        </p:nvSpPr>
        <p:spPr>
          <a:xfrm>
            <a:off x="0" y="7309757"/>
            <a:ext cx="13817600" cy="462643"/>
          </a:xfrm>
          <a:prstGeom prst="rect">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algn="ctr">
              <a:spcBef>
                <a:spcPts val="485"/>
              </a:spcBef>
            </a:pPr>
            <a:endParaRPr lang="en-US" sz="970">
              <a:solidFill>
                <a:schemeClr val="tx1"/>
              </a:solidFill>
            </a:endParaRPr>
          </a:p>
        </p:txBody>
      </p:sp>
      <p:pic>
        <p:nvPicPr>
          <p:cNvPr id="14" name="Graphic 13">
            <a:extLst>
              <a:ext uri="{FF2B5EF4-FFF2-40B4-BE49-F238E27FC236}">
                <a16:creationId xmlns:a16="http://schemas.microsoft.com/office/drawing/2014/main" id="{5135380B-43AE-4ADA-A040-16A00930B0F1}"/>
              </a:ext>
            </a:extLst>
          </p:cNvPr>
          <p:cNvPicPr>
            <a:picLocks noChangeAspect="1"/>
          </p:cNvPicPr>
          <p:nvPr userDrawn="1"/>
        </p:nvPicPr>
        <p:blipFill rotWithShape="1">
          <a:blip>
            <a:alphaModFix amt="43000"/>
            <a:extLst>
              <a:ext uri="{96DAC541-7B7A-43D3-8B79-37D633B846F1}">
                <asvg:svgBlip xmlns:asvg="http://schemas.microsoft.com/office/drawing/2016/SVG/main" r:embed="rId18"/>
              </a:ext>
            </a:extLst>
          </a:blip>
          <a:srcRect t="59538" b="26406"/>
          <a:stretch/>
        </p:blipFill>
        <p:spPr>
          <a:xfrm>
            <a:off x="-1" y="7309756"/>
            <a:ext cx="13817600" cy="462645"/>
          </a:xfrm>
          <a:prstGeom prst="rect">
            <a:avLst/>
          </a:prstGeom>
        </p:spPr>
      </p:pic>
      <p:pic>
        <p:nvPicPr>
          <p:cNvPr id="15" name="Picture 14" descr="A picture containing font, graphics, logo, graphic design&#10;&#10;Description automatically generated">
            <a:extLst>
              <a:ext uri="{FF2B5EF4-FFF2-40B4-BE49-F238E27FC236}">
                <a16:creationId xmlns:a16="http://schemas.microsoft.com/office/drawing/2014/main" id="{A37B406E-A1FE-4EB6-9CF8-DECA9DFC15CD}"/>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767891" y="7323023"/>
            <a:ext cx="1542604" cy="420178"/>
          </a:xfrm>
          <a:prstGeom prst="rect">
            <a:avLst/>
          </a:prstGeom>
        </p:spPr>
      </p:pic>
      <p:sp>
        <p:nvSpPr>
          <p:cNvPr id="6" name="Slide - Title"/>
          <p:cNvSpPr>
            <a:spLocks noGrp="1"/>
          </p:cNvSpPr>
          <p:nvPr>
            <p:ph type="title"/>
          </p:nvPr>
        </p:nvSpPr>
        <p:spPr>
          <a:xfrm>
            <a:off x="753689" y="394290"/>
            <a:ext cx="12310225" cy="422454"/>
          </a:xfrm>
          <a:prstGeom prst="rect">
            <a:avLst/>
          </a:prstGeom>
        </p:spPr>
        <p:txBody>
          <a:bodyPr vert="horz" lIns="0" tIns="45720" rIns="45720" bIns="0" rtlCol="0" anchor="t" anchorCtr="0">
            <a:noAutofit/>
          </a:bodyPr>
          <a:lstStyle/>
          <a:p>
            <a:r>
              <a:rPr lang="en-US"/>
              <a:t>Slide Title</a:t>
            </a:r>
          </a:p>
        </p:txBody>
      </p:sp>
      <p:sp>
        <p:nvSpPr>
          <p:cNvPr id="5" name="Placeholder 1 - Content"/>
          <p:cNvSpPr>
            <a:spLocks noGrp="1"/>
          </p:cNvSpPr>
          <p:nvPr>
            <p:ph type="body" idx="1"/>
          </p:nvPr>
        </p:nvSpPr>
        <p:spPr>
          <a:xfrm>
            <a:off x="766251" y="1202876"/>
            <a:ext cx="12434968" cy="5740851"/>
          </a:xfrm>
          <a:prstGeom prst="rect">
            <a:avLst/>
          </a:prstGeom>
        </p:spPr>
        <p:txBody>
          <a:bodyPr vert="horz" lIns="0" tIns="45720" rIns="0" bIns="91440" rtlCol="0">
            <a:normAutofit/>
          </a:bodyPr>
          <a:lstStyle/>
          <a:p>
            <a:pPr lvl="0"/>
            <a:r>
              <a:rPr lang="en-US"/>
              <a:t>First level</a:t>
            </a:r>
          </a:p>
          <a:p>
            <a:pPr lvl="1"/>
            <a:r>
              <a:rPr lang="en-US"/>
              <a:t>Second level</a:t>
            </a:r>
          </a:p>
          <a:p>
            <a:pPr lvl="2"/>
            <a:r>
              <a:rPr lang="en-US"/>
              <a:t>Third level</a:t>
            </a:r>
          </a:p>
          <a:p>
            <a:pPr lvl="3"/>
            <a:r>
              <a:rPr lang="en-US"/>
              <a:t>Fourth level</a:t>
            </a:r>
          </a:p>
        </p:txBody>
      </p:sp>
      <p:sp>
        <p:nvSpPr>
          <p:cNvPr id="10" name="Presentation - BU/Client/Project Name" hidden="1"/>
          <p:cNvSpPr>
            <a:spLocks noChangeArrowheads="1"/>
          </p:cNvSpPr>
          <p:nvPr>
            <p:custDataLst>
              <p:tags r:id="rId14"/>
            </p:custDataLst>
          </p:nvPr>
        </p:nvSpPr>
        <p:spPr bwMode="auto">
          <a:xfrm>
            <a:off x="5024940" y="7462012"/>
            <a:ext cx="3767723" cy="149272"/>
          </a:xfrm>
          <a:prstGeom prst="rect">
            <a:avLst/>
          </a:prstGeom>
          <a:noFill/>
          <a:ln w="9525">
            <a:noFill/>
            <a:miter lim="800000"/>
            <a:headEnd/>
            <a:tailEnd/>
          </a:ln>
        </p:spPr>
        <p:txBody>
          <a:bodyPr wrap="square" lIns="0" tIns="0" rIns="0" bIns="0">
            <a:spAutoFit/>
          </a:bodyPr>
          <a:lstStyle/>
          <a:p>
            <a:pPr marL="0" marR="0" lvl="0" indent="0" algn="ctr" defTabSz="1017304" rtl="0" eaLnBrk="1" fontAlgn="auto" latinLnBrk="0" hangingPunct="1">
              <a:lnSpc>
                <a:spcPct val="100000"/>
              </a:lnSpc>
              <a:spcBef>
                <a:spcPts val="0"/>
              </a:spcBef>
              <a:spcAft>
                <a:spcPts val="0"/>
              </a:spcAft>
              <a:buClrTx/>
              <a:buSzTx/>
              <a:buFontTx/>
              <a:buNone/>
              <a:tabLst/>
              <a:defRPr/>
            </a:pPr>
            <a:r>
              <a:rPr kumimoji="0" lang="en-US" sz="970" b="0" i="0" u="none" strike="noStrike" kern="1200" cap="all"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BUSINESS UNIT, CLIENT, OR PROJECT NAME</a:t>
            </a:r>
          </a:p>
        </p:txBody>
      </p:sp>
      <p:sp>
        <p:nvSpPr>
          <p:cNvPr id="43" name="Presentation - Draft Watermark" hidden="1"/>
          <p:cNvSpPr txBox="1"/>
          <p:nvPr/>
        </p:nvSpPr>
        <p:spPr>
          <a:xfrm>
            <a:off x="6344981" y="422711"/>
            <a:ext cx="1127640" cy="276999"/>
          </a:xfrm>
          <a:prstGeom prst="rect">
            <a:avLst/>
          </a:prstGeom>
          <a:noFill/>
        </p:spPr>
        <p:txBody>
          <a:bodyPr wrap="square" lIns="0" tIns="0" rIns="0" bIns="0" rtlCol="0" anchor="ctr" anchorCtr="0">
            <a:noAutofit/>
          </a:bodyPr>
          <a:lstStyle/>
          <a:p>
            <a:pPr algn="ctr"/>
            <a:r>
              <a:rPr lang="en-US" sz="2183" b="1" cap="all" spc="0" baseline="0">
                <a:solidFill>
                  <a:srgbClr val="FF0000"/>
                </a:solidFill>
                <a:latin typeface="+mn-lt"/>
              </a:rPr>
              <a:t>DRAFT</a:t>
            </a:r>
          </a:p>
        </p:txBody>
      </p:sp>
      <p:sp>
        <p:nvSpPr>
          <p:cNvPr id="44" name="Presentation - Disclaimers" hidden="1"/>
          <p:cNvSpPr>
            <a:spLocks noChangeArrowheads="1"/>
          </p:cNvSpPr>
          <p:nvPr>
            <p:custDataLst>
              <p:tags r:id="rId15"/>
            </p:custDataLst>
          </p:nvPr>
        </p:nvSpPr>
        <p:spPr bwMode="auto">
          <a:xfrm>
            <a:off x="5037677" y="7260336"/>
            <a:ext cx="3768436" cy="143757"/>
          </a:xfrm>
          <a:prstGeom prst="rect">
            <a:avLst/>
          </a:prstGeom>
          <a:noFill/>
          <a:ln w="9525">
            <a:noFill/>
            <a:miter lim="800000"/>
            <a:headEnd/>
            <a:tailEnd/>
          </a:ln>
        </p:spPr>
        <p:txBody>
          <a:bodyPr wrap="square" lIns="0" tIns="0" rIns="0" bIns="0" anchor="t" anchorCtr="0">
            <a:spAutoFit/>
          </a:bodyPr>
          <a:lstStyle/>
          <a:p>
            <a:pPr algn="ctr" defTabSz="1017304">
              <a:lnSpc>
                <a:spcPts val="1198"/>
              </a:lnSpc>
            </a:pPr>
            <a:endParaRPr lang="en-US" sz="970" b="1" cap="all">
              <a:solidFill>
                <a:srgbClr val="FF0000"/>
              </a:solidFill>
              <a:latin typeface="Arial" panose="020B0604020202020204" pitchFamily="34" charset="0"/>
              <a:cs typeface="Arial" panose="020B0604020202020204" pitchFamily="34" charset="0"/>
            </a:endParaRPr>
          </a:p>
        </p:txBody>
      </p:sp>
      <p:sp>
        <p:nvSpPr>
          <p:cNvPr id="50" name="Logo - Client 1" hidden="1"/>
          <p:cNvSpPr>
            <a:spLocks/>
          </p:cNvSpPr>
          <p:nvPr/>
        </p:nvSpPr>
        <p:spPr>
          <a:xfrm>
            <a:off x="11634566" y="421641"/>
            <a:ext cx="1256669" cy="31089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70" dirty="0">
                <a:solidFill>
                  <a:schemeClr val="tx1"/>
                </a:solidFill>
              </a:rPr>
              <a:t>Client Logo</a:t>
            </a:r>
          </a:p>
        </p:txBody>
      </p:sp>
      <p:sp>
        <p:nvSpPr>
          <p:cNvPr id="2" name="Slide Number Placeholder 1">
            <a:extLst>
              <a:ext uri="{FF2B5EF4-FFF2-40B4-BE49-F238E27FC236}">
                <a16:creationId xmlns:a16="http://schemas.microsoft.com/office/drawing/2014/main" id="{BDAB292E-E307-B161-52A9-49016812470B}"/>
              </a:ext>
            </a:extLst>
          </p:cNvPr>
          <p:cNvSpPr>
            <a:spLocks noGrp="1"/>
          </p:cNvSpPr>
          <p:nvPr>
            <p:ph type="sldNum" sz="quarter" idx="4"/>
          </p:nvPr>
        </p:nvSpPr>
        <p:spPr>
          <a:xfrm>
            <a:off x="12400959" y="7502055"/>
            <a:ext cx="662956" cy="144345"/>
          </a:xfrm>
          <a:prstGeom prst="rect">
            <a:avLst/>
          </a:prstGeom>
        </p:spPr>
        <p:txBody>
          <a:bodyPr vert="horz" wrap="none" lIns="0" tIns="0" rIns="0" bIns="0" rtlCol="0" anchor="ctr" anchorCtr="0">
            <a:noAutofit/>
          </a:bodyPr>
          <a:lstStyle>
            <a:lvl1pPr>
              <a:defRPr lang="en-US" b="1" smtClean="0">
                <a:solidFill>
                  <a:schemeClr val="accent2"/>
                </a:solidFill>
                <a:latin typeface="Nunito" pitchFamily="2" charset="0"/>
                <a:cs typeface="Arial" panose="020B0604020202020204" pitchFamily="34" charset="0"/>
              </a:defRPr>
            </a:lvl1pPr>
          </a:lstStyle>
          <a:p>
            <a:pPr algn="r" defTabSz="913036">
              <a:spcAft>
                <a:spcPts val="399"/>
              </a:spcAft>
              <a:buClr>
                <a:schemeClr val="tx2"/>
              </a:buClr>
              <a:buSzPct val="115000"/>
            </a:pPr>
            <a:fld id="{D6B5243D-B653-4000-BC65-0C10E5412800}" type="slidenum">
              <a:rPr lang="en-US" smtClean="0"/>
              <a:pPr algn="r" defTabSz="913036">
                <a:spcAft>
                  <a:spcPts val="399"/>
                </a:spcAft>
                <a:buClr>
                  <a:schemeClr val="tx2"/>
                </a:buClr>
                <a:buSzPct val="115000"/>
              </a:pPr>
              <a:t>‹#›</a:t>
            </a:fld>
            <a:endParaRPr lang="en-US"/>
          </a:p>
        </p:txBody>
      </p:sp>
    </p:spTree>
    <p:extLst>
      <p:ext uri="{BB962C8B-B14F-4D97-AF65-F5344CB8AC3E}">
        <p14:creationId xmlns:p14="http://schemas.microsoft.com/office/powerpoint/2010/main" val="1982635762"/>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hdr="0" ftr="0" dt="0"/>
  <p:txStyles>
    <p:titleStyle>
      <a:lvl1pPr algn="l" defTabSz="913036" rtl="0" eaLnBrk="1" latinLnBrk="0" hangingPunct="1">
        <a:lnSpc>
          <a:spcPct val="90000"/>
        </a:lnSpc>
        <a:spcBef>
          <a:spcPct val="0"/>
        </a:spcBef>
        <a:buNone/>
        <a:defRPr lang="en-US" sz="2183" b="1" kern="0" spc="121" baseline="0" dirty="0">
          <a:solidFill>
            <a:schemeClr val="tx1"/>
          </a:solidFill>
          <a:latin typeface="Nunito" panose="020B0604020202020204" pitchFamily="2" charset="0"/>
          <a:ea typeface="+mj-ea"/>
          <a:cs typeface="Arial" panose="020B0604020202020204" pitchFamily="34" charset="0"/>
        </a:defRPr>
      </a:lvl1pPr>
    </p:titleStyle>
    <p:bodyStyle>
      <a:lvl1pPr marL="114156" indent="-114156" algn="l" defTabSz="913036" rtl="0" eaLnBrk="1" latinLnBrk="0" hangingPunct="1">
        <a:spcBef>
          <a:spcPts val="0"/>
        </a:spcBef>
        <a:spcAft>
          <a:spcPts val="399"/>
        </a:spcAft>
        <a:buClr>
          <a:schemeClr val="tx2"/>
        </a:buClr>
        <a:buSzPct val="115000"/>
        <a:buFont typeface="Arial" panose="020B0604020202020204" pitchFamily="34" charset="0"/>
        <a:buChar char="•"/>
        <a:defRPr sz="970" kern="1200">
          <a:solidFill>
            <a:schemeClr val="tx1"/>
          </a:solidFill>
          <a:latin typeface="+mn-lt"/>
          <a:ea typeface="+mn-ea"/>
          <a:cs typeface="Arial" panose="020B0604020202020204" pitchFamily="34" charset="0"/>
        </a:defRPr>
      </a:lvl1pPr>
      <a:lvl2pPr marL="234654" indent="-114156" algn="l" defTabSz="1017851" rtl="0" eaLnBrk="1" latinLnBrk="0" hangingPunct="1">
        <a:spcBef>
          <a:spcPts val="0"/>
        </a:spcBef>
        <a:spcAft>
          <a:spcPts val="399"/>
        </a:spcAft>
        <a:buClr>
          <a:schemeClr val="tx2"/>
        </a:buClr>
        <a:buSzPct val="100000"/>
        <a:buFont typeface="Arial" panose="020B0604020202020204" pitchFamily="34" charset="0"/>
        <a:buChar char="–"/>
        <a:defRPr sz="970" kern="1200">
          <a:solidFill>
            <a:schemeClr val="tx1"/>
          </a:solidFill>
          <a:latin typeface="+mn-lt"/>
          <a:ea typeface="+mn-ea"/>
          <a:cs typeface="Arial" panose="020B0604020202020204" pitchFamily="34" charset="0"/>
        </a:defRPr>
      </a:lvl2pPr>
      <a:lvl3pPr marL="348810" indent="-114156" algn="l" defTabSz="913036" rtl="0" eaLnBrk="1" latinLnBrk="0" hangingPunct="1">
        <a:spcBef>
          <a:spcPts val="0"/>
        </a:spcBef>
        <a:spcAft>
          <a:spcPts val="399"/>
        </a:spcAft>
        <a:buClr>
          <a:schemeClr val="tx2"/>
        </a:buClr>
        <a:buFont typeface="Courier New" panose="02070309020205020404" pitchFamily="49" charset="0"/>
        <a:buChar char="o"/>
        <a:defRPr sz="970" kern="1200" baseline="0">
          <a:solidFill>
            <a:schemeClr val="tx1"/>
          </a:solidFill>
          <a:latin typeface="+mn-lt"/>
          <a:ea typeface="+mn-ea"/>
          <a:cs typeface="Arial" panose="020B0604020202020204" pitchFamily="34" charset="0"/>
        </a:defRPr>
      </a:lvl3pPr>
      <a:lvl4pPr marL="455039" indent="-110985" algn="l" defTabSz="1017851" rtl="0" eaLnBrk="1" latinLnBrk="0" hangingPunct="1">
        <a:spcBef>
          <a:spcPts val="0"/>
        </a:spcBef>
        <a:spcAft>
          <a:spcPts val="399"/>
        </a:spcAft>
        <a:buClr>
          <a:schemeClr val="tx2"/>
        </a:buClr>
        <a:buSzPct val="100000"/>
        <a:buFont typeface="Arial" panose="020B0604020202020204" pitchFamily="34" charset="0"/>
        <a:buChar char="»"/>
        <a:defRPr sz="970" kern="1200">
          <a:solidFill>
            <a:schemeClr val="tx1"/>
          </a:solidFill>
          <a:latin typeface="+mn-lt"/>
          <a:ea typeface="+mn-ea"/>
          <a:cs typeface="Arial" panose="020B0604020202020204" pitchFamily="34" charset="0"/>
        </a:defRPr>
      </a:lvl4pPr>
      <a:lvl5pPr marL="567610" indent="0" algn="l" defTabSz="1017851" rtl="0" eaLnBrk="1" latinLnBrk="0" hangingPunct="1">
        <a:spcBef>
          <a:spcPts val="0"/>
        </a:spcBef>
        <a:spcAft>
          <a:spcPts val="399"/>
        </a:spcAft>
        <a:buClr>
          <a:schemeClr val="tx2"/>
        </a:buClr>
        <a:buSzPct val="115000"/>
        <a:buFont typeface="Arial" panose="020B0604020202020204" pitchFamily="34" charset="0"/>
        <a:buNone/>
        <a:defRPr sz="799" kern="1200">
          <a:solidFill>
            <a:schemeClr val="tx1"/>
          </a:solidFill>
          <a:latin typeface="Arial" panose="020B0604020202020204" pitchFamily="34" charset="0"/>
          <a:ea typeface="+mn-ea"/>
          <a:cs typeface="Arial" panose="020B0604020202020204" pitchFamily="34" charset="0"/>
        </a:defRPr>
      </a:lvl5pPr>
      <a:lvl6pPr marL="558097" indent="-101473" algn="l" defTabSz="913036" rtl="0" eaLnBrk="1" latinLnBrk="0" hangingPunct="1">
        <a:spcBef>
          <a:spcPct val="20000"/>
        </a:spcBef>
        <a:buFont typeface="Arial" panose="020B0604020202020204" pitchFamily="34" charset="0"/>
        <a:buChar char="–"/>
        <a:defRPr sz="799" kern="1200">
          <a:solidFill>
            <a:schemeClr val="tx1"/>
          </a:solidFill>
          <a:latin typeface="+mn-lt"/>
          <a:ea typeface="+mn-ea"/>
          <a:cs typeface="+mn-cs"/>
        </a:defRPr>
      </a:lvl6pPr>
      <a:lvl7pPr marL="2967364" indent="-228259" algn="l" defTabSz="913036" rtl="0" eaLnBrk="1" latinLnBrk="0" hangingPunct="1">
        <a:spcBef>
          <a:spcPct val="20000"/>
        </a:spcBef>
        <a:buFont typeface="Arial" panose="020B0604020202020204" pitchFamily="34" charset="0"/>
        <a:buChar char="•"/>
        <a:defRPr sz="1997" kern="1200">
          <a:solidFill>
            <a:schemeClr val="tx1"/>
          </a:solidFill>
          <a:latin typeface="+mn-lt"/>
          <a:ea typeface="+mn-ea"/>
          <a:cs typeface="+mn-cs"/>
        </a:defRPr>
      </a:lvl7pPr>
      <a:lvl8pPr marL="3423884" indent="-228259" algn="l" defTabSz="913036" rtl="0" eaLnBrk="1" latinLnBrk="0" hangingPunct="1">
        <a:spcBef>
          <a:spcPct val="20000"/>
        </a:spcBef>
        <a:buFont typeface="Arial" panose="020B0604020202020204" pitchFamily="34" charset="0"/>
        <a:buChar char="•"/>
        <a:defRPr sz="1997" kern="1200">
          <a:solidFill>
            <a:schemeClr val="tx1"/>
          </a:solidFill>
          <a:latin typeface="+mn-lt"/>
          <a:ea typeface="+mn-ea"/>
          <a:cs typeface="+mn-cs"/>
        </a:defRPr>
      </a:lvl8pPr>
      <a:lvl9pPr marL="3880398" indent="-228259" algn="l" defTabSz="913036" rtl="0" eaLnBrk="1" latinLnBrk="0" hangingPunct="1">
        <a:spcBef>
          <a:spcPct val="20000"/>
        </a:spcBef>
        <a:buFont typeface="Arial" panose="020B0604020202020204" pitchFamily="34" charset="0"/>
        <a:buChar char="•"/>
        <a:defRPr sz="1997" kern="1200">
          <a:solidFill>
            <a:schemeClr val="tx1"/>
          </a:solidFill>
          <a:latin typeface="+mn-lt"/>
          <a:ea typeface="+mn-ea"/>
          <a:cs typeface="+mn-cs"/>
        </a:defRPr>
      </a:lvl9pPr>
    </p:bodyStyle>
    <p:otherStyle>
      <a:defPPr>
        <a:defRPr lang="en-US"/>
      </a:defPPr>
      <a:lvl1pPr marL="0" algn="l" defTabSz="913036" rtl="0" eaLnBrk="1" latinLnBrk="0" hangingPunct="1">
        <a:defRPr sz="799" kern="1200">
          <a:solidFill>
            <a:schemeClr val="tx1"/>
          </a:solidFill>
          <a:latin typeface="+mn-lt"/>
          <a:ea typeface="+mn-ea"/>
          <a:cs typeface="+mn-cs"/>
        </a:defRPr>
      </a:lvl1pPr>
      <a:lvl2pPr marL="456517" algn="l" defTabSz="913036" rtl="0" eaLnBrk="1" latinLnBrk="0" hangingPunct="1">
        <a:defRPr sz="799" kern="1200">
          <a:solidFill>
            <a:schemeClr val="tx1"/>
          </a:solidFill>
          <a:latin typeface="+mn-lt"/>
          <a:ea typeface="+mn-ea"/>
          <a:cs typeface="+mn-cs"/>
        </a:defRPr>
      </a:lvl2pPr>
      <a:lvl3pPr marL="913036" algn="l" defTabSz="913036" rtl="0" eaLnBrk="1" latinLnBrk="0" hangingPunct="1">
        <a:defRPr sz="799" kern="1200">
          <a:solidFill>
            <a:schemeClr val="tx1"/>
          </a:solidFill>
          <a:latin typeface="+mn-lt"/>
          <a:ea typeface="+mn-ea"/>
          <a:cs typeface="+mn-cs"/>
        </a:defRPr>
      </a:lvl3pPr>
      <a:lvl4pPr marL="1369552" algn="l" defTabSz="913036" rtl="0" eaLnBrk="1" latinLnBrk="0" hangingPunct="1">
        <a:defRPr sz="799" kern="1200">
          <a:solidFill>
            <a:schemeClr val="tx1"/>
          </a:solidFill>
          <a:latin typeface="+mn-lt"/>
          <a:ea typeface="+mn-ea"/>
          <a:cs typeface="+mn-cs"/>
        </a:defRPr>
      </a:lvl4pPr>
      <a:lvl5pPr marL="1826069" algn="l" defTabSz="913036" rtl="0" eaLnBrk="1" latinLnBrk="0" hangingPunct="1">
        <a:defRPr sz="799" kern="1200">
          <a:solidFill>
            <a:schemeClr val="tx1"/>
          </a:solidFill>
          <a:latin typeface="+mn-lt"/>
          <a:ea typeface="+mn-ea"/>
          <a:cs typeface="+mn-cs"/>
        </a:defRPr>
      </a:lvl5pPr>
      <a:lvl6pPr marL="2282587" algn="l" defTabSz="913036" rtl="0" eaLnBrk="1" latinLnBrk="0" hangingPunct="1">
        <a:defRPr sz="799" kern="1200">
          <a:solidFill>
            <a:schemeClr val="tx1"/>
          </a:solidFill>
          <a:latin typeface="+mn-lt"/>
          <a:ea typeface="+mn-ea"/>
          <a:cs typeface="+mn-cs"/>
        </a:defRPr>
      </a:lvl6pPr>
      <a:lvl7pPr marL="2739106" algn="l" defTabSz="913036" rtl="0" eaLnBrk="1" latinLnBrk="0" hangingPunct="1">
        <a:defRPr sz="799" kern="1200">
          <a:solidFill>
            <a:schemeClr val="tx1"/>
          </a:solidFill>
          <a:latin typeface="+mn-lt"/>
          <a:ea typeface="+mn-ea"/>
          <a:cs typeface="+mn-cs"/>
        </a:defRPr>
      </a:lvl7pPr>
      <a:lvl8pPr marL="3195622" algn="l" defTabSz="913036" rtl="0" eaLnBrk="1" latinLnBrk="0" hangingPunct="1">
        <a:defRPr sz="799" kern="1200">
          <a:solidFill>
            <a:schemeClr val="tx1"/>
          </a:solidFill>
          <a:latin typeface="+mn-lt"/>
          <a:ea typeface="+mn-ea"/>
          <a:cs typeface="+mn-cs"/>
        </a:defRPr>
      </a:lvl8pPr>
      <a:lvl9pPr marL="3652140" algn="l" defTabSz="913036" rtl="0" eaLnBrk="1" latinLnBrk="0" hangingPunct="1">
        <a:defRPr sz="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23.x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6.xml"/><Relationship Id="rId1" Type="http://schemas.openxmlformats.org/officeDocument/2006/relationships/tags" Target="../tags/tag24.xml"/><Relationship Id="rId5" Type="http://schemas.openxmlformats.org/officeDocument/2006/relationships/image" Target="../media/image17.jpeg"/><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7.xml"/><Relationship Id="rId7" Type="http://schemas.openxmlformats.org/officeDocument/2006/relationships/oleObject" Target="../embeddings/oleObject5.bin"/><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notesSlide" Target="../notesSlides/notesSlide1.xml"/><Relationship Id="rId5" Type="http://schemas.openxmlformats.org/officeDocument/2006/relationships/slideLayout" Target="../slideLayouts/slideLayout14.xml"/><Relationship Id="rId4" Type="http://schemas.openxmlformats.org/officeDocument/2006/relationships/tags" Target="../tags/tag28.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4.xml"/><Relationship Id="rId1" Type="http://schemas.openxmlformats.org/officeDocument/2006/relationships/tags" Target="../tags/tag29.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4.xml"/><Relationship Id="rId1" Type="http://schemas.openxmlformats.org/officeDocument/2006/relationships/tags" Target="../tags/tag30.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tags" Target="../tags/tag31.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9.xml"/><Relationship Id="rId1" Type="http://schemas.openxmlformats.org/officeDocument/2006/relationships/tags" Target="../tags/tag32.xm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image" Target="../media/image1.emf"/><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oleObject" Target="../embeddings/oleObject10.bin"/><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slideLayout" Target="../slideLayouts/slideLayout9.xml"/><Relationship Id="rId5" Type="http://schemas.openxmlformats.org/officeDocument/2006/relationships/tags" Target="../tags/tag37.xml"/><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9.xml"/><Relationship Id="rId1" Type="http://schemas.openxmlformats.org/officeDocument/2006/relationships/tags" Target="../tags/tag43.xml"/><Relationship Id="rId5" Type="http://schemas.openxmlformats.org/officeDocument/2006/relationships/image" Target="../media/image18.png"/><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20.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9.png"/><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8.xml"/><Relationship Id="rId1" Type="http://schemas.openxmlformats.org/officeDocument/2006/relationships/tags" Target="../tags/tag46.xml"/><Relationship Id="rId4" Type="http://schemas.openxmlformats.org/officeDocument/2006/relationships/image" Target="../media/image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8.xml"/><Relationship Id="rId1" Type="http://schemas.openxmlformats.org/officeDocument/2006/relationships/tags" Target="../tags/tag47.xml"/><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50.xml"/><Relationship Id="rId7" Type="http://schemas.openxmlformats.org/officeDocument/2006/relationships/image" Target="../media/image1.emf"/><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oleObject" Target="../embeddings/oleObject15.bin"/><Relationship Id="rId5" Type="http://schemas.openxmlformats.org/officeDocument/2006/relationships/slideLayout" Target="../slideLayouts/slideLayout14.xml"/><Relationship Id="rId4" Type="http://schemas.openxmlformats.org/officeDocument/2006/relationships/tags" Target="../tags/tag51.xml"/><Relationship Id="rId9"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4.xml"/><Relationship Id="rId1" Type="http://schemas.openxmlformats.org/officeDocument/2006/relationships/tags" Target="../tags/tag52.xml"/><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23.png"/><Relationship Id="rId5" Type="http://schemas.openxmlformats.org/officeDocument/2006/relationships/image" Target="../media/image1.emf"/><Relationship Id="rId4" Type="http://schemas.openxmlformats.org/officeDocument/2006/relationships/oleObject" Target="../embeddings/oleObject17.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8.xml"/><Relationship Id="rId1" Type="http://schemas.openxmlformats.org/officeDocument/2006/relationships/tags" Target="../tags/tag55.xml"/><Relationship Id="rId5" Type="http://schemas.openxmlformats.org/officeDocument/2006/relationships/image" Target="../media/image24.png"/><Relationship Id="rId4" Type="http://schemas.openxmlformats.org/officeDocument/2006/relationships/image" Target="../media/image1.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8.xml"/><Relationship Id="rId1" Type="http://schemas.openxmlformats.org/officeDocument/2006/relationships/tags" Target="../tags/tag56.xml"/><Relationship Id="rId5" Type="http://schemas.openxmlformats.org/officeDocument/2006/relationships/image" Target="../media/image25.png"/><Relationship Id="rId4" Type="http://schemas.openxmlformats.org/officeDocument/2006/relationships/image" Target="../media/image1.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8.xml"/><Relationship Id="rId1" Type="http://schemas.openxmlformats.org/officeDocument/2006/relationships/tags" Target="../tags/tag5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8.xml"/><Relationship Id="rId1" Type="http://schemas.openxmlformats.org/officeDocument/2006/relationships/tags" Target="../tags/tag5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emf"/></Relationships>
</file>

<file path=ppt/slides/_rels/slide20.xml.rels><?xml version="1.0" encoding="UTF-8" standalone="yes"?>
<Relationships xmlns="http://schemas.openxmlformats.org/package/2006/relationships"><Relationship Id="rId8" Type="http://schemas.openxmlformats.org/officeDocument/2006/relationships/image" Target="../media/image32.jpeg"/><Relationship Id="rId3" Type="http://schemas.openxmlformats.org/officeDocument/2006/relationships/oleObject" Target="../embeddings/oleObject22.bin"/><Relationship Id="rId7" Type="http://schemas.openxmlformats.org/officeDocument/2006/relationships/image" Target="../media/image31.jpeg"/><Relationship Id="rId2" Type="http://schemas.openxmlformats.org/officeDocument/2006/relationships/slideLayout" Target="../slideLayouts/slideLayout8.xml"/><Relationship Id="rId1" Type="http://schemas.openxmlformats.org/officeDocument/2006/relationships/tags" Target="../tags/tag59.xml"/><Relationship Id="rId6" Type="http://schemas.openxmlformats.org/officeDocument/2006/relationships/image" Target="../media/image30.jpeg"/><Relationship Id="rId5" Type="http://schemas.openxmlformats.org/officeDocument/2006/relationships/hyperlink" Target="https://quartr.com/insights/business-philosophy/amazon-s-writing-culture-explained" TargetMode="External"/><Relationship Id="rId4" Type="http://schemas.openxmlformats.org/officeDocument/2006/relationships/image" Target="../media/image1.emf"/><Relationship Id="rId9" Type="http://schemas.openxmlformats.org/officeDocument/2006/relationships/image" Target="../media/image33.jpe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8.xml"/><Relationship Id="rId1" Type="http://schemas.openxmlformats.org/officeDocument/2006/relationships/tags" Target="../tags/tag60.xml"/><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tags" Target="../tags/tag63.xml"/><Relationship Id="rId7" Type="http://schemas.openxmlformats.org/officeDocument/2006/relationships/slideLayout" Target="../slideLayouts/slideLayout8.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9" Type="http://schemas.openxmlformats.org/officeDocument/2006/relationships/image" Target="../media/image1.e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69.xml"/><Relationship Id="rId7" Type="http://schemas.openxmlformats.org/officeDocument/2006/relationships/slideLayout" Target="../slideLayouts/slideLayout14.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9" Type="http://schemas.openxmlformats.org/officeDocument/2006/relationships/image" Target="../media/image1.emf"/></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37.png"/><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36.png"/><Relationship Id="rId2" Type="http://schemas.openxmlformats.org/officeDocument/2006/relationships/tags" Target="../tags/tag74.xml"/><Relationship Id="rId16" Type="http://schemas.openxmlformats.org/officeDocument/2006/relationships/image" Target="../media/image40.png"/><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35.png"/><Relationship Id="rId5" Type="http://schemas.openxmlformats.org/officeDocument/2006/relationships/tags" Target="../tags/tag77.xml"/><Relationship Id="rId15" Type="http://schemas.openxmlformats.org/officeDocument/2006/relationships/image" Target="../media/image39.png"/><Relationship Id="rId10" Type="http://schemas.openxmlformats.org/officeDocument/2006/relationships/image" Target="../media/image1.emf"/><Relationship Id="rId4" Type="http://schemas.openxmlformats.org/officeDocument/2006/relationships/tags" Target="../tags/tag76.xml"/><Relationship Id="rId9" Type="http://schemas.openxmlformats.org/officeDocument/2006/relationships/oleObject" Target="../embeddings/oleObject26.bin"/><Relationship Id="rId14" Type="http://schemas.openxmlformats.org/officeDocument/2006/relationships/image" Target="../media/image38.png"/></Relationships>
</file>

<file path=ppt/slides/_rels/slide2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tags" Target="../tags/tag82.xml"/><Relationship Id="rId7" Type="http://schemas.openxmlformats.org/officeDocument/2006/relationships/image" Target="../media/image1.emf"/><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oleObject" Target="../embeddings/oleObject27.bin"/><Relationship Id="rId5" Type="http://schemas.openxmlformats.org/officeDocument/2006/relationships/notesSlide" Target="../notesSlides/notesSlide2.xml"/><Relationship Id="rId4" Type="http://schemas.openxmlformats.org/officeDocument/2006/relationships/slideLayout" Target="../slideLayouts/slideLayout16.xml"/><Relationship Id="rId9"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9.xml"/><Relationship Id="rId1" Type="http://schemas.openxmlformats.org/officeDocument/2006/relationships/tags" Target="../tags/tag83.xml"/><Relationship Id="rId5" Type="http://schemas.openxmlformats.org/officeDocument/2006/relationships/image" Target="../media/image43.png"/><Relationship Id="rId4" Type="http://schemas.openxmlformats.org/officeDocument/2006/relationships/image" Target="../media/image1.emf"/></Relationships>
</file>

<file path=ppt/slides/_rels/slide27.xml.rels><?xml version="1.0" encoding="UTF-8" standalone="yes"?>
<Relationships xmlns="http://schemas.openxmlformats.org/package/2006/relationships"><Relationship Id="rId13" Type="http://schemas.openxmlformats.org/officeDocument/2006/relationships/tags" Target="../tags/tag96.xml"/><Relationship Id="rId18" Type="http://schemas.openxmlformats.org/officeDocument/2006/relationships/tags" Target="../tags/tag101.xml"/><Relationship Id="rId26" Type="http://schemas.openxmlformats.org/officeDocument/2006/relationships/tags" Target="../tags/tag109.xml"/><Relationship Id="rId39" Type="http://schemas.openxmlformats.org/officeDocument/2006/relationships/tags" Target="../tags/tag122.xml"/><Relationship Id="rId21" Type="http://schemas.openxmlformats.org/officeDocument/2006/relationships/tags" Target="../tags/tag104.xml"/><Relationship Id="rId34" Type="http://schemas.openxmlformats.org/officeDocument/2006/relationships/tags" Target="../tags/tag117.xml"/><Relationship Id="rId42" Type="http://schemas.openxmlformats.org/officeDocument/2006/relationships/tags" Target="../tags/tag125.xml"/><Relationship Id="rId47" Type="http://schemas.openxmlformats.org/officeDocument/2006/relationships/tags" Target="../tags/tag130.xml"/><Relationship Id="rId50" Type="http://schemas.openxmlformats.org/officeDocument/2006/relationships/notesSlide" Target="../notesSlides/notesSlide3.xml"/><Relationship Id="rId55" Type="http://schemas.openxmlformats.org/officeDocument/2006/relationships/image" Target="../media/image45.png"/><Relationship Id="rId7" Type="http://schemas.openxmlformats.org/officeDocument/2006/relationships/tags" Target="../tags/tag90.xml"/><Relationship Id="rId2" Type="http://schemas.openxmlformats.org/officeDocument/2006/relationships/tags" Target="../tags/tag85.xml"/><Relationship Id="rId16" Type="http://schemas.openxmlformats.org/officeDocument/2006/relationships/tags" Target="../tags/tag99.xml"/><Relationship Id="rId29" Type="http://schemas.openxmlformats.org/officeDocument/2006/relationships/tags" Target="../tags/tag112.xml"/><Relationship Id="rId11" Type="http://schemas.openxmlformats.org/officeDocument/2006/relationships/tags" Target="../tags/tag94.xml"/><Relationship Id="rId24" Type="http://schemas.openxmlformats.org/officeDocument/2006/relationships/tags" Target="../tags/tag107.xml"/><Relationship Id="rId32" Type="http://schemas.openxmlformats.org/officeDocument/2006/relationships/tags" Target="../tags/tag115.xml"/><Relationship Id="rId37" Type="http://schemas.openxmlformats.org/officeDocument/2006/relationships/tags" Target="../tags/tag120.xml"/><Relationship Id="rId40" Type="http://schemas.openxmlformats.org/officeDocument/2006/relationships/tags" Target="../tags/tag123.xml"/><Relationship Id="rId45" Type="http://schemas.openxmlformats.org/officeDocument/2006/relationships/tags" Target="../tags/tag128.xml"/><Relationship Id="rId53" Type="http://schemas.openxmlformats.org/officeDocument/2006/relationships/chart" Target="../charts/chart2.xml"/><Relationship Id="rId5" Type="http://schemas.openxmlformats.org/officeDocument/2006/relationships/tags" Target="../tags/tag88.xml"/><Relationship Id="rId10" Type="http://schemas.openxmlformats.org/officeDocument/2006/relationships/tags" Target="../tags/tag93.xml"/><Relationship Id="rId19" Type="http://schemas.openxmlformats.org/officeDocument/2006/relationships/tags" Target="../tags/tag102.xml"/><Relationship Id="rId31" Type="http://schemas.openxmlformats.org/officeDocument/2006/relationships/tags" Target="../tags/tag114.xml"/><Relationship Id="rId44" Type="http://schemas.openxmlformats.org/officeDocument/2006/relationships/tags" Target="../tags/tag127.xml"/><Relationship Id="rId52" Type="http://schemas.openxmlformats.org/officeDocument/2006/relationships/image" Target="../media/image1.emf"/><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tags" Target="../tags/tag97.xml"/><Relationship Id="rId22" Type="http://schemas.openxmlformats.org/officeDocument/2006/relationships/tags" Target="../tags/tag105.xml"/><Relationship Id="rId27" Type="http://schemas.openxmlformats.org/officeDocument/2006/relationships/tags" Target="../tags/tag110.xml"/><Relationship Id="rId30" Type="http://schemas.openxmlformats.org/officeDocument/2006/relationships/tags" Target="../tags/tag113.xml"/><Relationship Id="rId35" Type="http://schemas.openxmlformats.org/officeDocument/2006/relationships/tags" Target="../tags/tag118.xml"/><Relationship Id="rId43" Type="http://schemas.openxmlformats.org/officeDocument/2006/relationships/tags" Target="../tags/tag126.xml"/><Relationship Id="rId48" Type="http://schemas.openxmlformats.org/officeDocument/2006/relationships/tags" Target="../tags/tag131.xml"/><Relationship Id="rId56" Type="http://schemas.openxmlformats.org/officeDocument/2006/relationships/hyperlink" Target="https://app.powerbi.com/groups/me/reports/89972d16-e0cf-4854-8a10-81a797d83146/ReportSection2b5c3fcad9126f9abf1d?experience=power-bi" TargetMode="External"/><Relationship Id="rId8" Type="http://schemas.openxmlformats.org/officeDocument/2006/relationships/tags" Target="../tags/tag91.xml"/><Relationship Id="rId51" Type="http://schemas.openxmlformats.org/officeDocument/2006/relationships/oleObject" Target="../embeddings/oleObject29.bin"/><Relationship Id="rId3" Type="http://schemas.openxmlformats.org/officeDocument/2006/relationships/tags" Target="../tags/tag86.xml"/><Relationship Id="rId12" Type="http://schemas.openxmlformats.org/officeDocument/2006/relationships/tags" Target="../tags/tag95.xml"/><Relationship Id="rId17" Type="http://schemas.openxmlformats.org/officeDocument/2006/relationships/tags" Target="../tags/tag100.xml"/><Relationship Id="rId25" Type="http://schemas.openxmlformats.org/officeDocument/2006/relationships/tags" Target="../tags/tag108.xml"/><Relationship Id="rId33" Type="http://schemas.openxmlformats.org/officeDocument/2006/relationships/tags" Target="../tags/tag116.xml"/><Relationship Id="rId38" Type="http://schemas.openxmlformats.org/officeDocument/2006/relationships/tags" Target="../tags/tag121.xml"/><Relationship Id="rId46" Type="http://schemas.openxmlformats.org/officeDocument/2006/relationships/tags" Target="../tags/tag129.xml"/><Relationship Id="rId20" Type="http://schemas.openxmlformats.org/officeDocument/2006/relationships/tags" Target="../tags/tag103.xml"/><Relationship Id="rId41" Type="http://schemas.openxmlformats.org/officeDocument/2006/relationships/tags" Target="../tags/tag124.xml"/><Relationship Id="rId54" Type="http://schemas.openxmlformats.org/officeDocument/2006/relationships/image" Target="../media/image44.png"/><Relationship Id="rId1" Type="http://schemas.openxmlformats.org/officeDocument/2006/relationships/tags" Target="../tags/tag84.xml"/><Relationship Id="rId6" Type="http://schemas.openxmlformats.org/officeDocument/2006/relationships/tags" Target="../tags/tag89.xml"/><Relationship Id="rId15" Type="http://schemas.openxmlformats.org/officeDocument/2006/relationships/tags" Target="../tags/tag98.xml"/><Relationship Id="rId23" Type="http://schemas.openxmlformats.org/officeDocument/2006/relationships/tags" Target="../tags/tag106.xml"/><Relationship Id="rId28" Type="http://schemas.openxmlformats.org/officeDocument/2006/relationships/tags" Target="../tags/tag111.xml"/><Relationship Id="rId36" Type="http://schemas.openxmlformats.org/officeDocument/2006/relationships/tags" Target="../tags/tag119.xml"/><Relationship Id="rId49"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4.xml"/><Relationship Id="rId1" Type="http://schemas.openxmlformats.org/officeDocument/2006/relationships/tags" Target="../tags/tag132.xml"/><Relationship Id="rId4" Type="http://schemas.openxmlformats.org/officeDocument/2006/relationships/image" Target="../media/image1.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6.xml"/><Relationship Id="rId1" Type="http://schemas.openxmlformats.org/officeDocument/2006/relationships/tags" Target="../tags/tag133.xml"/><Relationship Id="rId4" Type="http://schemas.openxmlformats.org/officeDocument/2006/relationships/image" Target="../media/image1.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2.bin"/><Relationship Id="rId7" Type="http://schemas.openxmlformats.org/officeDocument/2006/relationships/image" Target="../media/image48.png"/><Relationship Id="rId2" Type="http://schemas.openxmlformats.org/officeDocument/2006/relationships/slideLayout" Target="../slideLayouts/slideLayout18.xml"/><Relationship Id="rId1" Type="http://schemas.openxmlformats.org/officeDocument/2006/relationships/tags" Target="../tags/tag13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34.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6.xml"/><Relationship Id="rId1" Type="http://schemas.openxmlformats.org/officeDocument/2006/relationships/tags" Target="../tags/tag135.xml"/><Relationship Id="rId4" Type="http://schemas.openxmlformats.org/officeDocument/2006/relationships/image" Target="../media/image34.emf"/></Relationships>
</file>

<file path=ppt/slides/_rels/slide3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slideLayout" Target="../slideLayouts/slideLayout9.xml"/><Relationship Id="rId7" Type="http://schemas.openxmlformats.org/officeDocument/2006/relationships/image" Target="../media/image49.png"/><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image" Target="../media/image34.emf"/><Relationship Id="rId5" Type="http://schemas.openxmlformats.org/officeDocument/2006/relationships/oleObject" Target="../embeddings/oleObject34.bin"/><Relationship Id="rId4" Type="http://schemas.openxmlformats.org/officeDocument/2006/relationships/notesSlide" Target="../notesSlides/notesSlide4.xml"/><Relationship Id="rId9" Type="http://schemas.openxmlformats.org/officeDocument/2006/relationships/image" Target="../media/image51.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9.xml"/><Relationship Id="rId1" Type="http://schemas.openxmlformats.org/officeDocument/2006/relationships/tags" Target="../tags/tag138.xml"/><Relationship Id="rId5" Type="http://schemas.openxmlformats.org/officeDocument/2006/relationships/image" Target="../media/image48.png"/><Relationship Id="rId4" Type="http://schemas.openxmlformats.org/officeDocument/2006/relationships/image" Target="../media/image1.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9.xml"/><Relationship Id="rId1" Type="http://schemas.openxmlformats.org/officeDocument/2006/relationships/tags" Target="../tags/tag139.xml"/><Relationship Id="rId4" Type="http://schemas.openxmlformats.org/officeDocument/2006/relationships/image" Target="../media/image1.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8.xml"/><Relationship Id="rId1" Type="http://schemas.openxmlformats.org/officeDocument/2006/relationships/tags" Target="../tags/tag140.xml"/><Relationship Id="rId4" Type="http://schemas.openxmlformats.org/officeDocument/2006/relationships/image" Target="../media/image34.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6.xml"/><Relationship Id="rId1" Type="http://schemas.openxmlformats.org/officeDocument/2006/relationships/tags" Target="../tags/tag141.xml"/><Relationship Id="rId5" Type="http://schemas.openxmlformats.org/officeDocument/2006/relationships/image" Target="../media/image52.png"/><Relationship Id="rId4" Type="http://schemas.openxmlformats.org/officeDocument/2006/relationships/image" Target="../media/image34.emf"/></Relationships>
</file>

<file path=ppt/slides/_rels/slide3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oleObject" Target="../embeddings/oleObject39.bin"/><Relationship Id="rId7" Type="http://schemas.openxmlformats.org/officeDocument/2006/relationships/image" Target="../media/image55.png"/><Relationship Id="rId2" Type="http://schemas.openxmlformats.org/officeDocument/2006/relationships/slideLayout" Target="../slideLayouts/slideLayout8.xml"/><Relationship Id="rId1" Type="http://schemas.openxmlformats.org/officeDocument/2006/relationships/tags" Target="../tags/tag142.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1.emf"/><Relationship Id="rId9" Type="http://schemas.openxmlformats.org/officeDocument/2006/relationships/image" Target="../media/image57.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8.xml"/><Relationship Id="rId1" Type="http://schemas.openxmlformats.org/officeDocument/2006/relationships/tags" Target="../tags/tag143.xml"/><Relationship Id="rId4" Type="http://schemas.openxmlformats.org/officeDocument/2006/relationships/image" Target="../media/image1.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8.xml"/><Relationship Id="rId1" Type="http://schemas.openxmlformats.org/officeDocument/2006/relationships/tags" Target="../tags/tag144.xml"/><Relationship Id="rId4" Type="http://schemas.openxmlformats.org/officeDocument/2006/relationships/image" Target="../media/image1.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8.xml"/><Relationship Id="rId1" Type="http://schemas.openxmlformats.org/officeDocument/2006/relationships/tags" Target="../tags/tag145.xml"/><Relationship Id="rId4" Type="http://schemas.openxmlformats.org/officeDocument/2006/relationships/image" Target="../media/image1.emf"/></Relationships>
</file>

<file path=ppt/slides/_rels/slide41.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slideLayout" Target="../slideLayouts/slideLayout8.xml"/><Relationship Id="rId7" Type="http://schemas.openxmlformats.org/officeDocument/2006/relationships/hyperlink" Target="https://www.youtube.com/watch?v=cS7Wy3-nd-M&amp;t=103s" TargetMode="Externa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hyperlink" Target="https://www.think-cell.com/en" TargetMode="External"/><Relationship Id="rId5" Type="http://schemas.openxmlformats.org/officeDocument/2006/relationships/image" Target="../media/image34.emf"/><Relationship Id="rId4" Type="http://schemas.openxmlformats.org/officeDocument/2006/relationships/oleObject" Target="../embeddings/oleObject43.bin"/></Relationships>
</file>

<file path=ppt/slides/_rels/slide42.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notesSlide" Target="../notesSlides/notesSlide5.xml"/><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slideLayout" Target="../slideLayouts/slideLayout9.xml"/><Relationship Id="rId16" Type="http://schemas.openxmlformats.org/officeDocument/2006/relationships/image" Target="../media/image71.png"/><Relationship Id="rId1" Type="http://schemas.openxmlformats.org/officeDocument/2006/relationships/tags" Target="../tags/tag148.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1.emf"/><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oleObject" Target="../embeddings/oleObject44.bin"/><Relationship Id="rId9" Type="http://schemas.openxmlformats.org/officeDocument/2006/relationships/image" Target="../media/image64.png"/><Relationship Id="rId14" Type="http://schemas.openxmlformats.org/officeDocument/2006/relationships/image" Target="../media/image6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149.xml"/><Relationship Id="rId5" Type="http://schemas.openxmlformats.org/officeDocument/2006/relationships/image" Target="../media/image1.emf"/><Relationship Id="rId4" Type="http://schemas.openxmlformats.org/officeDocument/2006/relationships/oleObject" Target="../embeddings/oleObject45.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30.xml"/><Relationship Id="rId1" Type="http://schemas.openxmlformats.org/officeDocument/2006/relationships/tags" Target="../tags/tag150.xml"/><Relationship Id="rId4" Type="http://schemas.openxmlformats.org/officeDocument/2006/relationships/image" Target="../media/image1.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4.xml"/><Relationship Id="rId1" Type="http://schemas.openxmlformats.org/officeDocument/2006/relationships/tags" Target="../tags/tag151.xml"/><Relationship Id="rId4" Type="http://schemas.openxmlformats.org/officeDocument/2006/relationships/image" Target="../media/image1.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6.xml"/><Relationship Id="rId1" Type="http://schemas.openxmlformats.org/officeDocument/2006/relationships/tags" Target="../tags/tag152.xml"/><Relationship Id="rId4" Type="http://schemas.openxmlformats.org/officeDocument/2006/relationships/image" Target="../media/image1.emf"/></Relationships>
</file>

<file path=ppt/slides/_rels/slide47.xml.rels><?xml version="1.0" encoding="UTF-8" standalone="yes"?>
<Relationships xmlns="http://schemas.openxmlformats.org/package/2006/relationships"><Relationship Id="rId8" Type="http://schemas.openxmlformats.org/officeDocument/2006/relationships/tags" Target="../tags/tag160.xml"/><Relationship Id="rId13" Type="http://schemas.openxmlformats.org/officeDocument/2006/relationships/tags" Target="../tags/tag165.xml"/><Relationship Id="rId18" Type="http://schemas.openxmlformats.org/officeDocument/2006/relationships/tags" Target="../tags/tag170.xml"/><Relationship Id="rId3" Type="http://schemas.openxmlformats.org/officeDocument/2006/relationships/tags" Target="../tags/tag155.xml"/><Relationship Id="rId21" Type="http://schemas.openxmlformats.org/officeDocument/2006/relationships/image" Target="../media/image1.emf"/><Relationship Id="rId7" Type="http://schemas.openxmlformats.org/officeDocument/2006/relationships/tags" Target="../tags/tag159.xml"/><Relationship Id="rId12" Type="http://schemas.openxmlformats.org/officeDocument/2006/relationships/tags" Target="../tags/tag164.xml"/><Relationship Id="rId17" Type="http://schemas.openxmlformats.org/officeDocument/2006/relationships/tags" Target="../tags/tag169.xml"/><Relationship Id="rId2" Type="http://schemas.openxmlformats.org/officeDocument/2006/relationships/tags" Target="../tags/tag154.xml"/><Relationship Id="rId16" Type="http://schemas.openxmlformats.org/officeDocument/2006/relationships/tags" Target="../tags/tag168.xml"/><Relationship Id="rId20" Type="http://schemas.openxmlformats.org/officeDocument/2006/relationships/oleObject" Target="../embeddings/oleObject49.bin"/><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tags" Target="../tags/tag163.xml"/><Relationship Id="rId5" Type="http://schemas.openxmlformats.org/officeDocument/2006/relationships/tags" Target="../tags/tag157.xml"/><Relationship Id="rId15" Type="http://schemas.openxmlformats.org/officeDocument/2006/relationships/tags" Target="../tags/tag167.xml"/><Relationship Id="rId10" Type="http://schemas.openxmlformats.org/officeDocument/2006/relationships/tags" Target="../tags/tag162.xml"/><Relationship Id="rId19" Type="http://schemas.openxmlformats.org/officeDocument/2006/relationships/slideLayout" Target="../slideLayouts/slideLayout8.xml"/><Relationship Id="rId4" Type="http://schemas.openxmlformats.org/officeDocument/2006/relationships/tags" Target="../tags/tag156.xml"/><Relationship Id="rId9" Type="http://schemas.openxmlformats.org/officeDocument/2006/relationships/tags" Target="../tags/tag161.xml"/><Relationship Id="rId14" Type="http://schemas.openxmlformats.org/officeDocument/2006/relationships/tags" Target="../tags/tag166.xml"/><Relationship Id="rId22" Type="http://schemas.openxmlformats.org/officeDocument/2006/relationships/chart" Target="../charts/chart3.xml"/></Relationships>
</file>

<file path=ppt/slides/_rels/slide48.xml.rels><?xml version="1.0" encoding="UTF-8" standalone="yes"?>
<Relationships xmlns="http://schemas.openxmlformats.org/package/2006/relationships"><Relationship Id="rId13" Type="http://schemas.openxmlformats.org/officeDocument/2006/relationships/tags" Target="../tags/tag183.xml"/><Relationship Id="rId18" Type="http://schemas.openxmlformats.org/officeDocument/2006/relationships/tags" Target="../tags/tag188.xml"/><Relationship Id="rId26" Type="http://schemas.openxmlformats.org/officeDocument/2006/relationships/tags" Target="../tags/tag196.xml"/><Relationship Id="rId21" Type="http://schemas.openxmlformats.org/officeDocument/2006/relationships/tags" Target="../tags/tag191.xml"/><Relationship Id="rId34" Type="http://schemas.openxmlformats.org/officeDocument/2006/relationships/tags" Target="../tags/tag204.xml"/><Relationship Id="rId7" Type="http://schemas.openxmlformats.org/officeDocument/2006/relationships/tags" Target="../tags/tag177.xml"/><Relationship Id="rId12" Type="http://schemas.openxmlformats.org/officeDocument/2006/relationships/tags" Target="../tags/tag182.xml"/><Relationship Id="rId17" Type="http://schemas.openxmlformats.org/officeDocument/2006/relationships/tags" Target="../tags/tag187.xml"/><Relationship Id="rId25" Type="http://schemas.openxmlformats.org/officeDocument/2006/relationships/tags" Target="../tags/tag195.xml"/><Relationship Id="rId33" Type="http://schemas.openxmlformats.org/officeDocument/2006/relationships/tags" Target="../tags/tag203.xml"/><Relationship Id="rId38" Type="http://schemas.openxmlformats.org/officeDocument/2006/relationships/chart" Target="../charts/chart4.xml"/><Relationship Id="rId2" Type="http://schemas.openxmlformats.org/officeDocument/2006/relationships/tags" Target="../tags/tag172.xml"/><Relationship Id="rId16" Type="http://schemas.openxmlformats.org/officeDocument/2006/relationships/tags" Target="../tags/tag186.xml"/><Relationship Id="rId20" Type="http://schemas.openxmlformats.org/officeDocument/2006/relationships/tags" Target="../tags/tag190.xml"/><Relationship Id="rId29" Type="http://schemas.openxmlformats.org/officeDocument/2006/relationships/tags" Target="../tags/tag199.xml"/><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24" Type="http://schemas.openxmlformats.org/officeDocument/2006/relationships/tags" Target="../tags/tag194.xml"/><Relationship Id="rId32" Type="http://schemas.openxmlformats.org/officeDocument/2006/relationships/tags" Target="../tags/tag202.xml"/><Relationship Id="rId37" Type="http://schemas.openxmlformats.org/officeDocument/2006/relationships/image" Target="../media/image1.emf"/><Relationship Id="rId5" Type="http://schemas.openxmlformats.org/officeDocument/2006/relationships/tags" Target="../tags/tag175.xml"/><Relationship Id="rId15" Type="http://schemas.openxmlformats.org/officeDocument/2006/relationships/tags" Target="../tags/tag185.xml"/><Relationship Id="rId23" Type="http://schemas.openxmlformats.org/officeDocument/2006/relationships/tags" Target="../tags/tag193.xml"/><Relationship Id="rId28" Type="http://schemas.openxmlformats.org/officeDocument/2006/relationships/tags" Target="../tags/tag198.xml"/><Relationship Id="rId36" Type="http://schemas.openxmlformats.org/officeDocument/2006/relationships/oleObject" Target="../embeddings/oleObject50.bin"/><Relationship Id="rId10" Type="http://schemas.openxmlformats.org/officeDocument/2006/relationships/tags" Target="../tags/tag180.xml"/><Relationship Id="rId19" Type="http://schemas.openxmlformats.org/officeDocument/2006/relationships/tags" Target="../tags/tag189.xml"/><Relationship Id="rId31" Type="http://schemas.openxmlformats.org/officeDocument/2006/relationships/tags" Target="../tags/tag201.xml"/><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tags" Target="../tags/tag184.xml"/><Relationship Id="rId22" Type="http://schemas.openxmlformats.org/officeDocument/2006/relationships/tags" Target="../tags/tag192.xml"/><Relationship Id="rId27" Type="http://schemas.openxmlformats.org/officeDocument/2006/relationships/tags" Target="../tags/tag197.xml"/><Relationship Id="rId30" Type="http://schemas.openxmlformats.org/officeDocument/2006/relationships/tags" Target="../tags/tag200.xml"/><Relationship Id="rId35" Type="http://schemas.openxmlformats.org/officeDocument/2006/relationships/slideLayout" Target="../slideLayouts/slideLayout8.xml"/><Relationship Id="rId8" Type="http://schemas.openxmlformats.org/officeDocument/2006/relationships/tags" Target="../tags/tag178.xml"/><Relationship Id="rId3" Type="http://schemas.openxmlformats.org/officeDocument/2006/relationships/tags" Target="../tags/tag173.xml"/></Relationships>
</file>

<file path=ppt/slides/_rels/slide49.xml.rels><?xml version="1.0" encoding="UTF-8" standalone="yes"?>
<Relationships xmlns="http://schemas.openxmlformats.org/package/2006/relationships"><Relationship Id="rId13" Type="http://schemas.openxmlformats.org/officeDocument/2006/relationships/tags" Target="../tags/tag217.xml"/><Relationship Id="rId18" Type="http://schemas.openxmlformats.org/officeDocument/2006/relationships/tags" Target="../tags/tag222.xml"/><Relationship Id="rId26" Type="http://schemas.openxmlformats.org/officeDocument/2006/relationships/tags" Target="../tags/tag230.xml"/><Relationship Id="rId39" Type="http://schemas.openxmlformats.org/officeDocument/2006/relationships/tags" Target="../tags/tag243.xml"/><Relationship Id="rId21" Type="http://schemas.openxmlformats.org/officeDocument/2006/relationships/tags" Target="../tags/tag225.xml"/><Relationship Id="rId34" Type="http://schemas.openxmlformats.org/officeDocument/2006/relationships/tags" Target="../tags/tag238.xml"/><Relationship Id="rId42" Type="http://schemas.openxmlformats.org/officeDocument/2006/relationships/tags" Target="../tags/tag246.xml"/><Relationship Id="rId47" Type="http://schemas.openxmlformats.org/officeDocument/2006/relationships/tags" Target="../tags/tag251.xml"/><Relationship Id="rId50" Type="http://schemas.openxmlformats.org/officeDocument/2006/relationships/image" Target="../media/image1.emf"/><Relationship Id="rId7" Type="http://schemas.openxmlformats.org/officeDocument/2006/relationships/tags" Target="../tags/tag211.xml"/><Relationship Id="rId2" Type="http://schemas.openxmlformats.org/officeDocument/2006/relationships/tags" Target="../tags/tag206.xml"/><Relationship Id="rId16" Type="http://schemas.openxmlformats.org/officeDocument/2006/relationships/tags" Target="../tags/tag220.xml"/><Relationship Id="rId29" Type="http://schemas.openxmlformats.org/officeDocument/2006/relationships/tags" Target="../tags/tag233.xml"/><Relationship Id="rId11" Type="http://schemas.openxmlformats.org/officeDocument/2006/relationships/tags" Target="../tags/tag215.xml"/><Relationship Id="rId24" Type="http://schemas.openxmlformats.org/officeDocument/2006/relationships/tags" Target="../tags/tag228.xml"/><Relationship Id="rId32" Type="http://schemas.openxmlformats.org/officeDocument/2006/relationships/tags" Target="../tags/tag236.xml"/><Relationship Id="rId37" Type="http://schemas.openxmlformats.org/officeDocument/2006/relationships/tags" Target="../tags/tag241.xml"/><Relationship Id="rId40" Type="http://schemas.openxmlformats.org/officeDocument/2006/relationships/tags" Target="../tags/tag244.xml"/><Relationship Id="rId45" Type="http://schemas.openxmlformats.org/officeDocument/2006/relationships/tags" Target="../tags/tag249.xml"/><Relationship Id="rId5" Type="http://schemas.openxmlformats.org/officeDocument/2006/relationships/tags" Target="../tags/tag209.xml"/><Relationship Id="rId15" Type="http://schemas.openxmlformats.org/officeDocument/2006/relationships/tags" Target="../tags/tag219.xml"/><Relationship Id="rId23" Type="http://schemas.openxmlformats.org/officeDocument/2006/relationships/tags" Target="../tags/tag227.xml"/><Relationship Id="rId28" Type="http://schemas.openxmlformats.org/officeDocument/2006/relationships/tags" Target="../tags/tag232.xml"/><Relationship Id="rId36" Type="http://schemas.openxmlformats.org/officeDocument/2006/relationships/tags" Target="../tags/tag240.xml"/><Relationship Id="rId49" Type="http://schemas.openxmlformats.org/officeDocument/2006/relationships/oleObject" Target="../embeddings/oleObject51.bin"/><Relationship Id="rId10" Type="http://schemas.openxmlformats.org/officeDocument/2006/relationships/tags" Target="../tags/tag214.xml"/><Relationship Id="rId19" Type="http://schemas.openxmlformats.org/officeDocument/2006/relationships/tags" Target="../tags/tag223.xml"/><Relationship Id="rId31" Type="http://schemas.openxmlformats.org/officeDocument/2006/relationships/tags" Target="../tags/tag235.xml"/><Relationship Id="rId44" Type="http://schemas.openxmlformats.org/officeDocument/2006/relationships/tags" Target="../tags/tag248.xml"/><Relationship Id="rId4" Type="http://schemas.openxmlformats.org/officeDocument/2006/relationships/tags" Target="../tags/tag208.xml"/><Relationship Id="rId9" Type="http://schemas.openxmlformats.org/officeDocument/2006/relationships/tags" Target="../tags/tag213.xml"/><Relationship Id="rId14" Type="http://schemas.openxmlformats.org/officeDocument/2006/relationships/tags" Target="../tags/tag218.xml"/><Relationship Id="rId22" Type="http://schemas.openxmlformats.org/officeDocument/2006/relationships/tags" Target="../tags/tag226.xml"/><Relationship Id="rId27" Type="http://schemas.openxmlformats.org/officeDocument/2006/relationships/tags" Target="../tags/tag231.xml"/><Relationship Id="rId30" Type="http://schemas.openxmlformats.org/officeDocument/2006/relationships/tags" Target="../tags/tag234.xml"/><Relationship Id="rId35" Type="http://schemas.openxmlformats.org/officeDocument/2006/relationships/tags" Target="../tags/tag239.xml"/><Relationship Id="rId43" Type="http://schemas.openxmlformats.org/officeDocument/2006/relationships/tags" Target="../tags/tag247.xml"/><Relationship Id="rId48" Type="http://schemas.openxmlformats.org/officeDocument/2006/relationships/slideLayout" Target="../slideLayouts/slideLayout8.xml"/><Relationship Id="rId8" Type="http://schemas.openxmlformats.org/officeDocument/2006/relationships/tags" Target="../tags/tag212.xml"/><Relationship Id="rId51" Type="http://schemas.openxmlformats.org/officeDocument/2006/relationships/chart" Target="../charts/chart5.xml"/><Relationship Id="rId3" Type="http://schemas.openxmlformats.org/officeDocument/2006/relationships/tags" Target="../tags/tag207.xml"/><Relationship Id="rId12" Type="http://schemas.openxmlformats.org/officeDocument/2006/relationships/tags" Target="../tags/tag216.xml"/><Relationship Id="rId17" Type="http://schemas.openxmlformats.org/officeDocument/2006/relationships/tags" Target="../tags/tag221.xml"/><Relationship Id="rId25" Type="http://schemas.openxmlformats.org/officeDocument/2006/relationships/tags" Target="../tags/tag229.xml"/><Relationship Id="rId33" Type="http://schemas.openxmlformats.org/officeDocument/2006/relationships/tags" Target="../tags/tag237.xml"/><Relationship Id="rId38" Type="http://schemas.openxmlformats.org/officeDocument/2006/relationships/tags" Target="../tags/tag242.xml"/><Relationship Id="rId46" Type="http://schemas.openxmlformats.org/officeDocument/2006/relationships/tags" Target="../tags/tag250.xml"/><Relationship Id="rId20" Type="http://schemas.openxmlformats.org/officeDocument/2006/relationships/tags" Target="../tags/tag224.xml"/><Relationship Id="rId41" Type="http://schemas.openxmlformats.org/officeDocument/2006/relationships/tags" Target="../tags/tag245.xml"/><Relationship Id="rId1" Type="http://schemas.openxmlformats.org/officeDocument/2006/relationships/tags" Target="../tags/tag205.xml"/><Relationship Id="rId6" Type="http://schemas.openxmlformats.org/officeDocument/2006/relationships/tags" Target="../tags/tag210.xml"/></Relationships>
</file>

<file path=ppt/slides/_rels/slide50.xml.rels><?xml version="1.0" encoding="UTF-8" standalone="yes"?>
<Relationships xmlns="http://schemas.openxmlformats.org/package/2006/relationships"><Relationship Id="rId8" Type="http://schemas.openxmlformats.org/officeDocument/2006/relationships/tags" Target="../tags/tag259.xml"/><Relationship Id="rId13" Type="http://schemas.openxmlformats.org/officeDocument/2006/relationships/tags" Target="../tags/tag264.xml"/><Relationship Id="rId18" Type="http://schemas.openxmlformats.org/officeDocument/2006/relationships/image" Target="../media/image1.emf"/><Relationship Id="rId3" Type="http://schemas.openxmlformats.org/officeDocument/2006/relationships/tags" Target="../tags/tag254.xml"/><Relationship Id="rId7" Type="http://schemas.openxmlformats.org/officeDocument/2006/relationships/tags" Target="../tags/tag258.xml"/><Relationship Id="rId12" Type="http://schemas.openxmlformats.org/officeDocument/2006/relationships/tags" Target="../tags/tag263.xml"/><Relationship Id="rId17" Type="http://schemas.openxmlformats.org/officeDocument/2006/relationships/oleObject" Target="../embeddings/oleObject52.bin"/><Relationship Id="rId2" Type="http://schemas.openxmlformats.org/officeDocument/2006/relationships/tags" Target="../tags/tag253.xml"/><Relationship Id="rId16" Type="http://schemas.openxmlformats.org/officeDocument/2006/relationships/slideLayout" Target="../slideLayouts/slideLayout8.xml"/><Relationship Id="rId1" Type="http://schemas.openxmlformats.org/officeDocument/2006/relationships/tags" Target="../tags/tag252.xml"/><Relationship Id="rId6" Type="http://schemas.openxmlformats.org/officeDocument/2006/relationships/tags" Target="../tags/tag257.xml"/><Relationship Id="rId11" Type="http://schemas.openxmlformats.org/officeDocument/2006/relationships/tags" Target="../tags/tag262.xml"/><Relationship Id="rId5" Type="http://schemas.openxmlformats.org/officeDocument/2006/relationships/tags" Target="../tags/tag256.xml"/><Relationship Id="rId15" Type="http://schemas.openxmlformats.org/officeDocument/2006/relationships/tags" Target="../tags/tag266.xml"/><Relationship Id="rId10" Type="http://schemas.openxmlformats.org/officeDocument/2006/relationships/tags" Target="../tags/tag261.xml"/><Relationship Id="rId19" Type="http://schemas.openxmlformats.org/officeDocument/2006/relationships/chart" Target="../charts/chart6.xml"/><Relationship Id="rId4" Type="http://schemas.openxmlformats.org/officeDocument/2006/relationships/tags" Target="../tags/tag255.xml"/><Relationship Id="rId9" Type="http://schemas.openxmlformats.org/officeDocument/2006/relationships/tags" Target="../tags/tag260.xml"/><Relationship Id="rId14" Type="http://schemas.openxmlformats.org/officeDocument/2006/relationships/tags" Target="../tags/tag265.xml"/></Relationships>
</file>

<file path=ppt/slides/_rels/slide51.xml.rels><?xml version="1.0" encoding="UTF-8" standalone="yes"?>
<Relationships xmlns="http://schemas.openxmlformats.org/package/2006/relationships"><Relationship Id="rId8" Type="http://schemas.openxmlformats.org/officeDocument/2006/relationships/tags" Target="../tags/tag274.xml"/><Relationship Id="rId13" Type="http://schemas.openxmlformats.org/officeDocument/2006/relationships/tags" Target="../tags/tag279.xml"/><Relationship Id="rId18" Type="http://schemas.openxmlformats.org/officeDocument/2006/relationships/oleObject" Target="../embeddings/oleObject53.bin"/><Relationship Id="rId3" Type="http://schemas.openxmlformats.org/officeDocument/2006/relationships/tags" Target="../tags/tag269.xml"/><Relationship Id="rId21" Type="http://schemas.openxmlformats.org/officeDocument/2006/relationships/chart" Target="../charts/chart8.xml"/><Relationship Id="rId7" Type="http://schemas.openxmlformats.org/officeDocument/2006/relationships/tags" Target="../tags/tag273.xml"/><Relationship Id="rId12" Type="http://schemas.openxmlformats.org/officeDocument/2006/relationships/tags" Target="../tags/tag278.xml"/><Relationship Id="rId17" Type="http://schemas.openxmlformats.org/officeDocument/2006/relationships/slideLayout" Target="../slideLayouts/slideLayout8.xml"/><Relationship Id="rId2" Type="http://schemas.openxmlformats.org/officeDocument/2006/relationships/tags" Target="../tags/tag268.xml"/><Relationship Id="rId16" Type="http://schemas.openxmlformats.org/officeDocument/2006/relationships/tags" Target="../tags/tag282.xml"/><Relationship Id="rId20" Type="http://schemas.openxmlformats.org/officeDocument/2006/relationships/chart" Target="../charts/chart7.xml"/><Relationship Id="rId1" Type="http://schemas.openxmlformats.org/officeDocument/2006/relationships/tags" Target="../tags/tag267.xml"/><Relationship Id="rId6" Type="http://schemas.openxmlformats.org/officeDocument/2006/relationships/tags" Target="../tags/tag272.xml"/><Relationship Id="rId11" Type="http://schemas.openxmlformats.org/officeDocument/2006/relationships/tags" Target="../tags/tag277.xml"/><Relationship Id="rId5" Type="http://schemas.openxmlformats.org/officeDocument/2006/relationships/tags" Target="../tags/tag271.xml"/><Relationship Id="rId15" Type="http://schemas.openxmlformats.org/officeDocument/2006/relationships/tags" Target="../tags/tag281.xml"/><Relationship Id="rId10" Type="http://schemas.openxmlformats.org/officeDocument/2006/relationships/tags" Target="../tags/tag276.xml"/><Relationship Id="rId19" Type="http://schemas.openxmlformats.org/officeDocument/2006/relationships/image" Target="../media/image1.emf"/><Relationship Id="rId4" Type="http://schemas.openxmlformats.org/officeDocument/2006/relationships/tags" Target="../tags/tag270.xml"/><Relationship Id="rId9" Type="http://schemas.openxmlformats.org/officeDocument/2006/relationships/tags" Target="../tags/tag275.xml"/><Relationship Id="rId14" Type="http://schemas.openxmlformats.org/officeDocument/2006/relationships/tags" Target="../tags/tag280.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6.xml"/><Relationship Id="rId1" Type="http://schemas.openxmlformats.org/officeDocument/2006/relationships/tags" Target="../tags/tag283.xml"/><Relationship Id="rId4" Type="http://schemas.openxmlformats.org/officeDocument/2006/relationships/image" Target="../media/image1.emf"/></Relationships>
</file>

<file path=ppt/slides/_rels/slide53.xml.rels><?xml version="1.0" encoding="UTF-8" standalone="yes"?>
<Relationships xmlns="http://schemas.openxmlformats.org/package/2006/relationships"><Relationship Id="rId3" Type="http://schemas.openxmlformats.org/officeDocument/2006/relationships/tags" Target="../tags/tag286.xml"/><Relationship Id="rId7" Type="http://schemas.openxmlformats.org/officeDocument/2006/relationships/chart" Target="../charts/chart9.xml"/><Relationship Id="rId2" Type="http://schemas.openxmlformats.org/officeDocument/2006/relationships/tags" Target="../tags/tag285.xml"/><Relationship Id="rId1" Type="http://schemas.openxmlformats.org/officeDocument/2006/relationships/tags" Target="../tags/tag284.xml"/><Relationship Id="rId6" Type="http://schemas.openxmlformats.org/officeDocument/2006/relationships/notesSlide" Target="../notesSlides/notesSlide7.xml"/><Relationship Id="rId5" Type="http://schemas.openxmlformats.org/officeDocument/2006/relationships/slideLayout" Target="../slideLayouts/slideLayout37.xml"/><Relationship Id="rId4" Type="http://schemas.openxmlformats.org/officeDocument/2006/relationships/tags" Target="../tags/tag287.xml"/></Relationships>
</file>

<file path=ppt/slides/_rels/slide54.xml.rels><?xml version="1.0" encoding="UTF-8" standalone="yes"?>
<Relationships xmlns="http://schemas.openxmlformats.org/package/2006/relationships"><Relationship Id="rId8" Type="http://schemas.openxmlformats.org/officeDocument/2006/relationships/image" Target="../media/image390.png"/><Relationship Id="rId3" Type="http://schemas.openxmlformats.org/officeDocument/2006/relationships/tags" Target="../tags/tag290.xml"/><Relationship Id="rId7" Type="http://schemas.openxmlformats.org/officeDocument/2006/relationships/chart" Target="../charts/chart10.xml"/><Relationship Id="rId2" Type="http://schemas.openxmlformats.org/officeDocument/2006/relationships/tags" Target="../tags/tag289.xml"/><Relationship Id="rId1" Type="http://schemas.openxmlformats.org/officeDocument/2006/relationships/tags" Target="../tags/tag288.xml"/><Relationship Id="rId6" Type="http://schemas.openxmlformats.org/officeDocument/2006/relationships/notesSlide" Target="../notesSlides/notesSlide8.xml"/><Relationship Id="rId5" Type="http://schemas.openxmlformats.org/officeDocument/2006/relationships/slideLayout" Target="../slideLayouts/slideLayout37.xml"/><Relationship Id="rId4" Type="http://schemas.openxmlformats.org/officeDocument/2006/relationships/tags" Target="../tags/tag291.xml"/><Relationship Id="rId9" Type="http://schemas.openxmlformats.org/officeDocument/2006/relationships/image" Target="../media/image400.png"/></Relationships>
</file>

<file path=ppt/slides/_rels/slide55.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tags" Target="../tags/tag294.xml"/><Relationship Id="rId7" Type="http://schemas.openxmlformats.org/officeDocument/2006/relationships/chart" Target="../charts/chart11.xml"/><Relationship Id="rId2" Type="http://schemas.openxmlformats.org/officeDocument/2006/relationships/tags" Target="../tags/tag293.xml"/><Relationship Id="rId1" Type="http://schemas.openxmlformats.org/officeDocument/2006/relationships/tags" Target="../tags/tag292.xml"/><Relationship Id="rId6" Type="http://schemas.openxmlformats.org/officeDocument/2006/relationships/notesSlide" Target="../notesSlides/notesSlide9.xml"/><Relationship Id="rId5" Type="http://schemas.openxmlformats.org/officeDocument/2006/relationships/slideLayout" Target="../slideLayouts/slideLayout37.xml"/><Relationship Id="rId4" Type="http://schemas.openxmlformats.org/officeDocument/2006/relationships/tags" Target="../tags/tag295.xml"/></Relationships>
</file>

<file path=ppt/slides/_rels/slide56.xml.rels><?xml version="1.0" encoding="UTF-8" standalone="yes"?>
<Relationships xmlns="http://schemas.openxmlformats.org/package/2006/relationships"><Relationship Id="rId3" Type="http://schemas.openxmlformats.org/officeDocument/2006/relationships/tags" Target="../tags/tag298.xml"/><Relationship Id="rId7" Type="http://schemas.openxmlformats.org/officeDocument/2006/relationships/chart" Target="../charts/chart12.xml"/><Relationship Id="rId2" Type="http://schemas.openxmlformats.org/officeDocument/2006/relationships/tags" Target="../tags/tag297.xml"/><Relationship Id="rId1" Type="http://schemas.openxmlformats.org/officeDocument/2006/relationships/tags" Target="../tags/tag296.xml"/><Relationship Id="rId6" Type="http://schemas.openxmlformats.org/officeDocument/2006/relationships/notesSlide" Target="../notesSlides/notesSlide10.xml"/><Relationship Id="rId5" Type="http://schemas.openxmlformats.org/officeDocument/2006/relationships/slideLayout" Target="../slideLayouts/slideLayout37.xml"/><Relationship Id="rId4" Type="http://schemas.openxmlformats.org/officeDocument/2006/relationships/tags" Target="../tags/tag299.xml"/></Relationships>
</file>

<file path=ppt/slides/_rels/slide57.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tags" Target="../tags/tag302.xml"/><Relationship Id="rId7" Type="http://schemas.openxmlformats.org/officeDocument/2006/relationships/chart" Target="../charts/chart13.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notesSlide" Target="../notesSlides/notesSlide11.xml"/><Relationship Id="rId5" Type="http://schemas.openxmlformats.org/officeDocument/2006/relationships/slideLayout" Target="../slideLayouts/slideLayout37.xml"/><Relationship Id="rId4" Type="http://schemas.openxmlformats.org/officeDocument/2006/relationships/tags" Target="../tags/tag303.xml"/><Relationship Id="rId9" Type="http://schemas.openxmlformats.org/officeDocument/2006/relationships/image" Target="../media/image76.png"/></Relationships>
</file>

<file path=ppt/slides/_rels/slide58.xml.rels><?xml version="1.0" encoding="UTF-8" standalone="yes"?>
<Relationships xmlns="http://schemas.openxmlformats.org/package/2006/relationships"><Relationship Id="rId3" Type="http://schemas.openxmlformats.org/officeDocument/2006/relationships/tags" Target="../tags/tag306.xml"/><Relationship Id="rId7" Type="http://schemas.openxmlformats.org/officeDocument/2006/relationships/chart" Target="../charts/chart14.xml"/><Relationship Id="rId2" Type="http://schemas.openxmlformats.org/officeDocument/2006/relationships/tags" Target="../tags/tag305.xml"/><Relationship Id="rId1" Type="http://schemas.openxmlformats.org/officeDocument/2006/relationships/tags" Target="../tags/tag304.xml"/><Relationship Id="rId6" Type="http://schemas.openxmlformats.org/officeDocument/2006/relationships/notesSlide" Target="../notesSlides/notesSlide12.xml"/><Relationship Id="rId5" Type="http://schemas.openxmlformats.org/officeDocument/2006/relationships/slideLayout" Target="../slideLayouts/slideLayout37.xml"/><Relationship Id="rId4" Type="http://schemas.openxmlformats.org/officeDocument/2006/relationships/tags" Target="../tags/tag307.xml"/></Relationships>
</file>

<file path=ppt/slides/_rels/slide59.xml.rels><?xml version="1.0" encoding="UTF-8" standalone="yes"?>
<Relationships xmlns="http://schemas.openxmlformats.org/package/2006/relationships"><Relationship Id="rId3" Type="http://schemas.openxmlformats.org/officeDocument/2006/relationships/tags" Target="../tags/tag310.xml"/><Relationship Id="rId7" Type="http://schemas.openxmlformats.org/officeDocument/2006/relationships/chart" Target="../charts/chart15.xml"/><Relationship Id="rId2" Type="http://schemas.openxmlformats.org/officeDocument/2006/relationships/tags" Target="../tags/tag309.xml"/><Relationship Id="rId1" Type="http://schemas.openxmlformats.org/officeDocument/2006/relationships/tags" Target="../tags/tag308.xml"/><Relationship Id="rId6" Type="http://schemas.openxmlformats.org/officeDocument/2006/relationships/notesSlide" Target="../notesSlides/notesSlide13.xml"/><Relationship Id="rId5" Type="http://schemas.openxmlformats.org/officeDocument/2006/relationships/slideLayout" Target="../slideLayouts/slideLayout37.xml"/><Relationship Id="rId4" Type="http://schemas.openxmlformats.org/officeDocument/2006/relationships/tags" Target="../tags/tag3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E3DC9B3-A414-D4D3-F679-37045A725A45}"/>
              </a:ext>
            </a:extLst>
          </p:cNvPr>
          <p:cNvGraphicFramePr>
            <a:graphicFrameLocks noChangeAspect="1"/>
          </p:cNvGraphicFramePr>
          <p:nvPr>
            <p:custDataLst>
              <p:tags r:id="rId1"/>
            </p:custDataLst>
            <p:extLst>
              <p:ext uri="{D42A27DB-BD31-4B8C-83A1-F6EECF244321}">
                <p14:modId xmlns:p14="http://schemas.microsoft.com/office/powerpoint/2010/main" val="27952629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8" name="think-cell data - do not delete" hidden="1">
                        <a:extLst>
                          <a:ext uri="{FF2B5EF4-FFF2-40B4-BE49-F238E27FC236}">
                            <a16:creationId xmlns:a16="http://schemas.microsoft.com/office/drawing/2014/main" id="{3E3DC9B3-A414-D4D3-F679-37045A725A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ubtitle 2">
            <a:extLst>
              <a:ext uri="{FF2B5EF4-FFF2-40B4-BE49-F238E27FC236}">
                <a16:creationId xmlns:a16="http://schemas.microsoft.com/office/drawing/2014/main" id="{3761D55D-570E-2A25-5439-5614CC18754D}"/>
              </a:ext>
            </a:extLst>
          </p:cNvPr>
          <p:cNvSpPr>
            <a:spLocks noGrp="1"/>
          </p:cNvSpPr>
          <p:nvPr>
            <p:ph type="subTitle" idx="1"/>
          </p:nvPr>
        </p:nvSpPr>
        <p:spPr/>
        <p:txBody>
          <a:bodyPr anchor="t"/>
          <a:lstStyle/>
          <a:p>
            <a:r>
              <a:rPr lang="en-US" b="1"/>
              <a:t>Mastering effective presentations for business impact</a:t>
            </a:r>
          </a:p>
          <a:p>
            <a:endParaRPr lang="en-US"/>
          </a:p>
          <a:p>
            <a:r>
              <a:rPr lang="en-US"/>
              <a:t>Venkat Raman</a:t>
            </a:r>
          </a:p>
        </p:txBody>
      </p:sp>
      <p:sp>
        <p:nvSpPr>
          <p:cNvPr id="2" name="Title 1">
            <a:extLst>
              <a:ext uri="{FF2B5EF4-FFF2-40B4-BE49-F238E27FC236}">
                <a16:creationId xmlns:a16="http://schemas.microsoft.com/office/drawing/2014/main" id="{4431B9D4-EFF7-D8C5-D0C2-662048D19CDD}"/>
              </a:ext>
            </a:extLst>
          </p:cNvPr>
          <p:cNvSpPr>
            <a:spLocks noGrp="1"/>
          </p:cNvSpPr>
          <p:nvPr>
            <p:ph type="ctrTitle" sz="quarter"/>
          </p:nvPr>
        </p:nvSpPr>
        <p:spPr/>
        <p:txBody>
          <a:bodyPr vert="horz"/>
          <a:lstStyle/>
          <a:p>
            <a:r>
              <a:rPr lang="en-US">
                <a:solidFill>
                  <a:schemeClr val="accent1">
                    <a:lumMod val="20000"/>
                    <a:lumOff val="80000"/>
                  </a:schemeClr>
                </a:solidFill>
              </a:rPr>
              <a:t>PowerPoint Lunch n Learn</a:t>
            </a:r>
            <a:endParaRPr lang="en-US"/>
          </a:p>
        </p:txBody>
      </p:sp>
      <p:sp>
        <p:nvSpPr>
          <p:cNvPr id="4" name="Footer Placeholder 3">
            <a:extLst>
              <a:ext uri="{FF2B5EF4-FFF2-40B4-BE49-F238E27FC236}">
                <a16:creationId xmlns:a16="http://schemas.microsoft.com/office/drawing/2014/main" id="{B4E40B39-6201-4C30-8F80-68B0817590D0}"/>
              </a:ext>
            </a:extLst>
          </p:cNvPr>
          <p:cNvSpPr>
            <a:spLocks noGrp="1"/>
          </p:cNvSpPr>
          <p:nvPr>
            <p:ph type="ftr" sz="quarter" idx="4294967295"/>
          </p:nvPr>
        </p:nvSpPr>
        <p:spPr>
          <a:xfrm>
            <a:off x="0" y="6946900"/>
            <a:ext cx="1314450" cy="193675"/>
          </a:xfrm>
        </p:spPr>
        <p:txBody>
          <a:bodyPr/>
          <a:lstStyle/>
          <a:p>
            <a:r>
              <a:rPr lang="en-CA"/>
              <a:t>Copyright 2023 Accelerant</a:t>
            </a:r>
          </a:p>
        </p:txBody>
      </p:sp>
    </p:spTree>
    <p:extLst>
      <p:ext uri="{BB962C8B-B14F-4D97-AF65-F5344CB8AC3E}">
        <p14:creationId xmlns:p14="http://schemas.microsoft.com/office/powerpoint/2010/main" val="3766690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52C837D-228A-68DD-1066-EA3DEE6325FE}"/>
              </a:ext>
            </a:extLst>
          </p:cNvPr>
          <p:cNvGraphicFramePr>
            <a:graphicFrameLocks noChangeAspect="1"/>
          </p:cNvGraphicFramePr>
          <p:nvPr>
            <p:custDataLst>
              <p:tags r:id="rId1"/>
            </p:custDataLst>
            <p:extLst>
              <p:ext uri="{D42A27DB-BD31-4B8C-83A1-F6EECF244321}">
                <p14:modId xmlns:p14="http://schemas.microsoft.com/office/powerpoint/2010/main" val="3473509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D52C837D-228A-68DD-1066-EA3DEE6325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9B113481-4D10-F43A-3FE4-4A4E70D1FE67}"/>
              </a:ext>
            </a:extLst>
          </p:cNvPr>
          <p:cNvSpPr>
            <a:spLocks noGrp="1"/>
          </p:cNvSpPr>
          <p:nvPr>
            <p:ph sz="quarter" idx="15"/>
          </p:nvPr>
        </p:nvSpPr>
        <p:spPr>
          <a:xfrm>
            <a:off x="7533757" y="2256138"/>
            <a:ext cx="5557757" cy="618829"/>
          </a:xfrm>
        </p:spPr>
        <p:txBody>
          <a:bodyPr anchor="ctr"/>
          <a:lstStyle/>
          <a:p>
            <a:pPr marL="324000" lvl="1" indent="-216000">
              <a:spcBef>
                <a:spcPts val="0"/>
              </a:spcBef>
              <a:spcAft>
                <a:spcPts val="0"/>
              </a:spcAft>
              <a:buClr>
                <a:schemeClr val="accent1"/>
              </a:buClr>
              <a:buSzPct val="100000"/>
              <a:buFont typeface="Segoe UI" panose="020B0502040204020203" pitchFamily="34" charset="0"/>
              <a:buChar char="•"/>
            </a:pPr>
            <a:r>
              <a:rPr lang="en-US" kern="1200">
                <a:solidFill>
                  <a:schemeClr val="tx1"/>
                </a:solidFill>
                <a:latin typeface="+mn-lt"/>
              </a:rPr>
              <a:t>9+ years in consulting, most recently as a Partner at a large firm</a:t>
            </a:r>
          </a:p>
        </p:txBody>
      </p:sp>
      <p:sp>
        <p:nvSpPr>
          <p:cNvPr id="14" name="Text Placeholder 13">
            <a:extLst>
              <a:ext uri="{FF2B5EF4-FFF2-40B4-BE49-F238E27FC236}">
                <a16:creationId xmlns:a16="http://schemas.microsoft.com/office/drawing/2014/main" id="{16470E60-EE4D-8D69-B64E-6595C7A462BC}"/>
              </a:ext>
            </a:extLst>
          </p:cNvPr>
          <p:cNvSpPr>
            <a:spLocks noGrp="1"/>
          </p:cNvSpPr>
          <p:nvPr>
            <p:ph type="body" sz="quarter" idx="17"/>
          </p:nvPr>
        </p:nvSpPr>
        <p:spPr/>
        <p:txBody>
          <a:bodyPr/>
          <a:lstStyle/>
          <a:p>
            <a:r>
              <a:rPr lang="en-US" sz="3200" b="1"/>
              <a:t>Why am I doing this?</a:t>
            </a:r>
          </a:p>
        </p:txBody>
      </p:sp>
      <p:sp>
        <p:nvSpPr>
          <p:cNvPr id="15" name="Text Placeholder 14">
            <a:extLst>
              <a:ext uri="{FF2B5EF4-FFF2-40B4-BE49-F238E27FC236}">
                <a16:creationId xmlns:a16="http://schemas.microsoft.com/office/drawing/2014/main" id="{0E10246C-2678-D9F6-8D8A-E5FB66C42266}"/>
              </a:ext>
            </a:extLst>
          </p:cNvPr>
          <p:cNvSpPr>
            <a:spLocks noGrp="1"/>
          </p:cNvSpPr>
          <p:nvPr>
            <p:ph type="body" sz="quarter" idx="18"/>
          </p:nvPr>
        </p:nvSpPr>
        <p:spPr/>
        <p:txBody>
          <a:bodyPr/>
          <a:lstStyle/>
          <a:p>
            <a:endParaRPr lang="en-US"/>
          </a:p>
        </p:txBody>
      </p:sp>
      <p:sp>
        <p:nvSpPr>
          <p:cNvPr id="4" name="Title 3">
            <a:extLst>
              <a:ext uri="{FF2B5EF4-FFF2-40B4-BE49-F238E27FC236}">
                <a16:creationId xmlns:a16="http://schemas.microsoft.com/office/drawing/2014/main" id="{F2FC2C70-3C44-2806-0926-BC69B81BA787}"/>
              </a:ext>
            </a:extLst>
          </p:cNvPr>
          <p:cNvSpPr>
            <a:spLocks noGrp="1"/>
          </p:cNvSpPr>
          <p:nvPr>
            <p:ph type="title"/>
          </p:nvPr>
        </p:nvSpPr>
        <p:spPr/>
        <p:txBody>
          <a:bodyPr vert="horz"/>
          <a:lstStyle/>
          <a:p>
            <a:r>
              <a:rPr lang="en-US"/>
              <a:t>Introductions</a:t>
            </a:r>
          </a:p>
        </p:txBody>
      </p:sp>
      <p:sp>
        <p:nvSpPr>
          <p:cNvPr id="12" name="Subtitle 11">
            <a:extLst>
              <a:ext uri="{FF2B5EF4-FFF2-40B4-BE49-F238E27FC236}">
                <a16:creationId xmlns:a16="http://schemas.microsoft.com/office/drawing/2014/main" id="{4AFB4349-45B3-C49A-E10D-AA94795886D5}"/>
              </a:ext>
            </a:extLst>
          </p:cNvPr>
          <p:cNvSpPr>
            <a:spLocks noGrp="1"/>
          </p:cNvSpPr>
          <p:nvPr>
            <p:ph type="subTitle" idx="1"/>
          </p:nvPr>
        </p:nvSpPr>
        <p:spPr/>
        <p:txBody>
          <a:bodyPr/>
          <a:lstStyle/>
          <a:p>
            <a:endParaRPr lang="en-US"/>
          </a:p>
        </p:txBody>
      </p:sp>
      <p:grpSp>
        <p:nvGrpSpPr>
          <p:cNvPr id="24" name="Group 23">
            <a:extLst>
              <a:ext uri="{FF2B5EF4-FFF2-40B4-BE49-F238E27FC236}">
                <a16:creationId xmlns:a16="http://schemas.microsoft.com/office/drawing/2014/main" id="{DABC4EBF-95BC-4F11-B893-FB21C8B49E00}"/>
              </a:ext>
            </a:extLst>
          </p:cNvPr>
          <p:cNvGrpSpPr/>
          <p:nvPr/>
        </p:nvGrpSpPr>
        <p:grpSpPr>
          <a:xfrm>
            <a:off x="448970" y="2201158"/>
            <a:ext cx="5401559" cy="4280025"/>
            <a:chOff x="-1" y="2201158"/>
            <a:chExt cx="5401559" cy="4280025"/>
          </a:xfrm>
        </p:grpSpPr>
        <p:sp>
          <p:nvSpPr>
            <p:cNvPr id="2" name="Rectangle 1">
              <a:extLst>
                <a:ext uri="{FF2B5EF4-FFF2-40B4-BE49-F238E27FC236}">
                  <a16:creationId xmlns:a16="http://schemas.microsoft.com/office/drawing/2014/main" id="{4F7C2DB8-EFCE-10FD-C660-14D32554A500}"/>
                </a:ext>
              </a:extLst>
            </p:cNvPr>
            <p:cNvSpPr/>
            <p:nvPr/>
          </p:nvSpPr>
          <p:spPr bwMode="auto">
            <a:xfrm>
              <a:off x="-1" y="2201158"/>
              <a:ext cx="5401559" cy="4280025"/>
            </a:xfrm>
            <a:prstGeom prst="rect">
              <a:avLst/>
            </a:prstGeom>
            <a:solidFill>
              <a:schemeClr val="accent2"/>
            </a:solidFill>
            <a:ln w="952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pic>
          <p:nvPicPr>
            <p:cNvPr id="8" name="Picture 7" descr="A person wearing a red sweater&#10;&#10;Description automatically generated">
              <a:extLst>
                <a:ext uri="{FF2B5EF4-FFF2-40B4-BE49-F238E27FC236}">
                  <a16:creationId xmlns:a16="http://schemas.microsoft.com/office/drawing/2014/main" id="{7068EBB0-7ED6-B620-FD77-1F590772823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17226" y="2709397"/>
              <a:ext cx="1860650" cy="1860650"/>
            </a:xfrm>
            <a:prstGeom prst="flowChartConnector">
              <a:avLst/>
            </a:prstGeom>
          </p:spPr>
        </p:pic>
        <p:sp>
          <p:nvSpPr>
            <p:cNvPr id="11" name="Content Placeholder 5">
              <a:extLst>
                <a:ext uri="{FF2B5EF4-FFF2-40B4-BE49-F238E27FC236}">
                  <a16:creationId xmlns:a16="http://schemas.microsoft.com/office/drawing/2014/main" id="{34D22B30-FC2D-4DA5-05D0-0F67B3991502}"/>
                </a:ext>
              </a:extLst>
            </p:cNvPr>
            <p:cNvSpPr txBox="1">
              <a:spLocks/>
            </p:cNvSpPr>
            <p:nvPr/>
          </p:nvSpPr>
          <p:spPr bwMode="gray">
            <a:xfrm>
              <a:off x="703486" y="4683220"/>
              <a:ext cx="3934502" cy="1500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314020" indent="0" algn="l" defTabSz="1225551" rtl="0" eaLnBrk="1" fontAlgn="base" hangingPunct="1">
                <a:spcBef>
                  <a:spcPts val="412"/>
                </a:spcBef>
                <a:spcAft>
                  <a:spcPct val="0"/>
                </a:spcAft>
                <a:buClr>
                  <a:schemeClr val="accent3"/>
                </a:buClr>
                <a:buSzPct val="70000"/>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3679"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2059" indent="0" algn="l" defTabSz="1225551" rtl="0" eaLnBrk="1" fontAlgn="base" hangingPunct="1">
                <a:spcBef>
                  <a:spcPts val="412"/>
                </a:spcBef>
                <a:spcAft>
                  <a:spcPct val="0"/>
                </a:spcAft>
                <a:buClr>
                  <a:schemeClr val="accent3"/>
                </a:buClr>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60442"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r>
                <a:rPr lang="en-US" sz="2000" b="1" kern="0">
                  <a:solidFill>
                    <a:schemeClr val="accent1">
                      <a:lumMod val="20000"/>
                      <a:lumOff val="80000"/>
                    </a:schemeClr>
                  </a:solidFill>
                </a:rPr>
                <a:t>Venkat Raman</a:t>
              </a:r>
            </a:p>
            <a:p>
              <a:r>
                <a:rPr lang="en-US" sz="2000" b="1" kern="0">
                  <a:solidFill>
                    <a:schemeClr val="bg1"/>
                  </a:solidFill>
                </a:rPr>
                <a:t>Chief </a:t>
              </a:r>
              <a:r>
                <a:rPr lang="en-US" sz="2000" b="1" kern="0" err="1">
                  <a:solidFill>
                    <a:schemeClr val="bg1"/>
                  </a:solidFill>
                </a:rPr>
                <a:t>BizOps</a:t>
              </a:r>
              <a:r>
                <a:rPr lang="en-US" sz="2000" b="1" kern="0">
                  <a:solidFill>
                    <a:schemeClr val="bg1"/>
                  </a:solidFill>
                </a:rPr>
                <a:t> Officer and GM</a:t>
              </a:r>
            </a:p>
            <a:p>
              <a:r>
                <a:rPr lang="en-US" sz="2000" b="1" kern="0">
                  <a:solidFill>
                    <a:schemeClr val="bg1"/>
                  </a:solidFill>
                </a:rPr>
                <a:t>(Recovering slide monkey)</a:t>
              </a:r>
            </a:p>
          </p:txBody>
        </p:sp>
      </p:grpSp>
      <p:sp>
        <p:nvSpPr>
          <p:cNvPr id="25" name="Content Placeholder 5">
            <a:extLst>
              <a:ext uri="{FF2B5EF4-FFF2-40B4-BE49-F238E27FC236}">
                <a16:creationId xmlns:a16="http://schemas.microsoft.com/office/drawing/2014/main" id="{F40ADB22-360F-BA34-C734-EFD556997350}"/>
              </a:ext>
            </a:extLst>
          </p:cNvPr>
          <p:cNvSpPr txBox="1">
            <a:spLocks/>
          </p:cNvSpPr>
          <p:nvPr/>
        </p:nvSpPr>
        <p:spPr bwMode="gray">
          <a:xfrm>
            <a:off x="7533757" y="3263038"/>
            <a:ext cx="5557757" cy="61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Arial" panose="020B0604020202020204" pitchFamily="34" charset="0"/>
              <a:buChar char="•"/>
            </a:pPr>
            <a:r>
              <a:rPr lang="en-US" sz="1800">
                <a:solidFill>
                  <a:schemeClr val="tx1">
                    <a:lumMod val="100000"/>
                  </a:schemeClr>
                </a:solidFill>
                <a:latin typeface="+mn-lt"/>
              </a:rPr>
              <a:t>Have made &gt;1000 slides</a:t>
            </a:r>
          </a:p>
        </p:txBody>
      </p:sp>
      <p:sp>
        <p:nvSpPr>
          <p:cNvPr id="26" name="Content Placeholder 5">
            <a:extLst>
              <a:ext uri="{FF2B5EF4-FFF2-40B4-BE49-F238E27FC236}">
                <a16:creationId xmlns:a16="http://schemas.microsoft.com/office/drawing/2014/main" id="{BBBB7213-B270-2228-923C-067613BEECFC}"/>
              </a:ext>
            </a:extLst>
          </p:cNvPr>
          <p:cNvSpPr txBox="1">
            <a:spLocks/>
          </p:cNvSpPr>
          <p:nvPr/>
        </p:nvSpPr>
        <p:spPr bwMode="gray">
          <a:xfrm>
            <a:off x="7533757" y="4269938"/>
            <a:ext cx="5557757" cy="61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Arial" panose="020B0604020202020204" pitchFamily="34" charset="0"/>
              <a:buChar char="•"/>
            </a:pPr>
            <a:r>
              <a:rPr lang="en-US" sz="1800">
                <a:solidFill>
                  <a:schemeClr val="tx1">
                    <a:lumMod val="100000"/>
                  </a:schemeClr>
                </a:solidFill>
                <a:latin typeface="+mn-lt"/>
              </a:rPr>
              <a:t>&gt;90% of them never saw the light of day (often scrapped in the first review)</a:t>
            </a:r>
          </a:p>
        </p:txBody>
      </p:sp>
      <p:sp>
        <p:nvSpPr>
          <p:cNvPr id="27" name="Content Placeholder 5">
            <a:extLst>
              <a:ext uri="{FF2B5EF4-FFF2-40B4-BE49-F238E27FC236}">
                <a16:creationId xmlns:a16="http://schemas.microsoft.com/office/drawing/2014/main" id="{2FF2F7AD-EDBF-D852-135A-25A849E2E28D}"/>
              </a:ext>
            </a:extLst>
          </p:cNvPr>
          <p:cNvSpPr txBox="1">
            <a:spLocks/>
          </p:cNvSpPr>
          <p:nvPr/>
        </p:nvSpPr>
        <p:spPr bwMode="gray">
          <a:xfrm>
            <a:off x="7533757" y="5276838"/>
            <a:ext cx="5557757" cy="61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Arial" panose="020B0604020202020204" pitchFamily="34" charset="0"/>
              <a:buChar char="•"/>
            </a:pPr>
            <a:r>
              <a:rPr lang="en-US" sz="1800">
                <a:solidFill>
                  <a:schemeClr val="tx1">
                    <a:lumMod val="100000"/>
                  </a:schemeClr>
                </a:solidFill>
                <a:latin typeface="+mn-lt"/>
              </a:rPr>
              <a:t>But many (esp. the key messages) traveled far and wide into many rooms I wasn’t even in</a:t>
            </a:r>
          </a:p>
        </p:txBody>
      </p:sp>
      <p:sp>
        <p:nvSpPr>
          <p:cNvPr id="28" name="Content Placeholder 5">
            <a:extLst>
              <a:ext uri="{FF2B5EF4-FFF2-40B4-BE49-F238E27FC236}">
                <a16:creationId xmlns:a16="http://schemas.microsoft.com/office/drawing/2014/main" id="{CE190D73-D586-AFDA-AB31-C091C4A13311}"/>
              </a:ext>
            </a:extLst>
          </p:cNvPr>
          <p:cNvSpPr txBox="1">
            <a:spLocks/>
          </p:cNvSpPr>
          <p:nvPr/>
        </p:nvSpPr>
        <p:spPr bwMode="gray">
          <a:xfrm>
            <a:off x="7533756" y="6283737"/>
            <a:ext cx="5557757" cy="61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Arial" panose="020B0604020202020204" pitchFamily="34" charset="0"/>
              <a:buChar char="•"/>
            </a:pPr>
            <a:r>
              <a:rPr lang="en-US" sz="1800">
                <a:solidFill>
                  <a:schemeClr val="tx1">
                    <a:lumMod val="100000"/>
                  </a:schemeClr>
                </a:solidFill>
                <a:latin typeface="+mn-lt"/>
              </a:rPr>
              <a:t>Most importantly… this is an entirely learnable skill</a:t>
            </a:r>
            <a:br>
              <a:rPr lang="en-US" sz="1800">
                <a:solidFill>
                  <a:schemeClr val="tx1">
                    <a:lumMod val="100000"/>
                  </a:schemeClr>
                </a:solidFill>
                <a:latin typeface="+mn-lt"/>
              </a:rPr>
            </a:br>
            <a:r>
              <a:rPr lang="en-US" sz="1800">
                <a:solidFill>
                  <a:schemeClr val="tx1">
                    <a:lumMod val="100000"/>
                  </a:schemeClr>
                </a:solidFill>
                <a:latin typeface="+mn-lt"/>
              </a:rPr>
              <a:t>(I was AWFUL at slide-writing when I started)</a:t>
            </a:r>
          </a:p>
        </p:txBody>
      </p:sp>
      <p:grpSp>
        <p:nvGrpSpPr>
          <p:cNvPr id="29" name="Group 28">
            <a:extLst>
              <a:ext uri="{FF2B5EF4-FFF2-40B4-BE49-F238E27FC236}">
                <a16:creationId xmlns:a16="http://schemas.microsoft.com/office/drawing/2014/main" id="{489B5FEE-6FBC-A66C-65E6-7D108511EF79}"/>
              </a:ext>
            </a:extLst>
          </p:cNvPr>
          <p:cNvGrpSpPr/>
          <p:nvPr/>
        </p:nvGrpSpPr>
        <p:grpSpPr>
          <a:xfrm>
            <a:off x="7467679" y="2314124"/>
            <a:ext cx="269875" cy="269875"/>
            <a:chOff x="5937564" y="3833745"/>
            <a:chExt cx="306171" cy="306910"/>
          </a:xfrm>
        </p:grpSpPr>
        <p:sp>
          <p:nvSpPr>
            <p:cNvPr id="30" name="Freeform 94">
              <a:extLst>
                <a:ext uri="{FF2B5EF4-FFF2-40B4-BE49-F238E27FC236}">
                  <a16:creationId xmlns:a16="http://schemas.microsoft.com/office/drawing/2014/main" id="{5826370A-5CC9-EF84-0BD7-EA582CD54C4F}"/>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a:solidFill>
                <a:schemeClr val="tx2"/>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31" name="Freeform 95">
              <a:extLst>
                <a:ext uri="{FF2B5EF4-FFF2-40B4-BE49-F238E27FC236}">
                  <a16:creationId xmlns:a16="http://schemas.microsoft.com/office/drawing/2014/main" id="{7C4CE3CE-DA4C-15C8-0740-0CB132DC8671}"/>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grpSp>
        <p:nvGrpSpPr>
          <p:cNvPr id="32" name="Group 31">
            <a:extLst>
              <a:ext uri="{FF2B5EF4-FFF2-40B4-BE49-F238E27FC236}">
                <a16:creationId xmlns:a16="http://schemas.microsoft.com/office/drawing/2014/main" id="{E871EBA2-A946-5894-4C40-BF4B5995F07C}"/>
              </a:ext>
            </a:extLst>
          </p:cNvPr>
          <p:cNvGrpSpPr/>
          <p:nvPr/>
        </p:nvGrpSpPr>
        <p:grpSpPr>
          <a:xfrm>
            <a:off x="7467679" y="3438394"/>
            <a:ext cx="269875" cy="269875"/>
            <a:chOff x="5937564" y="3833745"/>
            <a:chExt cx="306171" cy="306910"/>
          </a:xfrm>
        </p:grpSpPr>
        <p:sp>
          <p:nvSpPr>
            <p:cNvPr id="33" name="Freeform 94">
              <a:extLst>
                <a:ext uri="{FF2B5EF4-FFF2-40B4-BE49-F238E27FC236}">
                  <a16:creationId xmlns:a16="http://schemas.microsoft.com/office/drawing/2014/main" id="{6B3EB77D-2883-30DA-981E-4BA0EE53165C}"/>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a:solidFill>
                <a:schemeClr val="tx2"/>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34" name="Freeform 95">
              <a:extLst>
                <a:ext uri="{FF2B5EF4-FFF2-40B4-BE49-F238E27FC236}">
                  <a16:creationId xmlns:a16="http://schemas.microsoft.com/office/drawing/2014/main" id="{3D9B11DF-ED4B-737A-EDAE-E7A84B989973}"/>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grpSp>
        <p:nvGrpSpPr>
          <p:cNvPr id="35" name="Group 34">
            <a:extLst>
              <a:ext uri="{FF2B5EF4-FFF2-40B4-BE49-F238E27FC236}">
                <a16:creationId xmlns:a16="http://schemas.microsoft.com/office/drawing/2014/main" id="{47CD4CF9-0654-F54D-B243-B36D43CB6365}"/>
              </a:ext>
            </a:extLst>
          </p:cNvPr>
          <p:cNvGrpSpPr/>
          <p:nvPr/>
        </p:nvGrpSpPr>
        <p:grpSpPr>
          <a:xfrm>
            <a:off x="7467678" y="4343079"/>
            <a:ext cx="269875" cy="269875"/>
            <a:chOff x="5937564" y="3833745"/>
            <a:chExt cx="306171" cy="306910"/>
          </a:xfrm>
        </p:grpSpPr>
        <p:sp>
          <p:nvSpPr>
            <p:cNvPr id="36" name="Freeform 94">
              <a:extLst>
                <a:ext uri="{FF2B5EF4-FFF2-40B4-BE49-F238E27FC236}">
                  <a16:creationId xmlns:a16="http://schemas.microsoft.com/office/drawing/2014/main" id="{4B6ACEA7-4354-738F-D5F1-72E988005D39}"/>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a:solidFill>
                <a:schemeClr val="tx2"/>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37" name="Freeform 95">
              <a:extLst>
                <a:ext uri="{FF2B5EF4-FFF2-40B4-BE49-F238E27FC236}">
                  <a16:creationId xmlns:a16="http://schemas.microsoft.com/office/drawing/2014/main" id="{0B31D866-CF59-AC7A-0FD1-19C7A3917D3D}"/>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grpSp>
        <p:nvGrpSpPr>
          <p:cNvPr id="38" name="Group 37">
            <a:extLst>
              <a:ext uri="{FF2B5EF4-FFF2-40B4-BE49-F238E27FC236}">
                <a16:creationId xmlns:a16="http://schemas.microsoft.com/office/drawing/2014/main" id="{A6D8A8B8-37DD-0CC9-3DF4-ED0871830611}"/>
              </a:ext>
            </a:extLst>
          </p:cNvPr>
          <p:cNvGrpSpPr/>
          <p:nvPr/>
        </p:nvGrpSpPr>
        <p:grpSpPr>
          <a:xfrm>
            <a:off x="7467678" y="5342034"/>
            <a:ext cx="269875" cy="269875"/>
            <a:chOff x="5937564" y="3833745"/>
            <a:chExt cx="306171" cy="306910"/>
          </a:xfrm>
        </p:grpSpPr>
        <p:sp>
          <p:nvSpPr>
            <p:cNvPr id="39" name="Freeform 94">
              <a:extLst>
                <a:ext uri="{FF2B5EF4-FFF2-40B4-BE49-F238E27FC236}">
                  <a16:creationId xmlns:a16="http://schemas.microsoft.com/office/drawing/2014/main" id="{0F0AA73D-2B2F-0477-91F0-66693195989E}"/>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a:solidFill>
                <a:schemeClr val="tx2"/>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40" name="Freeform 95">
              <a:extLst>
                <a:ext uri="{FF2B5EF4-FFF2-40B4-BE49-F238E27FC236}">
                  <a16:creationId xmlns:a16="http://schemas.microsoft.com/office/drawing/2014/main" id="{1F350515-E082-3963-6667-B8B4F921D4E0}"/>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grpSp>
        <p:nvGrpSpPr>
          <p:cNvPr id="41" name="Group 40">
            <a:extLst>
              <a:ext uri="{FF2B5EF4-FFF2-40B4-BE49-F238E27FC236}">
                <a16:creationId xmlns:a16="http://schemas.microsoft.com/office/drawing/2014/main" id="{EE9E01C0-7237-75C6-AFF2-EF48B022F99E}"/>
              </a:ext>
            </a:extLst>
          </p:cNvPr>
          <p:cNvGrpSpPr/>
          <p:nvPr/>
        </p:nvGrpSpPr>
        <p:grpSpPr>
          <a:xfrm>
            <a:off x="7467678" y="6340989"/>
            <a:ext cx="269875" cy="269875"/>
            <a:chOff x="5937564" y="3833745"/>
            <a:chExt cx="306171" cy="306910"/>
          </a:xfrm>
        </p:grpSpPr>
        <p:sp>
          <p:nvSpPr>
            <p:cNvPr id="42" name="Freeform 94">
              <a:extLst>
                <a:ext uri="{FF2B5EF4-FFF2-40B4-BE49-F238E27FC236}">
                  <a16:creationId xmlns:a16="http://schemas.microsoft.com/office/drawing/2014/main" id="{CC976700-2C61-C704-8607-495CA37CFA75}"/>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a:solidFill>
                <a:schemeClr val="tx2"/>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43" name="Freeform 95">
              <a:extLst>
                <a:ext uri="{FF2B5EF4-FFF2-40B4-BE49-F238E27FC236}">
                  <a16:creationId xmlns:a16="http://schemas.microsoft.com/office/drawing/2014/main" id="{3CE1FB95-3E27-D4D3-1C22-25B9DB7F8BF8}"/>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spTree>
    <p:extLst>
      <p:ext uri="{BB962C8B-B14F-4D97-AF65-F5344CB8AC3E}">
        <p14:creationId xmlns:p14="http://schemas.microsoft.com/office/powerpoint/2010/main" val="3757514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30CB3C2-0826-8FA5-7A1A-B42AC15169C3}"/>
              </a:ext>
            </a:extLst>
          </p:cNvPr>
          <p:cNvGraphicFramePr>
            <a:graphicFrameLocks noChangeAspect="1"/>
          </p:cNvGraphicFramePr>
          <p:nvPr>
            <p:custDataLst>
              <p:tags r:id="rId1"/>
            </p:custDataLst>
            <p:extLst>
              <p:ext uri="{D42A27DB-BD31-4B8C-83A1-F6EECF244321}">
                <p14:modId xmlns:p14="http://schemas.microsoft.com/office/powerpoint/2010/main" val="1308247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404" imgH="405" progId="TCLayout.ActiveDocument.1">
                  <p:embed/>
                </p:oleObj>
              </mc:Choice>
              <mc:Fallback>
                <p:oleObj name="think-cell Slide" r:id="rId7" imgW="404" imgH="405" progId="TCLayout.ActiveDocument.1">
                  <p:embed/>
                  <p:pic>
                    <p:nvPicPr>
                      <p:cNvPr id="8" name="think-cell data - do not delete" hidden="1">
                        <a:extLst>
                          <a:ext uri="{FF2B5EF4-FFF2-40B4-BE49-F238E27FC236}">
                            <a16:creationId xmlns:a16="http://schemas.microsoft.com/office/drawing/2014/main" id="{930CB3C2-0826-8FA5-7A1A-B42AC15169C3}"/>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524C4736-A209-BCFE-FFD3-6CAF426E9E37}"/>
              </a:ext>
            </a:extLst>
          </p:cNvPr>
          <p:cNvSpPr>
            <a:spLocks noGrp="1"/>
          </p:cNvSpPr>
          <p:nvPr>
            <p:ph type="title"/>
          </p:nvPr>
        </p:nvSpPr>
        <p:spPr/>
        <p:txBody>
          <a:bodyPr vert="horz"/>
          <a:lstStyle/>
          <a:p>
            <a:r>
              <a:rPr lang="en-US"/>
              <a:t>Why PowerPoint matters (even though they’re annoying)?</a:t>
            </a:r>
          </a:p>
        </p:txBody>
      </p:sp>
      <p:sp>
        <p:nvSpPr>
          <p:cNvPr id="5" name="Subtitle 4">
            <a:extLst>
              <a:ext uri="{FF2B5EF4-FFF2-40B4-BE49-F238E27FC236}">
                <a16:creationId xmlns:a16="http://schemas.microsoft.com/office/drawing/2014/main" id="{E0CBCD10-1642-C02F-A83A-EBED2E2E8209}"/>
              </a:ext>
            </a:extLst>
          </p:cNvPr>
          <p:cNvSpPr>
            <a:spLocks noGrp="1"/>
          </p:cNvSpPr>
          <p:nvPr>
            <p:ph type="subTitle" idx="1"/>
          </p:nvPr>
        </p:nvSpPr>
        <p:spPr/>
        <p:txBody>
          <a:bodyPr/>
          <a:lstStyle/>
          <a:p>
            <a:endParaRPr lang="en-US"/>
          </a:p>
        </p:txBody>
      </p:sp>
      <p:sp>
        <p:nvSpPr>
          <p:cNvPr id="6" name="Footer Placeholder 5">
            <a:extLst>
              <a:ext uri="{FF2B5EF4-FFF2-40B4-BE49-F238E27FC236}">
                <a16:creationId xmlns:a16="http://schemas.microsoft.com/office/drawing/2014/main" id="{971DC1A6-D056-3303-C8DE-9CBEBF5B00D9}"/>
              </a:ext>
            </a:extLst>
          </p:cNvPr>
          <p:cNvSpPr>
            <a:spLocks noGrp="1"/>
          </p:cNvSpPr>
          <p:nvPr>
            <p:ph type="ftr" sz="quarter" idx="3"/>
          </p:nvPr>
        </p:nvSpPr>
        <p:spPr/>
        <p:txBody>
          <a:bodyPr/>
          <a:lstStyle/>
          <a:p>
            <a:r>
              <a:rPr lang="en-CA"/>
              <a:t>2024</a:t>
            </a:r>
          </a:p>
        </p:txBody>
      </p:sp>
      <p:sp>
        <p:nvSpPr>
          <p:cNvPr id="12" name="ee4pContent3">
            <a:extLst>
              <a:ext uri="{FF2B5EF4-FFF2-40B4-BE49-F238E27FC236}">
                <a16:creationId xmlns:a16="http://schemas.microsoft.com/office/drawing/2014/main" id="{CD5B3388-AD4D-0B8A-4974-D8846204BFFF}"/>
              </a:ext>
            </a:extLst>
          </p:cNvPr>
          <p:cNvSpPr txBox="1">
            <a:spLocks/>
          </p:cNvSpPr>
          <p:nvPr>
            <p:custDataLst>
              <p:tags r:id="rId2"/>
            </p:custDataLst>
          </p:nvPr>
        </p:nvSpPr>
        <p:spPr>
          <a:xfrm>
            <a:off x="5391731" y="2856704"/>
            <a:ext cx="7415183" cy="404987"/>
          </a:xfrm>
          <a:prstGeom prst="rect">
            <a:avLst/>
          </a:prstGeom>
          <a:noFill/>
          <a:ln w="9525" cmpd="sng">
            <a:noFill/>
            <a:prstDash val="solid"/>
          </a:ln>
        </p:spPr>
        <p:txBody>
          <a:bodyPr vert="horz" lIns="0" tIns="90000" rIns="90000" bIns="90000" rtlCol="0" anchor="ctr">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lvl="1" indent="0">
              <a:spcAft>
                <a:spcPts val="0"/>
              </a:spcAft>
              <a:buClrTx/>
              <a:buSzPct val="100000"/>
              <a:buNone/>
            </a:pPr>
            <a:r>
              <a:rPr lang="en-US" sz="1800"/>
              <a:t>Helps convey key messages in complex ideas in a structured and concise manner, to a </a:t>
            </a:r>
            <a:r>
              <a:rPr lang="en-US" sz="1800" u="sng"/>
              <a:t>diverse set of stakeholders, incl. leadership</a:t>
            </a:r>
            <a:endParaRPr lang="en-US" sz="1800"/>
          </a:p>
        </p:txBody>
      </p:sp>
      <p:sp>
        <p:nvSpPr>
          <p:cNvPr id="13" name="ee4pContent3">
            <a:extLst>
              <a:ext uri="{FF2B5EF4-FFF2-40B4-BE49-F238E27FC236}">
                <a16:creationId xmlns:a16="http://schemas.microsoft.com/office/drawing/2014/main" id="{BBCE81B9-A7FE-CC0E-52BD-66128AF65CC7}"/>
              </a:ext>
            </a:extLst>
          </p:cNvPr>
          <p:cNvSpPr txBox="1">
            <a:spLocks/>
          </p:cNvSpPr>
          <p:nvPr>
            <p:custDataLst>
              <p:tags r:id="rId3"/>
            </p:custDataLst>
          </p:nvPr>
        </p:nvSpPr>
        <p:spPr>
          <a:xfrm>
            <a:off x="6108207" y="5752848"/>
            <a:ext cx="6698707" cy="364899"/>
          </a:xfrm>
          <a:prstGeom prst="rect">
            <a:avLst/>
          </a:prstGeom>
          <a:noFill/>
          <a:ln w="9525" cmpd="sng">
            <a:noFill/>
            <a:prstDash val="solid"/>
          </a:ln>
        </p:spPr>
        <p:txBody>
          <a:bodyPr vert="horz" lIns="0" tIns="90000" rIns="90000" bIns="90000" rtlCol="0" anchor="ctr">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lvl="1" indent="0">
              <a:spcAft>
                <a:spcPts val="0"/>
              </a:spcAft>
              <a:buClrTx/>
              <a:buSzPct val="100000"/>
              <a:buNone/>
            </a:pPr>
            <a:r>
              <a:rPr lang="en-US" sz="1800"/>
              <a:t>Provides a way to communicate, especially in a </a:t>
            </a:r>
            <a:r>
              <a:rPr lang="en-US" sz="1800" u="sng"/>
              <a:t>limited attention society</a:t>
            </a:r>
            <a:r>
              <a:rPr lang="en-US" sz="1800"/>
              <a:t> without patience for longer formats (E.g., memos)</a:t>
            </a:r>
          </a:p>
        </p:txBody>
      </p:sp>
      <p:sp>
        <p:nvSpPr>
          <p:cNvPr id="14" name="ee4pContent3">
            <a:extLst>
              <a:ext uri="{FF2B5EF4-FFF2-40B4-BE49-F238E27FC236}">
                <a16:creationId xmlns:a16="http://schemas.microsoft.com/office/drawing/2014/main" id="{36BCEC05-B7A2-34A8-25B4-A20BC4DD22B0}"/>
              </a:ext>
            </a:extLst>
          </p:cNvPr>
          <p:cNvSpPr txBox="1">
            <a:spLocks/>
          </p:cNvSpPr>
          <p:nvPr>
            <p:custDataLst>
              <p:tags r:id="rId4"/>
            </p:custDataLst>
          </p:nvPr>
        </p:nvSpPr>
        <p:spPr>
          <a:xfrm>
            <a:off x="5749969" y="4306617"/>
            <a:ext cx="7022903" cy="404987"/>
          </a:xfrm>
          <a:prstGeom prst="rect">
            <a:avLst/>
          </a:prstGeom>
          <a:noFill/>
          <a:ln w="9525" cmpd="sng">
            <a:noFill/>
            <a:prstDash val="solid"/>
          </a:ln>
        </p:spPr>
        <p:txBody>
          <a:bodyPr vert="horz" lIns="0" tIns="90000" rIns="90000" bIns="90000" rtlCol="0" anchor="ctr">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marL="0" lvl="1" indent="0">
              <a:spcAft>
                <a:spcPts val="0"/>
              </a:spcAft>
              <a:buClrTx/>
              <a:buSzPct val="100000"/>
              <a:buNone/>
            </a:pPr>
            <a:r>
              <a:rPr lang="en-US" sz="1800"/>
              <a:t>Allows you to transform raw data into clear </a:t>
            </a:r>
            <a:r>
              <a:rPr lang="en-US" sz="1800" u="sng"/>
              <a:t>insights</a:t>
            </a:r>
            <a:r>
              <a:rPr lang="en-US" sz="1800"/>
              <a:t> through visuals like charts, graphs, and tables (vs. dashboards alone)</a:t>
            </a:r>
          </a:p>
        </p:txBody>
      </p:sp>
      <p:sp>
        <p:nvSpPr>
          <p:cNvPr id="15" name="Freeform 15">
            <a:extLst>
              <a:ext uri="{FF2B5EF4-FFF2-40B4-BE49-F238E27FC236}">
                <a16:creationId xmlns:a16="http://schemas.microsoft.com/office/drawing/2014/main" id="{79E1C9D7-4E06-438C-3F43-BABCA75424FF}"/>
              </a:ext>
            </a:extLst>
          </p:cNvPr>
          <p:cNvSpPr>
            <a:spLocks/>
          </p:cNvSpPr>
          <p:nvPr/>
        </p:nvSpPr>
        <p:spPr bwMode="auto">
          <a:xfrm>
            <a:off x="1111968" y="5084659"/>
            <a:ext cx="1170965" cy="1452356"/>
          </a:xfrm>
          <a:custGeom>
            <a:avLst/>
            <a:gdLst>
              <a:gd name="T0" fmla="*/ 0 w 217"/>
              <a:gd name="T1" fmla="*/ 0 h 593"/>
              <a:gd name="T2" fmla="*/ 217 w 217"/>
              <a:gd name="T3" fmla="*/ 118 h 593"/>
              <a:gd name="T4" fmla="*/ 217 w 217"/>
              <a:gd name="T5" fmla="*/ 593 h 593"/>
              <a:gd name="T6" fmla="*/ 0 w 217"/>
              <a:gd name="T7" fmla="*/ 475 h 593"/>
              <a:gd name="T8" fmla="*/ 0 w 217"/>
              <a:gd name="T9" fmla="*/ 0 h 593"/>
              <a:gd name="T10" fmla="*/ 0 w 217"/>
              <a:gd name="T11" fmla="*/ 0 h 593"/>
              <a:gd name="T12" fmla="*/ 0 w 217"/>
              <a:gd name="T13" fmla="*/ 0 h 593"/>
              <a:gd name="T14" fmla="*/ 0 w 217"/>
              <a:gd name="T15" fmla="*/ 0 h 5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7" h="593">
                <a:moveTo>
                  <a:pt x="0" y="0"/>
                </a:moveTo>
                <a:lnTo>
                  <a:pt x="217" y="118"/>
                </a:lnTo>
                <a:lnTo>
                  <a:pt x="217" y="593"/>
                </a:lnTo>
                <a:lnTo>
                  <a:pt x="0" y="475"/>
                </a:lnTo>
                <a:lnTo>
                  <a:pt x="0" y="0"/>
                </a:lnTo>
                <a:lnTo>
                  <a:pt x="0" y="0"/>
                </a:lnTo>
                <a:lnTo>
                  <a:pt x="0" y="0"/>
                </a:lnTo>
                <a:lnTo>
                  <a:pt x="0" y="0"/>
                </a:lnTo>
                <a:close/>
              </a:path>
            </a:pathLst>
          </a:custGeom>
          <a:solidFill>
            <a:schemeClr val="accent1">
              <a:lumMod val="75000"/>
            </a:schemeClr>
          </a:solidFill>
          <a:ln>
            <a:noFill/>
          </a:ln>
        </p:spPr>
        <p:txBody>
          <a:bodyPr vert="horz" wrap="square" lIns="91392" tIns="45696" rIns="91392" bIns="45696" numCol="1" anchor="t" anchorCtr="0" compatLnSpc="1">
            <a:prstTxWarp prst="textNoShape">
              <a:avLst/>
            </a:prstTxWarp>
          </a:bodyPr>
          <a:lstStyle/>
          <a:p>
            <a:endParaRPr lang="en-US" sz="1799"/>
          </a:p>
        </p:txBody>
      </p:sp>
      <p:sp>
        <p:nvSpPr>
          <p:cNvPr id="16" name="Freeform 14">
            <a:extLst>
              <a:ext uri="{FF2B5EF4-FFF2-40B4-BE49-F238E27FC236}">
                <a16:creationId xmlns:a16="http://schemas.microsoft.com/office/drawing/2014/main" id="{5A9F483C-BBEB-72EB-88C8-4A7FBDFE8BEA}"/>
              </a:ext>
            </a:extLst>
          </p:cNvPr>
          <p:cNvSpPr>
            <a:spLocks/>
          </p:cNvSpPr>
          <p:nvPr/>
        </p:nvSpPr>
        <p:spPr bwMode="auto">
          <a:xfrm>
            <a:off x="402169" y="5084658"/>
            <a:ext cx="709798" cy="1163347"/>
          </a:xfrm>
          <a:custGeom>
            <a:avLst/>
            <a:gdLst>
              <a:gd name="T0" fmla="*/ 543 w 543"/>
              <a:gd name="T1" fmla="*/ 0 h 475"/>
              <a:gd name="T2" fmla="*/ 543 w 543"/>
              <a:gd name="T3" fmla="*/ 475 h 475"/>
              <a:gd name="T4" fmla="*/ 0 w 543"/>
              <a:gd name="T5" fmla="*/ 475 h 475"/>
              <a:gd name="T6" fmla="*/ 0 w 543"/>
              <a:gd name="T7" fmla="*/ 0 h 475"/>
              <a:gd name="T8" fmla="*/ 543 w 543"/>
              <a:gd name="T9" fmla="*/ 0 h 475"/>
              <a:gd name="T10" fmla="*/ 543 w 543"/>
              <a:gd name="T11" fmla="*/ 0 h 475"/>
              <a:gd name="T12" fmla="*/ 543 w 543"/>
              <a:gd name="T13" fmla="*/ 0 h 475"/>
              <a:gd name="T14" fmla="*/ 543 w 543"/>
              <a:gd name="T15" fmla="*/ 0 h 4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475">
                <a:moveTo>
                  <a:pt x="543" y="0"/>
                </a:moveTo>
                <a:lnTo>
                  <a:pt x="543" y="475"/>
                </a:lnTo>
                <a:lnTo>
                  <a:pt x="0" y="475"/>
                </a:lnTo>
                <a:lnTo>
                  <a:pt x="0" y="0"/>
                </a:lnTo>
                <a:lnTo>
                  <a:pt x="543" y="0"/>
                </a:lnTo>
                <a:lnTo>
                  <a:pt x="543" y="0"/>
                </a:lnTo>
                <a:lnTo>
                  <a:pt x="543" y="0"/>
                </a:lnTo>
                <a:lnTo>
                  <a:pt x="543" y="0"/>
                </a:lnTo>
                <a:close/>
              </a:path>
            </a:pathLst>
          </a:custGeom>
          <a:solidFill>
            <a:schemeClr val="accent1"/>
          </a:solidFill>
          <a:ln>
            <a:noFill/>
          </a:ln>
        </p:spPr>
        <p:txBody>
          <a:bodyPr vert="horz" wrap="square" lIns="91392" tIns="45696" rIns="91392" bIns="45696" numCol="1" anchor="t" anchorCtr="0" compatLnSpc="1">
            <a:prstTxWarp prst="textNoShape">
              <a:avLst/>
            </a:prstTxWarp>
          </a:bodyPr>
          <a:lstStyle/>
          <a:p>
            <a:endParaRPr lang="en-US" sz="1799"/>
          </a:p>
        </p:txBody>
      </p:sp>
      <p:sp>
        <p:nvSpPr>
          <p:cNvPr id="17" name="Freeform 14">
            <a:extLst>
              <a:ext uri="{FF2B5EF4-FFF2-40B4-BE49-F238E27FC236}">
                <a16:creationId xmlns:a16="http://schemas.microsoft.com/office/drawing/2014/main" id="{83660D20-F07F-F969-3CC0-29F5C77107EB}"/>
              </a:ext>
            </a:extLst>
          </p:cNvPr>
          <p:cNvSpPr>
            <a:spLocks/>
          </p:cNvSpPr>
          <p:nvPr/>
        </p:nvSpPr>
        <p:spPr bwMode="auto">
          <a:xfrm>
            <a:off x="2282931" y="5373668"/>
            <a:ext cx="3601479" cy="1163347"/>
          </a:xfrm>
          <a:prstGeom prst="homePlate">
            <a:avLst/>
          </a:prstGeom>
          <a:solidFill>
            <a:schemeClr val="accent1"/>
          </a:solidFill>
          <a:ln>
            <a:noFill/>
          </a:ln>
        </p:spPr>
        <p:txBody>
          <a:bodyPr vert="horz" wrap="square" lIns="179915" tIns="71963" rIns="107944" bIns="71963" numCol="1" anchor="ctr" anchorCtr="0" compatLnSpc="1">
            <a:prstTxWarp prst="textNoShape">
              <a:avLst/>
            </a:prstTxWarp>
          </a:bodyPr>
          <a:lstStyle/>
          <a:p>
            <a:pPr algn="l">
              <a:spcBef>
                <a:spcPts val="0"/>
              </a:spcBef>
              <a:spcAft>
                <a:spcPts val="0"/>
              </a:spcAft>
            </a:pPr>
            <a:r>
              <a:rPr lang="en-US" sz="1800">
                <a:solidFill>
                  <a:srgbClr val="FFFFFF"/>
                </a:solidFill>
                <a:latin typeface="Arial" panose="020B0604020202020204" pitchFamily="34" charset="0"/>
                <a:cs typeface="Arial" panose="020B0604020202020204" pitchFamily="34" charset="0"/>
              </a:rPr>
              <a:t>Forces brevity (especially with senior audiences)</a:t>
            </a:r>
          </a:p>
        </p:txBody>
      </p:sp>
      <p:sp>
        <p:nvSpPr>
          <p:cNvPr id="18" name="Freeform 15">
            <a:extLst>
              <a:ext uri="{FF2B5EF4-FFF2-40B4-BE49-F238E27FC236}">
                <a16:creationId xmlns:a16="http://schemas.microsoft.com/office/drawing/2014/main" id="{B50907D2-53D7-C3D6-01C7-688B6114DB1A}"/>
              </a:ext>
            </a:extLst>
          </p:cNvPr>
          <p:cNvSpPr>
            <a:spLocks/>
          </p:cNvSpPr>
          <p:nvPr/>
        </p:nvSpPr>
        <p:spPr bwMode="auto">
          <a:xfrm>
            <a:off x="1111968" y="3638428"/>
            <a:ext cx="1170965" cy="1452356"/>
          </a:xfrm>
          <a:custGeom>
            <a:avLst/>
            <a:gdLst>
              <a:gd name="T0" fmla="*/ 0 w 217"/>
              <a:gd name="T1" fmla="*/ 0 h 593"/>
              <a:gd name="T2" fmla="*/ 217 w 217"/>
              <a:gd name="T3" fmla="*/ 118 h 593"/>
              <a:gd name="T4" fmla="*/ 217 w 217"/>
              <a:gd name="T5" fmla="*/ 593 h 593"/>
              <a:gd name="T6" fmla="*/ 0 w 217"/>
              <a:gd name="T7" fmla="*/ 475 h 593"/>
              <a:gd name="T8" fmla="*/ 0 w 217"/>
              <a:gd name="T9" fmla="*/ 0 h 593"/>
              <a:gd name="T10" fmla="*/ 0 w 217"/>
              <a:gd name="T11" fmla="*/ 0 h 593"/>
              <a:gd name="T12" fmla="*/ 0 w 217"/>
              <a:gd name="T13" fmla="*/ 0 h 593"/>
              <a:gd name="T14" fmla="*/ 0 w 217"/>
              <a:gd name="T15" fmla="*/ 0 h 5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7" h="593">
                <a:moveTo>
                  <a:pt x="0" y="0"/>
                </a:moveTo>
                <a:lnTo>
                  <a:pt x="217" y="118"/>
                </a:lnTo>
                <a:lnTo>
                  <a:pt x="217" y="593"/>
                </a:lnTo>
                <a:lnTo>
                  <a:pt x="0" y="475"/>
                </a:lnTo>
                <a:lnTo>
                  <a:pt x="0" y="0"/>
                </a:lnTo>
                <a:lnTo>
                  <a:pt x="0" y="0"/>
                </a:lnTo>
                <a:lnTo>
                  <a:pt x="0" y="0"/>
                </a:lnTo>
                <a:lnTo>
                  <a:pt x="0" y="0"/>
                </a:lnTo>
                <a:close/>
              </a:path>
            </a:pathLst>
          </a:custGeom>
          <a:solidFill>
            <a:schemeClr val="accent1">
              <a:lumMod val="75000"/>
            </a:schemeClr>
          </a:solidFill>
          <a:ln>
            <a:noFill/>
          </a:ln>
        </p:spPr>
        <p:txBody>
          <a:bodyPr vert="horz" wrap="square" lIns="91392" tIns="45696" rIns="91392" bIns="45696" numCol="1" anchor="t" anchorCtr="0" compatLnSpc="1">
            <a:prstTxWarp prst="textNoShape">
              <a:avLst/>
            </a:prstTxWarp>
          </a:bodyPr>
          <a:lstStyle/>
          <a:p>
            <a:endParaRPr lang="en-US" sz="1799"/>
          </a:p>
        </p:txBody>
      </p:sp>
      <p:sp>
        <p:nvSpPr>
          <p:cNvPr id="19" name="Freeform 14">
            <a:extLst>
              <a:ext uri="{FF2B5EF4-FFF2-40B4-BE49-F238E27FC236}">
                <a16:creationId xmlns:a16="http://schemas.microsoft.com/office/drawing/2014/main" id="{FD623F3D-847A-CEBE-1E0B-051325E36D7A}"/>
              </a:ext>
            </a:extLst>
          </p:cNvPr>
          <p:cNvSpPr>
            <a:spLocks/>
          </p:cNvSpPr>
          <p:nvPr/>
        </p:nvSpPr>
        <p:spPr bwMode="auto">
          <a:xfrm>
            <a:off x="402169" y="3638427"/>
            <a:ext cx="709798" cy="1163347"/>
          </a:xfrm>
          <a:custGeom>
            <a:avLst/>
            <a:gdLst>
              <a:gd name="T0" fmla="*/ 543 w 543"/>
              <a:gd name="T1" fmla="*/ 0 h 475"/>
              <a:gd name="T2" fmla="*/ 543 w 543"/>
              <a:gd name="T3" fmla="*/ 475 h 475"/>
              <a:gd name="T4" fmla="*/ 0 w 543"/>
              <a:gd name="T5" fmla="*/ 475 h 475"/>
              <a:gd name="T6" fmla="*/ 0 w 543"/>
              <a:gd name="T7" fmla="*/ 0 h 475"/>
              <a:gd name="T8" fmla="*/ 543 w 543"/>
              <a:gd name="T9" fmla="*/ 0 h 475"/>
              <a:gd name="T10" fmla="*/ 543 w 543"/>
              <a:gd name="T11" fmla="*/ 0 h 475"/>
              <a:gd name="T12" fmla="*/ 543 w 543"/>
              <a:gd name="T13" fmla="*/ 0 h 475"/>
              <a:gd name="T14" fmla="*/ 543 w 543"/>
              <a:gd name="T15" fmla="*/ 0 h 4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475">
                <a:moveTo>
                  <a:pt x="543" y="0"/>
                </a:moveTo>
                <a:lnTo>
                  <a:pt x="543" y="475"/>
                </a:lnTo>
                <a:lnTo>
                  <a:pt x="0" y="475"/>
                </a:lnTo>
                <a:lnTo>
                  <a:pt x="0" y="0"/>
                </a:lnTo>
                <a:lnTo>
                  <a:pt x="543" y="0"/>
                </a:lnTo>
                <a:lnTo>
                  <a:pt x="543" y="0"/>
                </a:lnTo>
                <a:lnTo>
                  <a:pt x="543" y="0"/>
                </a:lnTo>
                <a:lnTo>
                  <a:pt x="543" y="0"/>
                </a:lnTo>
                <a:close/>
              </a:path>
            </a:pathLst>
          </a:custGeom>
          <a:solidFill>
            <a:schemeClr val="accent1"/>
          </a:solidFill>
          <a:ln>
            <a:noFill/>
          </a:ln>
        </p:spPr>
        <p:txBody>
          <a:bodyPr vert="horz" wrap="square" lIns="91392" tIns="45696" rIns="91392" bIns="45696" numCol="1" anchor="t" anchorCtr="0" compatLnSpc="1">
            <a:prstTxWarp prst="textNoShape">
              <a:avLst/>
            </a:prstTxWarp>
          </a:bodyPr>
          <a:lstStyle/>
          <a:p>
            <a:endParaRPr lang="en-US" sz="1799"/>
          </a:p>
        </p:txBody>
      </p:sp>
      <p:sp>
        <p:nvSpPr>
          <p:cNvPr id="20" name="Freeform 14">
            <a:extLst>
              <a:ext uri="{FF2B5EF4-FFF2-40B4-BE49-F238E27FC236}">
                <a16:creationId xmlns:a16="http://schemas.microsoft.com/office/drawing/2014/main" id="{97182F39-2ED9-7F77-0C71-051AA505E80E}"/>
              </a:ext>
            </a:extLst>
          </p:cNvPr>
          <p:cNvSpPr>
            <a:spLocks/>
          </p:cNvSpPr>
          <p:nvPr/>
        </p:nvSpPr>
        <p:spPr bwMode="auto">
          <a:xfrm>
            <a:off x="2282931" y="3927437"/>
            <a:ext cx="3267446" cy="1163347"/>
          </a:xfrm>
          <a:prstGeom prst="homePlate">
            <a:avLst/>
          </a:prstGeom>
          <a:solidFill>
            <a:schemeClr val="accent1"/>
          </a:solidFill>
          <a:ln>
            <a:noFill/>
          </a:ln>
        </p:spPr>
        <p:txBody>
          <a:bodyPr vert="horz" wrap="square" lIns="179915" tIns="71963" rIns="107944" bIns="71963" numCol="1" anchor="ctr" anchorCtr="0" compatLnSpc="1">
            <a:prstTxWarp prst="textNoShape">
              <a:avLst/>
            </a:prstTxWarp>
          </a:bodyPr>
          <a:lstStyle/>
          <a:p>
            <a:pPr algn="l">
              <a:spcBef>
                <a:spcPts val="0"/>
              </a:spcBef>
              <a:spcAft>
                <a:spcPts val="0"/>
              </a:spcAft>
            </a:pPr>
            <a:r>
              <a:rPr lang="en-US" sz="1800">
                <a:solidFill>
                  <a:srgbClr val="FFFFFF"/>
                </a:solidFill>
                <a:latin typeface="Arial" panose="020B0604020202020204" pitchFamily="34" charset="0"/>
                <a:cs typeface="Arial" panose="020B0604020202020204" pitchFamily="34" charset="0"/>
              </a:rPr>
              <a:t>Makes data actionable through insights</a:t>
            </a:r>
          </a:p>
        </p:txBody>
      </p:sp>
      <p:sp>
        <p:nvSpPr>
          <p:cNvPr id="21" name="Freeform 15">
            <a:extLst>
              <a:ext uri="{FF2B5EF4-FFF2-40B4-BE49-F238E27FC236}">
                <a16:creationId xmlns:a16="http://schemas.microsoft.com/office/drawing/2014/main" id="{0FBB56AC-5F2B-AB6B-0CE8-A038A229430A}"/>
              </a:ext>
            </a:extLst>
          </p:cNvPr>
          <p:cNvSpPr>
            <a:spLocks/>
          </p:cNvSpPr>
          <p:nvPr/>
        </p:nvSpPr>
        <p:spPr bwMode="auto">
          <a:xfrm>
            <a:off x="1111968" y="2192196"/>
            <a:ext cx="1170965" cy="1452356"/>
          </a:xfrm>
          <a:custGeom>
            <a:avLst/>
            <a:gdLst>
              <a:gd name="T0" fmla="*/ 0 w 217"/>
              <a:gd name="T1" fmla="*/ 0 h 593"/>
              <a:gd name="T2" fmla="*/ 217 w 217"/>
              <a:gd name="T3" fmla="*/ 118 h 593"/>
              <a:gd name="T4" fmla="*/ 217 w 217"/>
              <a:gd name="T5" fmla="*/ 593 h 593"/>
              <a:gd name="T6" fmla="*/ 0 w 217"/>
              <a:gd name="T7" fmla="*/ 475 h 593"/>
              <a:gd name="T8" fmla="*/ 0 w 217"/>
              <a:gd name="T9" fmla="*/ 0 h 593"/>
              <a:gd name="T10" fmla="*/ 0 w 217"/>
              <a:gd name="T11" fmla="*/ 0 h 593"/>
              <a:gd name="T12" fmla="*/ 0 w 217"/>
              <a:gd name="T13" fmla="*/ 0 h 593"/>
              <a:gd name="T14" fmla="*/ 0 w 217"/>
              <a:gd name="T15" fmla="*/ 0 h 5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7" h="593">
                <a:moveTo>
                  <a:pt x="0" y="0"/>
                </a:moveTo>
                <a:lnTo>
                  <a:pt x="217" y="118"/>
                </a:lnTo>
                <a:lnTo>
                  <a:pt x="217" y="593"/>
                </a:lnTo>
                <a:lnTo>
                  <a:pt x="0" y="475"/>
                </a:lnTo>
                <a:lnTo>
                  <a:pt x="0" y="0"/>
                </a:lnTo>
                <a:lnTo>
                  <a:pt x="0" y="0"/>
                </a:lnTo>
                <a:lnTo>
                  <a:pt x="0" y="0"/>
                </a:lnTo>
                <a:lnTo>
                  <a:pt x="0" y="0"/>
                </a:lnTo>
                <a:close/>
              </a:path>
            </a:pathLst>
          </a:custGeom>
          <a:solidFill>
            <a:schemeClr val="accent1">
              <a:lumMod val="75000"/>
            </a:schemeClr>
          </a:solidFill>
          <a:ln>
            <a:noFill/>
          </a:ln>
        </p:spPr>
        <p:txBody>
          <a:bodyPr vert="horz" wrap="square" lIns="91392" tIns="45696" rIns="91392" bIns="45696" numCol="1" anchor="t" anchorCtr="0" compatLnSpc="1">
            <a:prstTxWarp prst="textNoShape">
              <a:avLst/>
            </a:prstTxWarp>
          </a:bodyPr>
          <a:lstStyle/>
          <a:p>
            <a:endParaRPr lang="en-US" sz="1799"/>
          </a:p>
        </p:txBody>
      </p:sp>
      <p:sp>
        <p:nvSpPr>
          <p:cNvPr id="22" name="Freeform 14">
            <a:extLst>
              <a:ext uri="{FF2B5EF4-FFF2-40B4-BE49-F238E27FC236}">
                <a16:creationId xmlns:a16="http://schemas.microsoft.com/office/drawing/2014/main" id="{FA3AB7B3-4F8B-FAC2-4A70-BD55D9E02D7A}"/>
              </a:ext>
            </a:extLst>
          </p:cNvPr>
          <p:cNvSpPr>
            <a:spLocks/>
          </p:cNvSpPr>
          <p:nvPr/>
        </p:nvSpPr>
        <p:spPr bwMode="auto">
          <a:xfrm>
            <a:off x="402169" y="2192195"/>
            <a:ext cx="709798" cy="1163347"/>
          </a:xfrm>
          <a:custGeom>
            <a:avLst/>
            <a:gdLst>
              <a:gd name="T0" fmla="*/ 543 w 543"/>
              <a:gd name="T1" fmla="*/ 0 h 475"/>
              <a:gd name="T2" fmla="*/ 543 w 543"/>
              <a:gd name="T3" fmla="*/ 475 h 475"/>
              <a:gd name="T4" fmla="*/ 0 w 543"/>
              <a:gd name="T5" fmla="*/ 475 h 475"/>
              <a:gd name="T6" fmla="*/ 0 w 543"/>
              <a:gd name="T7" fmla="*/ 0 h 475"/>
              <a:gd name="T8" fmla="*/ 543 w 543"/>
              <a:gd name="T9" fmla="*/ 0 h 475"/>
              <a:gd name="T10" fmla="*/ 543 w 543"/>
              <a:gd name="T11" fmla="*/ 0 h 475"/>
              <a:gd name="T12" fmla="*/ 543 w 543"/>
              <a:gd name="T13" fmla="*/ 0 h 475"/>
              <a:gd name="T14" fmla="*/ 543 w 543"/>
              <a:gd name="T15" fmla="*/ 0 h 4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3" h="475">
                <a:moveTo>
                  <a:pt x="543" y="0"/>
                </a:moveTo>
                <a:lnTo>
                  <a:pt x="543" y="475"/>
                </a:lnTo>
                <a:lnTo>
                  <a:pt x="0" y="475"/>
                </a:lnTo>
                <a:lnTo>
                  <a:pt x="0" y="0"/>
                </a:lnTo>
                <a:lnTo>
                  <a:pt x="543" y="0"/>
                </a:lnTo>
                <a:lnTo>
                  <a:pt x="543" y="0"/>
                </a:lnTo>
                <a:lnTo>
                  <a:pt x="543" y="0"/>
                </a:lnTo>
                <a:lnTo>
                  <a:pt x="543" y="0"/>
                </a:lnTo>
                <a:close/>
              </a:path>
            </a:pathLst>
          </a:custGeom>
          <a:solidFill>
            <a:schemeClr val="accent1"/>
          </a:solidFill>
          <a:ln>
            <a:noFill/>
          </a:ln>
        </p:spPr>
        <p:txBody>
          <a:bodyPr vert="horz" wrap="square" lIns="91392" tIns="45696" rIns="91392" bIns="45696" numCol="1" anchor="t" anchorCtr="0" compatLnSpc="1">
            <a:prstTxWarp prst="textNoShape">
              <a:avLst/>
            </a:prstTxWarp>
          </a:bodyPr>
          <a:lstStyle/>
          <a:p>
            <a:endParaRPr lang="en-US" sz="1799"/>
          </a:p>
        </p:txBody>
      </p:sp>
      <p:sp>
        <p:nvSpPr>
          <p:cNvPr id="23" name="Freeform 14">
            <a:extLst>
              <a:ext uri="{FF2B5EF4-FFF2-40B4-BE49-F238E27FC236}">
                <a16:creationId xmlns:a16="http://schemas.microsoft.com/office/drawing/2014/main" id="{DA14C318-63E8-3BB6-4B41-5677D0980183}"/>
              </a:ext>
            </a:extLst>
          </p:cNvPr>
          <p:cNvSpPr>
            <a:spLocks/>
          </p:cNvSpPr>
          <p:nvPr/>
        </p:nvSpPr>
        <p:spPr bwMode="auto">
          <a:xfrm>
            <a:off x="2282931" y="2481205"/>
            <a:ext cx="2930115" cy="1163347"/>
          </a:xfrm>
          <a:prstGeom prst="homePlate">
            <a:avLst/>
          </a:prstGeom>
          <a:solidFill>
            <a:schemeClr val="accent1"/>
          </a:solidFill>
          <a:ln>
            <a:noFill/>
          </a:ln>
        </p:spPr>
        <p:txBody>
          <a:bodyPr vert="horz" wrap="square" lIns="179915" tIns="71963" rIns="107944" bIns="71963" numCol="1" anchor="ctr" anchorCtr="0" compatLnSpc="1">
            <a:prstTxWarp prst="textNoShape">
              <a:avLst/>
            </a:prstTxWarp>
          </a:bodyPr>
          <a:lstStyle/>
          <a:p>
            <a:pPr algn="l">
              <a:spcBef>
                <a:spcPts val="0"/>
              </a:spcBef>
              <a:spcAft>
                <a:spcPts val="0"/>
              </a:spcAft>
            </a:pPr>
            <a:r>
              <a:rPr lang="en-US" sz="1800">
                <a:solidFill>
                  <a:srgbClr val="FFFFFF"/>
                </a:solidFill>
                <a:latin typeface="Arial" panose="020B0604020202020204" pitchFamily="34" charset="0"/>
                <a:cs typeface="Arial" panose="020B0604020202020204" pitchFamily="34" charset="0"/>
              </a:rPr>
              <a:t>Engages a diverse audience</a:t>
            </a:r>
          </a:p>
        </p:txBody>
      </p:sp>
      <p:grpSp>
        <p:nvGrpSpPr>
          <p:cNvPr id="2" name="ee4p_icon_group">
            <a:extLst>
              <a:ext uri="{FF2B5EF4-FFF2-40B4-BE49-F238E27FC236}">
                <a16:creationId xmlns:a16="http://schemas.microsoft.com/office/drawing/2014/main" id="{2D1BB388-A006-B013-B1DB-97CB618C8DAA}"/>
              </a:ext>
            </a:extLst>
          </p:cNvPr>
          <p:cNvGrpSpPr/>
          <p:nvPr/>
        </p:nvGrpSpPr>
        <p:grpSpPr>
          <a:xfrm>
            <a:off x="1289721" y="2510645"/>
            <a:ext cx="815459" cy="815459"/>
            <a:chOff x="4031999" y="2889000"/>
            <a:chExt cx="1080000" cy="1080001"/>
          </a:xfrm>
        </p:grpSpPr>
        <p:sp>
          <p:nvSpPr>
            <p:cNvPr id="3" name="ee4p_icon_frame" hidden="1">
              <a:extLst>
                <a:ext uri="{FF2B5EF4-FFF2-40B4-BE49-F238E27FC236}">
                  <a16:creationId xmlns:a16="http://schemas.microsoft.com/office/drawing/2014/main" id="{F8B58971-F9D9-B502-0C61-9E9D1D5E6BCB}"/>
                </a:ext>
              </a:extLst>
            </p:cNvPr>
            <p:cNvSpPr/>
            <p:nvPr/>
          </p:nvSpPr>
          <p:spPr>
            <a:xfrm>
              <a:off x="4031999" y="2889000"/>
              <a:ext cx="1080000" cy="1080001"/>
            </a:xfrm>
            <a:prstGeom prst="rect">
              <a:avLst/>
            </a:prstGeom>
            <a:solidFill>
              <a:schemeClr val="bg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e4p_icon">
              <a:extLst>
                <a:ext uri="{FF2B5EF4-FFF2-40B4-BE49-F238E27FC236}">
                  <a16:creationId xmlns:a16="http://schemas.microsoft.com/office/drawing/2014/main" id="{13F36E54-BE0F-E0D6-8946-9601F82BADB0}"/>
                </a:ext>
              </a:extLst>
            </p:cNvPr>
            <p:cNvSpPr>
              <a:spLocks noChangeAspect="1"/>
            </p:cNvSpPr>
            <p:nvPr/>
          </p:nvSpPr>
          <p:spPr>
            <a:xfrm>
              <a:off x="4064440" y="3108113"/>
              <a:ext cx="1015119" cy="641773"/>
            </a:xfrm>
            <a:custGeom>
              <a:avLst/>
              <a:gdLst>
                <a:gd name="connsiteX0" fmla="*/ 1004959 w 1015119"/>
                <a:gd name="connsiteY0" fmla="*/ 394614 h 641773"/>
                <a:gd name="connsiteX1" fmla="*/ 986367 w 1015119"/>
                <a:gd name="connsiteY1" fmla="*/ 394614 h 641773"/>
                <a:gd name="connsiteX2" fmla="*/ 986367 w 1015119"/>
                <a:gd name="connsiteY2" fmla="*/ 378460 h 641773"/>
                <a:gd name="connsiteX3" fmla="*/ 875453 w 1015119"/>
                <a:gd name="connsiteY3" fmla="*/ 267581 h 641773"/>
                <a:gd name="connsiteX4" fmla="*/ 844736 w 1015119"/>
                <a:gd name="connsiteY4" fmla="*/ 267581 h 641773"/>
                <a:gd name="connsiteX5" fmla="*/ 844736 w 1015119"/>
                <a:gd name="connsiteY5" fmla="*/ 264363 h 641773"/>
                <a:gd name="connsiteX6" fmla="*/ 853305 w 1015119"/>
                <a:gd name="connsiteY6" fmla="*/ 264634 h 641773"/>
                <a:gd name="connsiteX7" fmla="*/ 918599 w 1015119"/>
                <a:gd name="connsiteY7" fmla="*/ 238083 h 641773"/>
                <a:gd name="connsiteX8" fmla="*/ 915599 w 1015119"/>
                <a:gd name="connsiteY8" fmla="*/ 224031 h 641773"/>
                <a:gd name="connsiteX9" fmla="*/ 913824 w 1015119"/>
                <a:gd name="connsiteY9" fmla="*/ 223114 h 641773"/>
                <a:gd name="connsiteX10" fmla="*/ 885105 w 1015119"/>
                <a:gd name="connsiteY10" fmla="*/ 171094 h 641773"/>
                <a:gd name="connsiteX11" fmla="*/ 891879 w 1015119"/>
                <a:gd name="connsiteY11" fmla="*/ 129269 h 641773"/>
                <a:gd name="connsiteX12" fmla="*/ 891879 w 1015119"/>
                <a:gd name="connsiteY12" fmla="*/ 104140 h 641773"/>
                <a:gd name="connsiteX13" fmla="*/ 782422 w 1015119"/>
                <a:gd name="connsiteY13" fmla="*/ 68 h 641773"/>
                <a:gd name="connsiteX14" fmla="*/ 672863 w 1015119"/>
                <a:gd name="connsiteY14" fmla="*/ 104140 h 641773"/>
                <a:gd name="connsiteX15" fmla="*/ 672863 w 1015119"/>
                <a:gd name="connsiteY15" fmla="*/ 129405 h 641773"/>
                <a:gd name="connsiteX16" fmla="*/ 668325 w 1015119"/>
                <a:gd name="connsiteY16" fmla="*/ 146338 h 641773"/>
                <a:gd name="connsiteX17" fmla="*/ 679873 w 1015119"/>
                <a:gd name="connsiteY17" fmla="*/ 171636 h 641773"/>
                <a:gd name="connsiteX18" fmla="*/ 653220 w 1015119"/>
                <a:gd name="connsiteY18" fmla="*/ 218779 h 641773"/>
                <a:gd name="connsiteX19" fmla="*/ 647476 w 1015119"/>
                <a:gd name="connsiteY19" fmla="*/ 231949 h 641773"/>
                <a:gd name="connsiteX20" fmla="*/ 647632 w 1015119"/>
                <a:gd name="connsiteY20" fmla="*/ 232325 h 641773"/>
                <a:gd name="connsiteX21" fmla="*/ 705409 w 1015119"/>
                <a:gd name="connsiteY21" fmla="*/ 264803 h 641773"/>
                <a:gd name="connsiteX22" fmla="*/ 719938 w 1015119"/>
                <a:gd name="connsiteY22" fmla="*/ 264803 h 641773"/>
                <a:gd name="connsiteX23" fmla="*/ 719938 w 1015119"/>
                <a:gd name="connsiteY23" fmla="*/ 278011 h 641773"/>
                <a:gd name="connsiteX24" fmla="*/ 723900 w 1015119"/>
                <a:gd name="connsiteY24" fmla="*/ 286072 h 641773"/>
                <a:gd name="connsiteX25" fmla="*/ 838065 w 1015119"/>
                <a:gd name="connsiteY25" fmla="*/ 288171 h 641773"/>
                <a:gd name="connsiteX26" fmla="*/ 875318 w 1015119"/>
                <a:gd name="connsiteY26" fmla="*/ 288171 h 641773"/>
                <a:gd name="connsiteX27" fmla="*/ 966047 w 1015119"/>
                <a:gd name="connsiteY27" fmla="*/ 378460 h 641773"/>
                <a:gd name="connsiteX28" fmla="*/ 966047 w 1015119"/>
                <a:gd name="connsiteY28" fmla="*/ 393565 h 641773"/>
                <a:gd name="connsiteX29" fmla="*/ 789568 w 1015119"/>
                <a:gd name="connsiteY29" fmla="*/ 393565 h 641773"/>
                <a:gd name="connsiteX30" fmla="*/ 772397 w 1015119"/>
                <a:gd name="connsiteY30" fmla="*/ 383235 h 641773"/>
                <a:gd name="connsiteX31" fmla="*/ 772397 w 1015119"/>
                <a:gd name="connsiteY31" fmla="*/ 373820 h 641773"/>
                <a:gd name="connsiteX32" fmla="*/ 689898 w 1015119"/>
                <a:gd name="connsiteY32" fmla="*/ 291321 h 641773"/>
                <a:gd name="connsiteX33" fmla="*/ 607399 w 1015119"/>
                <a:gd name="connsiteY33" fmla="*/ 373820 h 641773"/>
                <a:gd name="connsiteX34" fmla="*/ 607399 w 1015119"/>
                <a:gd name="connsiteY34" fmla="*/ 385809 h 641773"/>
                <a:gd name="connsiteX35" fmla="*/ 597476 w 1015119"/>
                <a:gd name="connsiteY35" fmla="*/ 393565 h 641773"/>
                <a:gd name="connsiteX36" fmla="*/ 550774 w 1015119"/>
                <a:gd name="connsiteY36" fmla="*/ 393565 h 641773"/>
                <a:gd name="connsiteX37" fmla="*/ 568994 w 1015119"/>
                <a:gd name="connsiteY37" fmla="*/ 287901 h 641773"/>
                <a:gd name="connsiteX38" fmla="*/ 601337 w 1015119"/>
                <a:gd name="connsiteY38" fmla="*/ 287901 h 641773"/>
                <a:gd name="connsiteX39" fmla="*/ 645804 w 1015119"/>
                <a:gd name="connsiteY39" fmla="*/ 299551 h 641773"/>
                <a:gd name="connsiteX40" fmla="*/ 655964 w 1015119"/>
                <a:gd name="connsiteY40" fmla="*/ 281872 h 641773"/>
                <a:gd name="connsiteX41" fmla="*/ 601506 w 1015119"/>
                <a:gd name="connsiteY41" fmla="*/ 267581 h 641773"/>
                <a:gd name="connsiteX42" fmla="*/ 570755 w 1015119"/>
                <a:gd name="connsiteY42" fmla="*/ 267581 h 641773"/>
                <a:gd name="connsiteX43" fmla="*/ 570755 w 1015119"/>
                <a:gd name="connsiteY43" fmla="*/ 244246 h 641773"/>
                <a:gd name="connsiteX44" fmla="*/ 598932 w 1015119"/>
                <a:gd name="connsiteY44" fmla="*/ 178071 h 641773"/>
                <a:gd name="connsiteX45" fmla="*/ 622402 w 1015119"/>
                <a:gd name="connsiteY45" fmla="*/ 146101 h 641773"/>
                <a:gd name="connsiteX46" fmla="*/ 617796 w 1015119"/>
                <a:gd name="connsiteY46" fmla="*/ 129167 h 641773"/>
                <a:gd name="connsiteX47" fmla="*/ 617796 w 1015119"/>
                <a:gd name="connsiteY47" fmla="*/ 104140 h 641773"/>
                <a:gd name="connsiteX48" fmla="*/ 508339 w 1015119"/>
                <a:gd name="connsiteY48" fmla="*/ 68 h 641773"/>
                <a:gd name="connsiteX49" fmla="*/ 434746 w 1015119"/>
                <a:gd name="connsiteY49" fmla="*/ 41656 h 641773"/>
                <a:gd name="connsiteX50" fmla="*/ 398712 w 1015119"/>
                <a:gd name="connsiteY50" fmla="*/ 104140 h 641773"/>
                <a:gd name="connsiteX51" fmla="*/ 398712 w 1015119"/>
                <a:gd name="connsiteY51" fmla="*/ 129405 h 641773"/>
                <a:gd name="connsiteX52" fmla="*/ 410772 w 1015119"/>
                <a:gd name="connsiteY52" fmla="*/ 175111 h 641773"/>
                <a:gd name="connsiteX53" fmla="*/ 417644 w 1015119"/>
                <a:gd name="connsiteY53" fmla="*/ 178139 h 641773"/>
                <a:gd name="connsiteX54" fmla="*/ 445787 w 1015119"/>
                <a:gd name="connsiteY54" fmla="*/ 244280 h 641773"/>
                <a:gd name="connsiteX55" fmla="*/ 445787 w 1015119"/>
                <a:gd name="connsiteY55" fmla="*/ 267648 h 641773"/>
                <a:gd name="connsiteX56" fmla="*/ 415070 w 1015119"/>
                <a:gd name="connsiteY56" fmla="*/ 267648 h 641773"/>
                <a:gd name="connsiteX57" fmla="*/ 342832 w 1015119"/>
                <a:gd name="connsiteY57" fmla="*/ 294437 h 641773"/>
                <a:gd name="connsiteX58" fmla="*/ 241235 w 1015119"/>
                <a:gd name="connsiteY58" fmla="*/ 351600 h 641773"/>
                <a:gd name="connsiteX59" fmla="*/ 238184 w 1015119"/>
                <a:gd name="connsiteY59" fmla="*/ 373888 h 641773"/>
                <a:gd name="connsiteX60" fmla="*/ 238184 w 1015119"/>
                <a:gd name="connsiteY60" fmla="*/ 385877 h 641773"/>
                <a:gd name="connsiteX61" fmla="*/ 227415 w 1015119"/>
                <a:gd name="connsiteY61" fmla="*/ 394682 h 641773"/>
                <a:gd name="connsiteX62" fmla="*/ 49073 w 1015119"/>
                <a:gd name="connsiteY62" fmla="*/ 394682 h 641773"/>
                <a:gd name="connsiteX63" fmla="*/ 49073 w 1015119"/>
                <a:gd name="connsiteY63" fmla="*/ 379510 h 641773"/>
                <a:gd name="connsiteX64" fmla="*/ 139937 w 1015119"/>
                <a:gd name="connsiteY64" fmla="*/ 288680 h 641773"/>
                <a:gd name="connsiteX65" fmla="*/ 178714 w 1015119"/>
                <a:gd name="connsiteY65" fmla="*/ 288680 h 641773"/>
                <a:gd name="connsiteX66" fmla="*/ 180408 w 1015119"/>
                <a:gd name="connsiteY66" fmla="*/ 289458 h 641773"/>
                <a:gd name="connsiteX67" fmla="*/ 286512 w 1015119"/>
                <a:gd name="connsiteY67" fmla="*/ 289458 h 641773"/>
                <a:gd name="connsiteX68" fmla="*/ 289899 w 1015119"/>
                <a:gd name="connsiteY68" fmla="*/ 287934 h 641773"/>
                <a:gd name="connsiteX69" fmla="*/ 295859 w 1015119"/>
                <a:gd name="connsiteY69" fmla="*/ 278689 h 641773"/>
                <a:gd name="connsiteX70" fmla="*/ 295859 w 1015119"/>
                <a:gd name="connsiteY70" fmla="*/ 245093 h 641773"/>
                <a:gd name="connsiteX71" fmla="*/ 324070 w 1015119"/>
                <a:gd name="connsiteY71" fmla="*/ 178647 h 641773"/>
                <a:gd name="connsiteX72" fmla="*/ 346036 w 1015119"/>
                <a:gd name="connsiteY72" fmla="*/ 136571 h 641773"/>
                <a:gd name="connsiteX73" fmla="*/ 343002 w 1015119"/>
                <a:gd name="connsiteY73" fmla="*/ 129709 h 641773"/>
                <a:gd name="connsiteX74" fmla="*/ 343002 w 1015119"/>
                <a:gd name="connsiteY74" fmla="*/ 104309 h 641773"/>
                <a:gd name="connsiteX75" fmla="*/ 233274 w 1015119"/>
                <a:gd name="connsiteY75" fmla="*/ 0 h 641773"/>
                <a:gd name="connsiteX76" fmla="*/ 159512 w 1015119"/>
                <a:gd name="connsiteY76" fmla="*/ 41690 h 641773"/>
                <a:gd name="connsiteX77" fmla="*/ 123546 w 1015119"/>
                <a:gd name="connsiteY77" fmla="*/ 104309 h 641773"/>
                <a:gd name="connsiteX78" fmla="*/ 123546 w 1015119"/>
                <a:gd name="connsiteY78" fmla="*/ 129642 h 641773"/>
                <a:gd name="connsiteX79" fmla="*/ 135553 w 1015119"/>
                <a:gd name="connsiteY79" fmla="*/ 175561 h 641773"/>
                <a:gd name="connsiteX80" fmla="*/ 142545 w 1015119"/>
                <a:gd name="connsiteY80" fmla="*/ 178647 h 641773"/>
                <a:gd name="connsiteX81" fmla="*/ 170722 w 1015119"/>
                <a:gd name="connsiteY81" fmla="*/ 244958 h 641773"/>
                <a:gd name="connsiteX82" fmla="*/ 170722 w 1015119"/>
                <a:gd name="connsiteY82" fmla="*/ 268427 h 641773"/>
                <a:gd name="connsiteX83" fmla="*/ 139937 w 1015119"/>
                <a:gd name="connsiteY83" fmla="*/ 268427 h 641773"/>
                <a:gd name="connsiteX84" fmla="*/ 28753 w 1015119"/>
                <a:gd name="connsiteY84" fmla="*/ 379442 h 641773"/>
                <a:gd name="connsiteX85" fmla="*/ 28753 w 1015119"/>
                <a:gd name="connsiteY85" fmla="*/ 394614 h 641773"/>
                <a:gd name="connsiteX86" fmla="*/ 10160 w 1015119"/>
                <a:gd name="connsiteY86" fmla="*/ 394614 h 641773"/>
                <a:gd name="connsiteX87" fmla="*/ 0 w 1015119"/>
                <a:gd name="connsiteY87" fmla="*/ 404774 h 641773"/>
                <a:gd name="connsiteX88" fmla="*/ 0 w 1015119"/>
                <a:gd name="connsiteY88" fmla="*/ 443078 h 641773"/>
                <a:gd name="connsiteX89" fmla="*/ 10160 w 1015119"/>
                <a:gd name="connsiteY89" fmla="*/ 453238 h 641773"/>
                <a:gd name="connsiteX90" fmla="*/ 243095 w 1015119"/>
                <a:gd name="connsiteY90" fmla="*/ 453238 h 641773"/>
                <a:gd name="connsiteX91" fmla="*/ 273575 w 1015119"/>
                <a:gd name="connsiteY91" fmla="*/ 508271 h 641773"/>
                <a:gd name="connsiteX92" fmla="*/ 240657 w 1015119"/>
                <a:gd name="connsiteY92" fmla="*/ 508271 h 641773"/>
                <a:gd name="connsiteX93" fmla="*/ 140039 w 1015119"/>
                <a:gd name="connsiteY93" fmla="*/ 608923 h 641773"/>
                <a:gd name="connsiteX94" fmla="*/ 140039 w 1015119"/>
                <a:gd name="connsiteY94" fmla="*/ 631613 h 641773"/>
                <a:gd name="connsiteX95" fmla="*/ 150199 w 1015119"/>
                <a:gd name="connsiteY95" fmla="*/ 641773 h 641773"/>
                <a:gd name="connsiteX96" fmla="*/ 231005 w 1015119"/>
                <a:gd name="connsiteY96" fmla="*/ 641773 h 641773"/>
                <a:gd name="connsiteX97" fmla="*/ 231005 w 1015119"/>
                <a:gd name="connsiteY97" fmla="*/ 621453 h 641773"/>
                <a:gd name="connsiteX98" fmla="*/ 160359 w 1015119"/>
                <a:gd name="connsiteY98" fmla="*/ 621453 h 641773"/>
                <a:gd name="connsiteX99" fmla="*/ 160359 w 1015119"/>
                <a:gd name="connsiteY99" fmla="*/ 608923 h 641773"/>
                <a:gd name="connsiteX100" fmla="*/ 240657 w 1015119"/>
                <a:gd name="connsiteY100" fmla="*/ 528591 h 641773"/>
                <a:gd name="connsiteX101" fmla="*/ 407924 w 1015119"/>
                <a:gd name="connsiteY101" fmla="*/ 528591 h 641773"/>
                <a:gd name="connsiteX102" fmla="*/ 488222 w 1015119"/>
                <a:gd name="connsiteY102" fmla="*/ 608923 h 641773"/>
                <a:gd name="connsiteX103" fmla="*/ 488222 w 1015119"/>
                <a:gd name="connsiteY103" fmla="*/ 621453 h 641773"/>
                <a:gd name="connsiteX104" fmla="*/ 262060 w 1015119"/>
                <a:gd name="connsiteY104" fmla="*/ 621453 h 641773"/>
                <a:gd name="connsiteX105" fmla="*/ 262060 w 1015119"/>
                <a:gd name="connsiteY105" fmla="*/ 641773 h 641773"/>
                <a:gd name="connsiteX106" fmla="*/ 498382 w 1015119"/>
                <a:gd name="connsiteY106" fmla="*/ 641773 h 641773"/>
                <a:gd name="connsiteX107" fmla="*/ 508542 w 1015119"/>
                <a:gd name="connsiteY107" fmla="*/ 631613 h 641773"/>
                <a:gd name="connsiteX108" fmla="*/ 508542 w 1015119"/>
                <a:gd name="connsiteY108" fmla="*/ 608923 h 641773"/>
                <a:gd name="connsiteX109" fmla="*/ 407924 w 1015119"/>
                <a:gd name="connsiteY109" fmla="*/ 508271 h 641773"/>
                <a:gd name="connsiteX110" fmla="*/ 375107 w 1015119"/>
                <a:gd name="connsiteY110" fmla="*/ 508271 h 641773"/>
                <a:gd name="connsiteX111" fmla="*/ 405587 w 1015119"/>
                <a:gd name="connsiteY111" fmla="*/ 453238 h 641773"/>
                <a:gd name="connsiteX112" fmla="*/ 612411 w 1015119"/>
                <a:gd name="connsiteY112" fmla="*/ 453238 h 641773"/>
                <a:gd name="connsiteX113" fmla="*/ 642891 w 1015119"/>
                <a:gd name="connsiteY113" fmla="*/ 508271 h 641773"/>
                <a:gd name="connsiteX114" fmla="*/ 610074 w 1015119"/>
                <a:gd name="connsiteY114" fmla="*/ 508271 h 641773"/>
                <a:gd name="connsiteX115" fmla="*/ 509422 w 1015119"/>
                <a:gd name="connsiteY115" fmla="*/ 608923 h 641773"/>
                <a:gd name="connsiteX116" fmla="*/ 509422 w 1015119"/>
                <a:gd name="connsiteY116" fmla="*/ 631613 h 641773"/>
                <a:gd name="connsiteX117" fmla="*/ 519582 w 1015119"/>
                <a:gd name="connsiteY117" fmla="*/ 641773 h 641773"/>
                <a:gd name="connsiteX118" fmla="*/ 600422 w 1015119"/>
                <a:gd name="connsiteY118" fmla="*/ 641773 h 641773"/>
                <a:gd name="connsiteX119" fmla="*/ 600422 w 1015119"/>
                <a:gd name="connsiteY119" fmla="*/ 621453 h 641773"/>
                <a:gd name="connsiteX120" fmla="*/ 529573 w 1015119"/>
                <a:gd name="connsiteY120" fmla="*/ 621453 h 641773"/>
                <a:gd name="connsiteX121" fmla="*/ 529573 w 1015119"/>
                <a:gd name="connsiteY121" fmla="*/ 608923 h 641773"/>
                <a:gd name="connsiteX122" fmla="*/ 609905 w 1015119"/>
                <a:gd name="connsiteY122" fmla="*/ 528591 h 641773"/>
                <a:gd name="connsiteX123" fmla="*/ 777172 w 1015119"/>
                <a:gd name="connsiteY123" fmla="*/ 528591 h 641773"/>
                <a:gd name="connsiteX124" fmla="*/ 857470 w 1015119"/>
                <a:gd name="connsiteY124" fmla="*/ 608923 h 641773"/>
                <a:gd name="connsiteX125" fmla="*/ 857470 w 1015119"/>
                <a:gd name="connsiteY125" fmla="*/ 621453 h 641773"/>
                <a:gd name="connsiteX126" fmla="*/ 631309 w 1015119"/>
                <a:gd name="connsiteY126" fmla="*/ 621453 h 641773"/>
                <a:gd name="connsiteX127" fmla="*/ 631309 w 1015119"/>
                <a:gd name="connsiteY127" fmla="*/ 641773 h 641773"/>
                <a:gd name="connsiteX128" fmla="*/ 867630 w 1015119"/>
                <a:gd name="connsiteY128" fmla="*/ 641773 h 641773"/>
                <a:gd name="connsiteX129" fmla="*/ 877790 w 1015119"/>
                <a:gd name="connsiteY129" fmla="*/ 631613 h 641773"/>
                <a:gd name="connsiteX130" fmla="*/ 877790 w 1015119"/>
                <a:gd name="connsiteY130" fmla="*/ 608923 h 641773"/>
                <a:gd name="connsiteX131" fmla="*/ 777172 w 1015119"/>
                <a:gd name="connsiteY131" fmla="*/ 508271 h 641773"/>
                <a:gd name="connsiteX132" fmla="*/ 744355 w 1015119"/>
                <a:gd name="connsiteY132" fmla="*/ 508271 h 641773"/>
                <a:gd name="connsiteX133" fmla="*/ 775852 w 1015119"/>
                <a:gd name="connsiteY133" fmla="*/ 443145 h 641773"/>
                <a:gd name="connsiteX134" fmla="*/ 796917 w 1015119"/>
                <a:gd name="connsiteY134" fmla="*/ 414934 h 641773"/>
                <a:gd name="connsiteX135" fmla="*/ 994799 w 1015119"/>
                <a:gd name="connsiteY135" fmla="*/ 414934 h 641773"/>
                <a:gd name="connsiteX136" fmla="*/ 994799 w 1015119"/>
                <a:gd name="connsiteY136" fmla="*/ 432918 h 641773"/>
                <a:gd name="connsiteX137" fmla="*/ 813071 w 1015119"/>
                <a:gd name="connsiteY137" fmla="*/ 432918 h 641773"/>
                <a:gd name="connsiteX138" fmla="*/ 813071 w 1015119"/>
                <a:gd name="connsiteY138" fmla="*/ 453238 h 641773"/>
                <a:gd name="connsiteX139" fmla="*/ 1004959 w 1015119"/>
                <a:gd name="connsiteY139" fmla="*/ 453238 h 641773"/>
                <a:gd name="connsiteX140" fmla="*/ 1015119 w 1015119"/>
                <a:gd name="connsiteY140" fmla="*/ 443078 h 641773"/>
                <a:gd name="connsiteX141" fmla="*/ 1015119 w 1015119"/>
                <a:gd name="connsiteY141" fmla="*/ 404774 h 641773"/>
                <a:gd name="connsiteX142" fmla="*/ 1004959 w 1015119"/>
                <a:gd name="connsiteY142" fmla="*/ 394614 h 641773"/>
                <a:gd name="connsiteX143" fmla="*/ 712013 w 1015119"/>
                <a:gd name="connsiteY143" fmla="*/ 173702 h 641773"/>
                <a:gd name="connsiteX144" fmla="*/ 712013 w 1015119"/>
                <a:gd name="connsiteY144" fmla="*/ 169469 h 641773"/>
                <a:gd name="connsiteX145" fmla="*/ 712013 w 1015119"/>
                <a:gd name="connsiteY145" fmla="*/ 169469 h 641773"/>
                <a:gd name="connsiteX146" fmla="*/ 712013 w 1015119"/>
                <a:gd name="connsiteY146" fmla="*/ 129100 h 641773"/>
                <a:gd name="connsiteX147" fmla="*/ 746286 w 1015119"/>
                <a:gd name="connsiteY147" fmla="*/ 94793 h 641773"/>
                <a:gd name="connsiteX148" fmla="*/ 853000 w 1015119"/>
                <a:gd name="connsiteY148" fmla="*/ 132588 h 641773"/>
                <a:gd name="connsiteX149" fmla="*/ 852695 w 1015119"/>
                <a:gd name="connsiteY149" fmla="*/ 169367 h 641773"/>
                <a:gd name="connsiteX150" fmla="*/ 852695 w 1015119"/>
                <a:gd name="connsiteY150" fmla="*/ 169367 h 641773"/>
                <a:gd name="connsiteX151" fmla="*/ 852695 w 1015119"/>
                <a:gd name="connsiteY151" fmla="*/ 173702 h 641773"/>
                <a:gd name="connsiteX152" fmla="*/ 782388 w 1015119"/>
                <a:gd name="connsiteY152" fmla="*/ 252611 h 641773"/>
                <a:gd name="connsiteX153" fmla="*/ 712013 w 1015119"/>
                <a:gd name="connsiteY153" fmla="*/ 173702 h 641773"/>
                <a:gd name="connsiteX154" fmla="*/ 691693 w 1015119"/>
                <a:gd name="connsiteY154" fmla="*/ 137803 h 641773"/>
                <a:gd name="connsiteX155" fmla="*/ 691693 w 1015119"/>
                <a:gd name="connsiteY155" fmla="*/ 154432 h 641773"/>
                <a:gd name="connsiteX156" fmla="*/ 691693 w 1015119"/>
                <a:gd name="connsiteY156" fmla="*/ 137803 h 641773"/>
                <a:gd name="connsiteX157" fmla="*/ 873150 w 1015119"/>
                <a:gd name="connsiteY157" fmla="*/ 154297 h 641773"/>
                <a:gd name="connsiteX158" fmla="*/ 873320 w 1015119"/>
                <a:gd name="connsiteY158" fmla="*/ 138007 h 641773"/>
                <a:gd name="connsiteX159" fmla="*/ 873320 w 1015119"/>
                <a:gd name="connsiteY159" fmla="*/ 154229 h 641773"/>
                <a:gd name="connsiteX160" fmla="*/ 892692 w 1015119"/>
                <a:gd name="connsiteY160" fmla="*/ 234730 h 641773"/>
                <a:gd name="connsiteX161" fmla="*/ 844973 w 1015119"/>
                <a:gd name="connsiteY161" fmla="*/ 244009 h 641773"/>
                <a:gd name="connsiteX162" fmla="*/ 868816 w 1015119"/>
                <a:gd name="connsiteY162" fmla="*/ 202353 h 641773"/>
                <a:gd name="connsiteX163" fmla="*/ 892658 w 1015119"/>
                <a:gd name="connsiteY163" fmla="*/ 234730 h 641773"/>
                <a:gd name="connsiteX164" fmla="*/ 782320 w 1015119"/>
                <a:gd name="connsiteY164" fmla="*/ 20320 h 641773"/>
                <a:gd name="connsiteX165" fmla="*/ 871457 w 1015119"/>
                <a:gd name="connsiteY165" fmla="*/ 104072 h 641773"/>
                <a:gd name="connsiteX166" fmla="*/ 871457 w 1015119"/>
                <a:gd name="connsiteY166" fmla="*/ 113724 h 641773"/>
                <a:gd name="connsiteX167" fmla="*/ 863634 w 1015119"/>
                <a:gd name="connsiteY167" fmla="*/ 112607 h 641773"/>
                <a:gd name="connsiteX168" fmla="*/ 863160 w 1015119"/>
                <a:gd name="connsiteY168" fmla="*/ 112607 h 641773"/>
                <a:gd name="connsiteX169" fmla="*/ 747844 w 1015119"/>
                <a:gd name="connsiteY169" fmla="*/ 70680 h 641773"/>
                <a:gd name="connsiteX170" fmla="*/ 733515 w 1015119"/>
                <a:gd name="connsiteY170" fmla="*/ 71737 h 641773"/>
                <a:gd name="connsiteX171" fmla="*/ 731283 w 1015119"/>
                <a:gd name="connsiteY171" fmla="*/ 76200 h 641773"/>
                <a:gd name="connsiteX172" fmla="*/ 699347 w 1015119"/>
                <a:gd name="connsiteY172" fmla="*/ 112742 h 641773"/>
                <a:gd name="connsiteX173" fmla="*/ 693115 w 1015119"/>
                <a:gd name="connsiteY173" fmla="*/ 113792 h 641773"/>
                <a:gd name="connsiteX174" fmla="*/ 693115 w 1015119"/>
                <a:gd name="connsiteY174" fmla="*/ 104140 h 641773"/>
                <a:gd name="connsiteX175" fmla="*/ 782320 w 1015119"/>
                <a:gd name="connsiteY175" fmla="*/ 20320 h 641773"/>
                <a:gd name="connsiteX176" fmla="*/ 672287 w 1015119"/>
                <a:gd name="connsiteY176" fmla="*/ 231614 h 641773"/>
                <a:gd name="connsiteX177" fmla="*/ 695994 w 1015119"/>
                <a:gd name="connsiteY177" fmla="*/ 202963 h 641773"/>
                <a:gd name="connsiteX178" fmla="*/ 719701 w 1015119"/>
                <a:gd name="connsiteY178" fmla="*/ 244213 h 641773"/>
                <a:gd name="connsiteX179" fmla="*/ 705917 w 1015119"/>
                <a:gd name="connsiteY179" fmla="*/ 244213 h 641773"/>
                <a:gd name="connsiteX180" fmla="*/ 672287 w 1015119"/>
                <a:gd name="connsiteY180" fmla="*/ 231614 h 641773"/>
                <a:gd name="connsiteX181" fmla="*/ 740258 w 1015119"/>
                <a:gd name="connsiteY181" fmla="*/ 272728 h 641773"/>
                <a:gd name="connsiteX182" fmla="*/ 740258 w 1015119"/>
                <a:gd name="connsiteY182" fmla="*/ 260739 h 641773"/>
                <a:gd name="connsiteX183" fmla="*/ 824416 w 1015119"/>
                <a:gd name="connsiteY183" fmla="*/ 260739 h 641773"/>
                <a:gd name="connsiteX184" fmla="*/ 824416 w 1015119"/>
                <a:gd name="connsiteY184" fmla="*/ 272627 h 641773"/>
                <a:gd name="connsiteX185" fmla="*/ 740258 w 1015119"/>
                <a:gd name="connsiteY185" fmla="*/ 272728 h 641773"/>
                <a:gd name="connsiteX186" fmla="*/ 191042 w 1015119"/>
                <a:gd name="connsiteY186" fmla="*/ 271814 h 641773"/>
                <a:gd name="connsiteX187" fmla="*/ 191042 w 1015119"/>
                <a:gd name="connsiteY187" fmla="*/ 261349 h 641773"/>
                <a:gd name="connsiteX188" fmla="*/ 275505 w 1015119"/>
                <a:gd name="connsiteY188" fmla="*/ 261349 h 641773"/>
                <a:gd name="connsiteX189" fmla="*/ 275505 w 1015119"/>
                <a:gd name="connsiteY189" fmla="*/ 271848 h 641773"/>
                <a:gd name="connsiteX190" fmla="*/ 191042 w 1015119"/>
                <a:gd name="connsiteY190" fmla="*/ 271814 h 641773"/>
                <a:gd name="connsiteX191" fmla="*/ 324273 w 1015119"/>
                <a:gd name="connsiteY191" fmla="*/ 154737 h 641773"/>
                <a:gd name="connsiteX192" fmla="*/ 324273 w 1015119"/>
                <a:gd name="connsiteY192" fmla="*/ 138345 h 641773"/>
                <a:gd name="connsiteX193" fmla="*/ 327118 w 1015119"/>
                <a:gd name="connsiteY193" fmla="*/ 146473 h 641773"/>
                <a:gd name="connsiteX194" fmla="*/ 324273 w 1015119"/>
                <a:gd name="connsiteY194" fmla="*/ 154737 h 641773"/>
                <a:gd name="connsiteX195" fmla="*/ 172889 w 1015119"/>
                <a:gd name="connsiteY195" fmla="*/ 57641 h 641773"/>
                <a:gd name="connsiteX196" fmla="*/ 178342 w 1015119"/>
                <a:gd name="connsiteY196" fmla="*/ 49953 h 641773"/>
                <a:gd name="connsiteX197" fmla="*/ 233274 w 1015119"/>
                <a:gd name="connsiteY197" fmla="*/ 20218 h 641773"/>
                <a:gd name="connsiteX198" fmla="*/ 322682 w 1015119"/>
                <a:gd name="connsiteY198" fmla="*/ 104208 h 641773"/>
                <a:gd name="connsiteX199" fmla="*/ 322682 w 1015119"/>
                <a:gd name="connsiteY199" fmla="*/ 113961 h 641773"/>
                <a:gd name="connsiteX200" fmla="*/ 314012 w 1015119"/>
                <a:gd name="connsiteY200" fmla="*/ 112776 h 641773"/>
                <a:gd name="connsiteX201" fmla="*/ 314012 w 1015119"/>
                <a:gd name="connsiteY201" fmla="*/ 112776 h 641773"/>
                <a:gd name="connsiteX202" fmla="*/ 311743 w 1015119"/>
                <a:gd name="connsiteY202" fmla="*/ 113115 h 641773"/>
                <a:gd name="connsiteX203" fmla="*/ 201405 w 1015119"/>
                <a:gd name="connsiteY203" fmla="*/ 74371 h 641773"/>
                <a:gd name="connsiteX204" fmla="*/ 188015 w 1015119"/>
                <a:gd name="connsiteY204" fmla="*/ 69159 h 641773"/>
                <a:gd name="connsiteX205" fmla="*/ 182169 w 1015119"/>
                <a:gd name="connsiteY205" fmla="*/ 76335 h 641773"/>
                <a:gd name="connsiteX206" fmla="*/ 150131 w 1015119"/>
                <a:gd name="connsiteY206" fmla="*/ 112979 h 641773"/>
                <a:gd name="connsiteX207" fmla="*/ 143866 w 1015119"/>
                <a:gd name="connsiteY207" fmla="*/ 114063 h 641773"/>
                <a:gd name="connsiteX208" fmla="*/ 143866 w 1015119"/>
                <a:gd name="connsiteY208" fmla="*/ 104309 h 641773"/>
                <a:gd name="connsiteX209" fmla="*/ 172889 w 1015119"/>
                <a:gd name="connsiteY209" fmla="*/ 57641 h 641773"/>
                <a:gd name="connsiteX210" fmla="*/ 142409 w 1015119"/>
                <a:gd name="connsiteY210" fmla="*/ 138007 h 641773"/>
                <a:gd name="connsiteX211" fmla="*/ 142409 w 1015119"/>
                <a:gd name="connsiteY211" fmla="*/ 154940 h 641773"/>
                <a:gd name="connsiteX212" fmla="*/ 139327 w 1015119"/>
                <a:gd name="connsiteY212" fmla="*/ 146541 h 641773"/>
                <a:gd name="connsiteX213" fmla="*/ 142409 w 1015119"/>
                <a:gd name="connsiteY213" fmla="*/ 138007 h 641773"/>
                <a:gd name="connsiteX214" fmla="*/ 162729 w 1015119"/>
                <a:gd name="connsiteY214" fmla="*/ 169807 h 641773"/>
                <a:gd name="connsiteX215" fmla="*/ 162729 w 1015119"/>
                <a:gd name="connsiteY215" fmla="*/ 169807 h 641773"/>
                <a:gd name="connsiteX216" fmla="*/ 162729 w 1015119"/>
                <a:gd name="connsiteY216" fmla="*/ 129167 h 641773"/>
                <a:gd name="connsiteX217" fmla="*/ 194327 w 1015119"/>
                <a:gd name="connsiteY217" fmla="*/ 99907 h 641773"/>
                <a:gd name="connsiteX218" fmla="*/ 304123 w 1015119"/>
                <a:gd name="connsiteY218" fmla="*/ 135602 h 641773"/>
                <a:gd name="connsiteX219" fmla="*/ 303852 w 1015119"/>
                <a:gd name="connsiteY219" fmla="*/ 169469 h 641773"/>
                <a:gd name="connsiteX220" fmla="*/ 303852 w 1015119"/>
                <a:gd name="connsiteY220" fmla="*/ 169469 h 641773"/>
                <a:gd name="connsiteX221" fmla="*/ 303852 w 1015119"/>
                <a:gd name="connsiteY221" fmla="*/ 173804 h 641773"/>
                <a:gd name="connsiteX222" fmla="*/ 233307 w 1015119"/>
                <a:gd name="connsiteY222" fmla="*/ 252950 h 641773"/>
                <a:gd name="connsiteX223" fmla="*/ 162763 w 1015119"/>
                <a:gd name="connsiteY223" fmla="*/ 174142 h 641773"/>
                <a:gd name="connsiteX224" fmla="*/ 162763 w 1015119"/>
                <a:gd name="connsiteY224" fmla="*/ 169909 h 641773"/>
                <a:gd name="connsiteX225" fmla="*/ 508169 w 1015119"/>
                <a:gd name="connsiteY225" fmla="*/ 272864 h 641773"/>
                <a:gd name="connsiteX226" fmla="*/ 550232 w 1015119"/>
                <a:gd name="connsiteY226" fmla="*/ 260706 h 641773"/>
                <a:gd name="connsiteX227" fmla="*/ 550232 w 1015119"/>
                <a:gd name="connsiteY227" fmla="*/ 271137 h 641773"/>
                <a:gd name="connsiteX228" fmla="*/ 508373 w 1015119"/>
                <a:gd name="connsiteY228" fmla="*/ 290407 h 641773"/>
                <a:gd name="connsiteX229" fmla="*/ 466107 w 1015119"/>
                <a:gd name="connsiteY229" fmla="*/ 271272 h 641773"/>
                <a:gd name="connsiteX230" fmla="*/ 466107 w 1015119"/>
                <a:gd name="connsiteY230" fmla="*/ 260841 h 641773"/>
                <a:gd name="connsiteX231" fmla="*/ 508203 w 1015119"/>
                <a:gd name="connsiteY231" fmla="*/ 272931 h 641773"/>
                <a:gd name="connsiteX232" fmla="*/ 529099 w 1015119"/>
                <a:gd name="connsiteY232" fmla="*/ 341410 h 641773"/>
                <a:gd name="connsiteX233" fmla="*/ 533095 w 1015119"/>
                <a:gd name="connsiteY233" fmla="*/ 332943 h 641773"/>
                <a:gd name="connsiteX234" fmla="*/ 539699 w 1015119"/>
                <a:gd name="connsiteY234" fmla="*/ 337922 h 641773"/>
                <a:gd name="connsiteX235" fmla="*/ 535568 w 1015119"/>
                <a:gd name="connsiteY235" fmla="*/ 361628 h 641773"/>
                <a:gd name="connsiteX236" fmla="*/ 511759 w 1015119"/>
                <a:gd name="connsiteY236" fmla="*/ 330505 h 641773"/>
                <a:gd name="connsiteX237" fmla="*/ 504579 w 1015119"/>
                <a:gd name="connsiteY237" fmla="*/ 330505 h 641773"/>
                <a:gd name="connsiteX238" fmla="*/ 499872 w 1015119"/>
                <a:gd name="connsiteY238" fmla="*/ 320582 h 641773"/>
                <a:gd name="connsiteX239" fmla="*/ 508339 w 1015119"/>
                <a:gd name="connsiteY239" fmla="*/ 314147 h 641773"/>
                <a:gd name="connsiteX240" fmla="*/ 516568 w 1015119"/>
                <a:gd name="connsiteY240" fmla="*/ 320413 h 641773"/>
                <a:gd name="connsiteX241" fmla="*/ 528015 w 1015119"/>
                <a:gd name="connsiteY241" fmla="*/ 303411 h 641773"/>
                <a:gd name="connsiteX242" fmla="*/ 547116 w 1015119"/>
                <a:gd name="connsiteY242" fmla="*/ 294708 h 641773"/>
                <a:gd name="connsiteX243" fmla="*/ 543560 w 1015119"/>
                <a:gd name="connsiteY243" fmla="*/ 315028 h 641773"/>
                <a:gd name="connsiteX244" fmla="*/ 488594 w 1015119"/>
                <a:gd name="connsiteY244" fmla="*/ 303411 h 641773"/>
                <a:gd name="connsiteX245" fmla="*/ 473117 w 1015119"/>
                <a:gd name="connsiteY245" fmla="*/ 315163 h 641773"/>
                <a:gd name="connsiteX246" fmla="*/ 469731 w 1015119"/>
                <a:gd name="connsiteY246" fmla="*/ 294843 h 641773"/>
                <a:gd name="connsiteX247" fmla="*/ 477080 w 1015119"/>
                <a:gd name="connsiteY247" fmla="*/ 337989 h 641773"/>
                <a:gd name="connsiteX248" fmla="*/ 483379 w 1015119"/>
                <a:gd name="connsiteY248" fmla="*/ 333214 h 641773"/>
                <a:gd name="connsiteX249" fmla="*/ 487307 w 1015119"/>
                <a:gd name="connsiteY249" fmla="*/ 341478 h 641773"/>
                <a:gd name="connsiteX250" fmla="*/ 481042 w 1015119"/>
                <a:gd name="connsiteY250" fmla="*/ 361086 h 641773"/>
                <a:gd name="connsiteX251" fmla="*/ 505629 w 1015119"/>
                <a:gd name="connsiteY251" fmla="*/ 350893 h 641773"/>
                <a:gd name="connsiteX252" fmla="*/ 510946 w 1015119"/>
                <a:gd name="connsiteY252" fmla="*/ 350893 h 641773"/>
                <a:gd name="connsiteX253" fmla="*/ 524493 w 1015119"/>
                <a:gd name="connsiteY253" fmla="*/ 393565 h 641773"/>
                <a:gd name="connsiteX254" fmla="*/ 491981 w 1015119"/>
                <a:gd name="connsiteY254" fmla="*/ 393565 h 641773"/>
                <a:gd name="connsiteX255" fmla="*/ 599000 w 1015119"/>
                <a:gd name="connsiteY255" fmla="*/ 154297 h 641773"/>
                <a:gd name="connsiteX256" fmla="*/ 599000 w 1015119"/>
                <a:gd name="connsiteY256" fmla="*/ 138007 h 641773"/>
                <a:gd name="connsiteX257" fmla="*/ 599000 w 1015119"/>
                <a:gd name="connsiteY257" fmla="*/ 154229 h 641773"/>
                <a:gd name="connsiteX258" fmla="*/ 447954 w 1015119"/>
                <a:gd name="connsiteY258" fmla="*/ 57539 h 641773"/>
                <a:gd name="connsiteX259" fmla="*/ 453373 w 1015119"/>
                <a:gd name="connsiteY259" fmla="*/ 49953 h 641773"/>
                <a:gd name="connsiteX260" fmla="*/ 508102 w 1015119"/>
                <a:gd name="connsiteY260" fmla="*/ 20320 h 641773"/>
                <a:gd name="connsiteX261" fmla="*/ 597239 w 1015119"/>
                <a:gd name="connsiteY261" fmla="*/ 104072 h 641773"/>
                <a:gd name="connsiteX262" fmla="*/ 597239 w 1015119"/>
                <a:gd name="connsiteY262" fmla="*/ 113724 h 641773"/>
                <a:gd name="connsiteX263" fmla="*/ 588637 w 1015119"/>
                <a:gd name="connsiteY263" fmla="*/ 112573 h 641773"/>
                <a:gd name="connsiteX264" fmla="*/ 588637 w 1015119"/>
                <a:gd name="connsiteY264" fmla="*/ 112573 h 641773"/>
                <a:gd name="connsiteX265" fmla="*/ 586368 w 1015119"/>
                <a:gd name="connsiteY265" fmla="*/ 112911 h 641773"/>
                <a:gd name="connsiteX266" fmla="*/ 476335 w 1015119"/>
                <a:gd name="connsiteY266" fmla="*/ 74202 h 641773"/>
                <a:gd name="connsiteX267" fmla="*/ 462917 w 1015119"/>
                <a:gd name="connsiteY267" fmla="*/ 69064 h 641773"/>
                <a:gd name="connsiteX268" fmla="*/ 457132 w 1015119"/>
                <a:gd name="connsiteY268" fmla="*/ 76166 h 641773"/>
                <a:gd name="connsiteX269" fmla="*/ 425196 w 1015119"/>
                <a:gd name="connsiteY269" fmla="*/ 112708 h 641773"/>
                <a:gd name="connsiteX270" fmla="*/ 418965 w 1015119"/>
                <a:gd name="connsiteY270" fmla="*/ 113758 h 641773"/>
                <a:gd name="connsiteX271" fmla="*/ 418965 w 1015119"/>
                <a:gd name="connsiteY271" fmla="*/ 104140 h 641773"/>
                <a:gd name="connsiteX272" fmla="*/ 447954 w 1015119"/>
                <a:gd name="connsiteY272" fmla="*/ 57539 h 641773"/>
                <a:gd name="connsiteX273" fmla="*/ 417474 w 1015119"/>
                <a:gd name="connsiteY273" fmla="*/ 137803 h 641773"/>
                <a:gd name="connsiteX274" fmla="*/ 417474 w 1015119"/>
                <a:gd name="connsiteY274" fmla="*/ 154432 h 641773"/>
                <a:gd name="connsiteX275" fmla="*/ 417474 w 1015119"/>
                <a:gd name="connsiteY275" fmla="*/ 137803 h 641773"/>
                <a:gd name="connsiteX276" fmla="*/ 437794 w 1015119"/>
                <a:gd name="connsiteY276" fmla="*/ 169469 h 641773"/>
                <a:gd name="connsiteX277" fmla="*/ 437794 w 1015119"/>
                <a:gd name="connsiteY277" fmla="*/ 169469 h 641773"/>
                <a:gd name="connsiteX278" fmla="*/ 437794 w 1015119"/>
                <a:gd name="connsiteY278" fmla="*/ 129100 h 641773"/>
                <a:gd name="connsiteX279" fmla="*/ 469290 w 1015119"/>
                <a:gd name="connsiteY279" fmla="*/ 99941 h 641773"/>
                <a:gd name="connsiteX280" fmla="*/ 578781 w 1015119"/>
                <a:gd name="connsiteY280" fmla="*/ 135534 h 641773"/>
                <a:gd name="connsiteX281" fmla="*/ 578510 w 1015119"/>
                <a:gd name="connsiteY281" fmla="*/ 169401 h 641773"/>
                <a:gd name="connsiteX282" fmla="*/ 578510 w 1015119"/>
                <a:gd name="connsiteY282" fmla="*/ 169401 h 641773"/>
                <a:gd name="connsiteX283" fmla="*/ 578510 w 1015119"/>
                <a:gd name="connsiteY283" fmla="*/ 173702 h 641773"/>
                <a:gd name="connsiteX284" fmla="*/ 508169 w 1015119"/>
                <a:gd name="connsiteY284" fmla="*/ 252611 h 641773"/>
                <a:gd name="connsiteX285" fmla="*/ 437828 w 1015119"/>
                <a:gd name="connsiteY285" fmla="*/ 173702 h 641773"/>
                <a:gd name="connsiteX286" fmla="*/ 437828 w 1015119"/>
                <a:gd name="connsiteY286" fmla="*/ 169469 h 641773"/>
                <a:gd name="connsiteX287" fmla="*/ 415002 w 1015119"/>
                <a:gd name="connsiteY287" fmla="*/ 288002 h 641773"/>
                <a:gd name="connsiteX288" fmla="*/ 447717 w 1015119"/>
                <a:gd name="connsiteY288" fmla="*/ 288002 h 641773"/>
                <a:gd name="connsiteX289" fmla="*/ 465938 w 1015119"/>
                <a:gd name="connsiteY289" fmla="*/ 393666 h 641773"/>
                <a:gd name="connsiteX290" fmla="*/ 438844 w 1015119"/>
                <a:gd name="connsiteY290" fmla="*/ 393666 h 641773"/>
                <a:gd name="connsiteX291" fmla="*/ 438844 w 1015119"/>
                <a:gd name="connsiteY291" fmla="*/ 413986 h 641773"/>
                <a:gd name="connsiteX292" fmla="*/ 590025 w 1015119"/>
                <a:gd name="connsiteY292" fmla="*/ 413986 h 641773"/>
                <a:gd name="connsiteX293" fmla="*/ 596798 w 1015119"/>
                <a:gd name="connsiteY293" fmla="*/ 433019 h 641773"/>
                <a:gd name="connsiteX294" fmla="*/ 420997 w 1015119"/>
                <a:gd name="connsiteY294" fmla="*/ 433019 h 641773"/>
                <a:gd name="connsiteX295" fmla="*/ 427770 w 1015119"/>
                <a:gd name="connsiteY295" fmla="*/ 413783 h 641773"/>
                <a:gd name="connsiteX296" fmla="*/ 403217 w 1015119"/>
                <a:gd name="connsiteY296" fmla="*/ 383303 h 641773"/>
                <a:gd name="connsiteX297" fmla="*/ 403217 w 1015119"/>
                <a:gd name="connsiteY297" fmla="*/ 373888 h 641773"/>
                <a:gd name="connsiteX298" fmla="*/ 364033 w 1015119"/>
                <a:gd name="connsiteY298" fmla="*/ 303716 h 641773"/>
                <a:gd name="connsiteX299" fmla="*/ 415070 w 1015119"/>
                <a:gd name="connsiteY299" fmla="*/ 287901 h 641773"/>
                <a:gd name="connsiteX300" fmla="*/ 20320 w 1015119"/>
                <a:gd name="connsiteY300" fmla="*/ 414934 h 641773"/>
                <a:gd name="connsiteX301" fmla="*/ 220912 w 1015119"/>
                <a:gd name="connsiteY301" fmla="*/ 414934 h 641773"/>
                <a:gd name="connsiteX302" fmla="*/ 227686 w 1015119"/>
                <a:gd name="connsiteY302" fmla="*/ 432918 h 641773"/>
                <a:gd name="connsiteX303" fmla="*/ 20320 w 1015119"/>
                <a:gd name="connsiteY303" fmla="*/ 432918 h 641773"/>
                <a:gd name="connsiteX304" fmla="*/ 386419 w 1015119"/>
                <a:gd name="connsiteY304" fmla="*/ 434645 h 641773"/>
                <a:gd name="connsiteX305" fmla="*/ 386419 w 1015119"/>
                <a:gd name="connsiteY305" fmla="*/ 438438 h 641773"/>
                <a:gd name="connsiteX306" fmla="*/ 324307 w 1015119"/>
                <a:gd name="connsiteY306" fmla="*/ 508271 h 641773"/>
                <a:gd name="connsiteX307" fmla="*/ 262162 w 1015119"/>
                <a:gd name="connsiteY307" fmla="*/ 438438 h 641773"/>
                <a:gd name="connsiteX308" fmla="*/ 262162 w 1015119"/>
                <a:gd name="connsiteY308" fmla="*/ 434645 h 641773"/>
                <a:gd name="connsiteX309" fmla="*/ 252002 w 1015119"/>
                <a:gd name="connsiteY309" fmla="*/ 424485 h 641773"/>
                <a:gd name="connsiteX310" fmla="*/ 240576 w 1015119"/>
                <a:gd name="connsiteY310" fmla="*/ 414271 h 641773"/>
                <a:gd name="connsiteX311" fmla="*/ 250791 w 1015119"/>
                <a:gd name="connsiteY311" fmla="*/ 402844 h 641773"/>
                <a:gd name="connsiteX312" fmla="*/ 252002 w 1015119"/>
                <a:gd name="connsiteY312" fmla="*/ 402844 h 641773"/>
                <a:gd name="connsiteX313" fmla="*/ 252002 w 1015119"/>
                <a:gd name="connsiteY313" fmla="*/ 399457 h 641773"/>
                <a:gd name="connsiteX314" fmla="*/ 258504 w 1015119"/>
                <a:gd name="connsiteY314" fmla="*/ 399457 h 641773"/>
                <a:gd name="connsiteX315" fmla="*/ 258504 w 1015119"/>
                <a:gd name="connsiteY315" fmla="*/ 373990 h 641773"/>
                <a:gd name="connsiteX316" fmla="*/ 320683 w 1015119"/>
                <a:gd name="connsiteY316" fmla="*/ 311810 h 641773"/>
                <a:gd name="connsiteX317" fmla="*/ 382863 w 1015119"/>
                <a:gd name="connsiteY317" fmla="*/ 373990 h 641773"/>
                <a:gd name="connsiteX318" fmla="*/ 382863 w 1015119"/>
                <a:gd name="connsiteY318" fmla="*/ 399457 h 641773"/>
                <a:gd name="connsiteX319" fmla="*/ 396409 w 1015119"/>
                <a:gd name="connsiteY319" fmla="*/ 399457 h 641773"/>
                <a:gd name="connsiteX320" fmla="*/ 396409 w 1015119"/>
                <a:gd name="connsiteY320" fmla="*/ 402844 h 641773"/>
                <a:gd name="connsiteX321" fmla="*/ 407836 w 1015119"/>
                <a:gd name="connsiteY321" fmla="*/ 413058 h 641773"/>
                <a:gd name="connsiteX322" fmla="*/ 397622 w 1015119"/>
                <a:gd name="connsiteY322" fmla="*/ 424485 h 641773"/>
                <a:gd name="connsiteX323" fmla="*/ 396409 w 1015119"/>
                <a:gd name="connsiteY323" fmla="*/ 424485 h 641773"/>
                <a:gd name="connsiteX324" fmla="*/ 386419 w 1015119"/>
                <a:gd name="connsiteY324" fmla="*/ 434645 h 641773"/>
                <a:gd name="connsiteX325" fmla="*/ 765725 w 1015119"/>
                <a:gd name="connsiteY325" fmla="*/ 424485 h 641773"/>
                <a:gd name="connsiteX326" fmla="*/ 755565 w 1015119"/>
                <a:gd name="connsiteY326" fmla="*/ 434645 h 641773"/>
                <a:gd name="connsiteX327" fmla="*/ 755565 w 1015119"/>
                <a:gd name="connsiteY327" fmla="*/ 438438 h 641773"/>
                <a:gd name="connsiteX328" fmla="*/ 693454 w 1015119"/>
                <a:gd name="connsiteY328" fmla="*/ 508271 h 641773"/>
                <a:gd name="connsiteX329" fmla="*/ 631342 w 1015119"/>
                <a:gd name="connsiteY329" fmla="*/ 438438 h 641773"/>
                <a:gd name="connsiteX330" fmla="*/ 631342 w 1015119"/>
                <a:gd name="connsiteY330" fmla="*/ 434645 h 641773"/>
                <a:gd name="connsiteX331" fmla="*/ 621182 w 1015119"/>
                <a:gd name="connsiteY331" fmla="*/ 424485 h 641773"/>
                <a:gd name="connsiteX332" fmla="*/ 609756 w 1015119"/>
                <a:gd name="connsiteY332" fmla="*/ 414271 h 641773"/>
                <a:gd name="connsiteX333" fmla="*/ 619970 w 1015119"/>
                <a:gd name="connsiteY333" fmla="*/ 402844 h 641773"/>
                <a:gd name="connsiteX334" fmla="*/ 621182 w 1015119"/>
                <a:gd name="connsiteY334" fmla="*/ 402844 h 641773"/>
                <a:gd name="connsiteX335" fmla="*/ 621182 w 1015119"/>
                <a:gd name="connsiteY335" fmla="*/ 399457 h 641773"/>
                <a:gd name="connsiteX336" fmla="*/ 627651 w 1015119"/>
                <a:gd name="connsiteY336" fmla="*/ 399457 h 641773"/>
                <a:gd name="connsiteX337" fmla="*/ 627651 w 1015119"/>
                <a:gd name="connsiteY337" fmla="*/ 373990 h 641773"/>
                <a:gd name="connsiteX338" fmla="*/ 689830 w 1015119"/>
                <a:gd name="connsiteY338" fmla="*/ 311810 h 641773"/>
                <a:gd name="connsiteX339" fmla="*/ 752009 w 1015119"/>
                <a:gd name="connsiteY339" fmla="*/ 373990 h 641773"/>
                <a:gd name="connsiteX340" fmla="*/ 752009 w 1015119"/>
                <a:gd name="connsiteY340" fmla="*/ 399457 h 641773"/>
                <a:gd name="connsiteX341" fmla="*/ 765725 w 1015119"/>
                <a:gd name="connsiteY341" fmla="*/ 399457 h 641773"/>
                <a:gd name="connsiteX342" fmla="*/ 765725 w 1015119"/>
                <a:gd name="connsiteY342" fmla="*/ 402844 h 641773"/>
                <a:gd name="connsiteX343" fmla="*/ 777152 w 1015119"/>
                <a:gd name="connsiteY343" fmla="*/ 413058 h 641773"/>
                <a:gd name="connsiteX344" fmla="*/ 766938 w 1015119"/>
                <a:gd name="connsiteY344" fmla="*/ 424485 h 641773"/>
                <a:gd name="connsiteX345" fmla="*/ 765725 w 1015119"/>
                <a:gd name="connsiteY345" fmla="*/ 424485 h 641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Lst>
              <a:rect l="l" t="t" r="r" b="b"/>
              <a:pathLst>
                <a:path w="1015119" h="641773">
                  <a:moveTo>
                    <a:pt x="1004959" y="394614"/>
                  </a:moveTo>
                  <a:lnTo>
                    <a:pt x="986367" y="394614"/>
                  </a:lnTo>
                  <a:lnTo>
                    <a:pt x="986367" y="378460"/>
                  </a:lnTo>
                  <a:cubicBezTo>
                    <a:pt x="986292" y="317239"/>
                    <a:pt x="936674" y="267638"/>
                    <a:pt x="875453" y="267581"/>
                  </a:cubicBezTo>
                  <a:lnTo>
                    <a:pt x="844736" y="267581"/>
                  </a:lnTo>
                  <a:lnTo>
                    <a:pt x="844736" y="264363"/>
                  </a:lnTo>
                  <a:cubicBezTo>
                    <a:pt x="847683" y="264533"/>
                    <a:pt x="850561" y="264634"/>
                    <a:pt x="853305" y="264634"/>
                  </a:cubicBezTo>
                  <a:cubicBezTo>
                    <a:pt x="900718" y="264634"/>
                    <a:pt x="917651" y="239302"/>
                    <a:pt x="918599" y="238083"/>
                  </a:cubicBezTo>
                  <a:cubicBezTo>
                    <a:pt x="921651" y="233375"/>
                    <a:pt x="920310" y="227083"/>
                    <a:pt x="915599" y="224031"/>
                  </a:cubicBezTo>
                  <a:cubicBezTo>
                    <a:pt x="915040" y="223669"/>
                    <a:pt x="914444" y="223361"/>
                    <a:pt x="913824" y="223114"/>
                  </a:cubicBezTo>
                  <a:cubicBezTo>
                    <a:pt x="884834" y="211633"/>
                    <a:pt x="884326" y="181661"/>
                    <a:pt x="885105" y="171094"/>
                  </a:cubicBezTo>
                  <a:cubicBezTo>
                    <a:pt x="897064" y="160562"/>
                    <a:pt x="899902" y="143039"/>
                    <a:pt x="891879" y="129269"/>
                  </a:cubicBezTo>
                  <a:lnTo>
                    <a:pt x="891879" y="104140"/>
                  </a:lnTo>
                  <a:cubicBezTo>
                    <a:pt x="891879" y="44806"/>
                    <a:pt x="844804" y="68"/>
                    <a:pt x="782422" y="68"/>
                  </a:cubicBezTo>
                  <a:cubicBezTo>
                    <a:pt x="692980" y="0"/>
                    <a:pt x="672863" y="77047"/>
                    <a:pt x="672863" y="104140"/>
                  </a:cubicBezTo>
                  <a:lnTo>
                    <a:pt x="672863" y="129405"/>
                  </a:lnTo>
                  <a:cubicBezTo>
                    <a:pt x="669852" y="134537"/>
                    <a:pt x="668284" y="140388"/>
                    <a:pt x="668325" y="146338"/>
                  </a:cubicBezTo>
                  <a:cubicBezTo>
                    <a:pt x="668335" y="156044"/>
                    <a:pt x="672548" y="165269"/>
                    <a:pt x="679873" y="171636"/>
                  </a:cubicBezTo>
                  <a:cubicBezTo>
                    <a:pt x="681228" y="181288"/>
                    <a:pt x="681939" y="207433"/>
                    <a:pt x="653220" y="218779"/>
                  </a:cubicBezTo>
                  <a:cubicBezTo>
                    <a:pt x="647998" y="220828"/>
                    <a:pt x="645424" y="226727"/>
                    <a:pt x="647476" y="231949"/>
                  </a:cubicBezTo>
                  <a:cubicBezTo>
                    <a:pt x="647524" y="232075"/>
                    <a:pt x="647578" y="232200"/>
                    <a:pt x="647632" y="232325"/>
                  </a:cubicBezTo>
                  <a:cubicBezTo>
                    <a:pt x="648174" y="233578"/>
                    <a:pt x="661179" y="262805"/>
                    <a:pt x="705409" y="264803"/>
                  </a:cubicBezTo>
                  <a:lnTo>
                    <a:pt x="719938" y="264803"/>
                  </a:lnTo>
                  <a:lnTo>
                    <a:pt x="719938" y="278011"/>
                  </a:lnTo>
                  <a:cubicBezTo>
                    <a:pt x="720012" y="281151"/>
                    <a:pt x="721462" y="284097"/>
                    <a:pt x="723900" y="286072"/>
                  </a:cubicBezTo>
                  <a:cubicBezTo>
                    <a:pt x="757008" y="312765"/>
                    <a:pt x="803998" y="313629"/>
                    <a:pt x="838065" y="288171"/>
                  </a:cubicBezTo>
                  <a:lnTo>
                    <a:pt x="875318" y="288171"/>
                  </a:lnTo>
                  <a:cubicBezTo>
                    <a:pt x="925261" y="288151"/>
                    <a:pt x="965823" y="328517"/>
                    <a:pt x="966047" y="378460"/>
                  </a:cubicBezTo>
                  <a:lnTo>
                    <a:pt x="966047" y="393565"/>
                  </a:lnTo>
                  <a:lnTo>
                    <a:pt x="789568" y="393565"/>
                  </a:lnTo>
                  <a:cubicBezTo>
                    <a:pt x="785134" y="388325"/>
                    <a:pt x="779099" y="384695"/>
                    <a:pt x="772397" y="383235"/>
                  </a:cubicBezTo>
                  <a:lnTo>
                    <a:pt x="772397" y="373820"/>
                  </a:lnTo>
                  <a:cubicBezTo>
                    <a:pt x="772397" y="328256"/>
                    <a:pt x="735462" y="291321"/>
                    <a:pt x="689898" y="291321"/>
                  </a:cubicBezTo>
                  <a:cubicBezTo>
                    <a:pt x="644334" y="291321"/>
                    <a:pt x="607399" y="328256"/>
                    <a:pt x="607399" y="373820"/>
                  </a:cubicBezTo>
                  <a:lnTo>
                    <a:pt x="607399" y="385809"/>
                  </a:lnTo>
                  <a:cubicBezTo>
                    <a:pt x="603606" y="387702"/>
                    <a:pt x="600229" y="390340"/>
                    <a:pt x="597476" y="393565"/>
                  </a:cubicBezTo>
                  <a:lnTo>
                    <a:pt x="550774" y="393565"/>
                  </a:lnTo>
                  <a:lnTo>
                    <a:pt x="568994" y="287901"/>
                  </a:lnTo>
                  <a:lnTo>
                    <a:pt x="601337" y="287901"/>
                  </a:lnTo>
                  <a:cubicBezTo>
                    <a:pt x="616915" y="287897"/>
                    <a:pt x="632230" y="291910"/>
                    <a:pt x="645804" y="299551"/>
                  </a:cubicBezTo>
                  <a:lnTo>
                    <a:pt x="655964" y="281872"/>
                  </a:lnTo>
                  <a:cubicBezTo>
                    <a:pt x="639345" y="272498"/>
                    <a:pt x="620586" y="267577"/>
                    <a:pt x="601506" y="267581"/>
                  </a:cubicBezTo>
                  <a:lnTo>
                    <a:pt x="570755" y="267581"/>
                  </a:lnTo>
                  <a:lnTo>
                    <a:pt x="570755" y="244246"/>
                  </a:lnTo>
                  <a:cubicBezTo>
                    <a:pt x="587712" y="226236"/>
                    <a:pt x="597699" y="202777"/>
                    <a:pt x="598932" y="178071"/>
                  </a:cubicBezTo>
                  <a:cubicBezTo>
                    <a:pt x="612888" y="173672"/>
                    <a:pt x="622385" y="160735"/>
                    <a:pt x="622402" y="146101"/>
                  </a:cubicBezTo>
                  <a:cubicBezTo>
                    <a:pt x="622419" y="140145"/>
                    <a:pt x="620827" y="134295"/>
                    <a:pt x="617796" y="129167"/>
                  </a:cubicBezTo>
                  <a:lnTo>
                    <a:pt x="617796" y="104140"/>
                  </a:lnTo>
                  <a:cubicBezTo>
                    <a:pt x="617796" y="44806"/>
                    <a:pt x="570755" y="68"/>
                    <a:pt x="508339" y="68"/>
                  </a:cubicBezTo>
                  <a:cubicBezTo>
                    <a:pt x="460113" y="68"/>
                    <a:pt x="440097" y="24858"/>
                    <a:pt x="434746" y="41656"/>
                  </a:cubicBezTo>
                  <a:cubicBezTo>
                    <a:pt x="398712" y="61197"/>
                    <a:pt x="398712" y="81111"/>
                    <a:pt x="398712" y="104140"/>
                  </a:cubicBezTo>
                  <a:lnTo>
                    <a:pt x="398712" y="129405"/>
                  </a:lnTo>
                  <a:cubicBezTo>
                    <a:pt x="389419" y="145357"/>
                    <a:pt x="394821" y="165821"/>
                    <a:pt x="410772" y="175111"/>
                  </a:cubicBezTo>
                  <a:cubicBezTo>
                    <a:pt x="412943" y="176378"/>
                    <a:pt x="415246" y="177390"/>
                    <a:pt x="417644" y="178139"/>
                  </a:cubicBezTo>
                  <a:cubicBezTo>
                    <a:pt x="418873" y="202827"/>
                    <a:pt x="428847" y="226277"/>
                    <a:pt x="445787" y="244280"/>
                  </a:cubicBezTo>
                  <a:lnTo>
                    <a:pt x="445787" y="267648"/>
                  </a:lnTo>
                  <a:lnTo>
                    <a:pt x="415070" y="267648"/>
                  </a:lnTo>
                  <a:cubicBezTo>
                    <a:pt x="388552" y="267594"/>
                    <a:pt x="362902" y="277104"/>
                    <a:pt x="342832" y="294437"/>
                  </a:cubicBezTo>
                  <a:cubicBezTo>
                    <a:pt x="298991" y="282167"/>
                    <a:pt x="253505" y="307760"/>
                    <a:pt x="241235" y="351600"/>
                  </a:cubicBezTo>
                  <a:cubicBezTo>
                    <a:pt x="239204" y="358855"/>
                    <a:pt x="238178" y="366356"/>
                    <a:pt x="238184" y="373888"/>
                  </a:cubicBezTo>
                  <a:lnTo>
                    <a:pt x="238184" y="385877"/>
                  </a:lnTo>
                  <a:cubicBezTo>
                    <a:pt x="233979" y="387966"/>
                    <a:pt x="230297" y="390974"/>
                    <a:pt x="227415" y="394682"/>
                  </a:cubicBezTo>
                  <a:lnTo>
                    <a:pt x="49073" y="394682"/>
                  </a:lnTo>
                  <a:lnTo>
                    <a:pt x="49073" y="379510"/>
                  </a:lnTo>
                  <a:cubicBezTo>
                    <a:pt x="49129" y="329357"/>
                    <a:pt x="89783" y="288717"/>
                    <a:pt x="139937" y="288680"/>
                  </a:cubicBezTo>
                  <a:lnTo>
                    <a:pt x="178714" y="288680"/>
                  </a:lnTo>
                  <a:lnTo>
                    <a:pt x="180408" y="289458"/>
                  </a:lnTo>
                  <a:cubicBezTo>
                    <a:pt x="214116" y="304783"/>
                    <a:pt x="252804" y="304783"/>
                    <a:pt x="286512" y="289458"/>
                  </a:cubicBezTo>
                  <a:lnTo>
                    <a:pt x="289899" y="287934"/>
                  </a:lnTo>
                  <a:cubicBezTo>
                    <a:pt x="293526" y="286288"/>
                    <a:pt x="295857" y="282672"/>
                    <a:pt x="295859" y="278689"/>
                  </a:cubicBezTo>
                  <a:lnTo>
                    <a:pt x="295859" y="245093"/>
                  </a:lnTo>
                  <a:cubicBezTo>
                    <a:pt x="312874" y="227008"/>
                    <a:pt x="322877" y="203447"/>
                    <a:pt x="324070" y="178647"/>
                  </a:cubicBezTo>
                  <a:cubicBezTo>
                    <a:pt x="341755" y="173093"/>
                    <a:pt x="351590" y="154256"/>
                    <a:pt x="346036" y="136571"/>
                  </a:cubicBezTo>
                  <a:cubicBezTo>
                    <a:pt x="345284" y="134178"/>
                    <a:pt x="344265" y="131876"/>
                    <a:pt x="343002" y="129709"/>
                  </a:cubicBezTo>
                  <a:lnTo>
                    <a:pt x="343002" y="104309"/>
                  </a:lnTo>
                  <a:cubicBezTo>
                    <a:pt x="343002" y="44873"/>
                    <a:pt x="295825" y="0"/>
                    <a:pt x="233274" y="0"/>
                  </a:cubicBezTo>
                  <a:cubicBezTo>
                    <a:pt x="184912" y="0"/>
                    <a:pt x="164829" y="24858"/>
                    <a:pt x="159512" y="41690"/>
                  </a:cubicBezTo>
                  <a:cubicBezTo>
                    <a:pt x="123546" y="61333"/>
                    <a:pt x="123546" y="81314"/>
                    <a:pt x="123546" y="104309"/>
                  </a:cubicBezTo>
                  <a:lnTo>
                    <a:pt x="123546" y="129642"/>
                  </a:lnTo>
                  <a:cubicBezTo>
                    <a:pt x="114181" y="145638"/>
                    <a:pt x="119556" y="166197"/>
                    <a:pt x="135553" y="175561"/>
                  </a:cubicBezTo>
                  <a:cubicBezTo>
                    <a:pt x="137758" y="176852"/>
                    <a:pt x="140104" y="177888"/>
                    <a:pt x="142545" y="178647"/>
                  </a:cubicBezTo>
                  <a:cubicBezTo>
                    <a:pt x="143766" y="203396"/>
                    <a:pt x="153754" y="226900"/>
                    <a:pt x="170722" y="244958"/>
                  </a:cubicBezTo>
                  <a:lnTo>
                    <a:pt x="170722" y="268427"/>
                  </a:lnTo>
                  <a:lnTo>
                    <a:pt x="139937" y="268427"/>
                  </a:lnTo>
                  <a:cubicBezTo>
                    <a:pt x="78621" y="268481"/>
                    <a:pt x="28902" y="318127"/>
                    <a:pt x="28753" y="379442"/>
                  </a:cubicBezTo>
                  <a:lnTo>
                    <a:pt x="28753" y="394614"/>
                  </a:lnTo>
                  <a:lnTo>
                    <a:pt x="10160" y="394614"/>
                  </a:lnTo>
                  <a:cubicBezTo>
                    <a:pt x="4549" y="394614"/>
                    <a:pt x="0" y="399163"/>
                    <a:pt x="0" y="404774"/>
                  </a:cubicBezTo>
                  <a:lnTo>
                    <a:pt x="0" y="443078"/>
                  </a:lnTo>
                  <a:cubicBezTo>
                    <a:pt x="0" y="448689"/>
                    <a:pt x="4549" y="453238"/>
                    <a:pt x="10160" y="453238"/>
                  </a:cubicBezTo>
                  <a:lnTo>
                    <a:pt x="243095" y="453238"/>
                  </a:lnTo>
                  <a:cubicBezTo>
                    <a:pt x="246697" y="474516"/>
                    <a:pt x="257449" y="493928"/>
                    <a:pt x="273575" y="508271"/>
                  </a:cubicBezTo>
                  <a:lnTo>
                    <a:pt x="240657" y="508271"/>
                  </a:lnTo>
                  <a:cubicBezTo>
                    <a:pt x="185105" y="508345"/>
                    <a:pt x="140095" y="553371"/>
                    <a:pt x="140039" y="608923"/>
                  </a:cubicBezTo>
                  <a:lnTo>
                    <a:pt x="140039" y="631613"/>
                  </a:lnTo>
                  <a:cubicBezTo>
                    <a:pt x="140039" y="637225"/>
                    <a:pt x="144587" y="641773"/>
                    <a:pt x="150199" y="641773"/>
                  </a:cubicBezTo>
                  <a:lnTo>
                    <a:pt x="231005" y="641773"/>
                  </a:lnTo>
                  <a:lnTo>
                    <a:pt x="231005" y="621453"/>
                  </a:lnTo>
                  <a:lnTo>
                    <a:pt x="160359" y="621453"/>
                  </a:lnTo>
                  <a:lnTo>
                    <a:pt x="160359" y="608923"/>
                  </a:lnTo>
                  <a:cubicBezTo>
                    <a:pt x="160396" y="564584"/>
                    <a:pt x="196319" y="528649"/>
                    <a:pt x="240657" y="528591"/>
                  </a:cubicBezTo>
                  <a:lnTo>
                    <a:pt x="407924" y="528591"/>
                  </a:lnTo>
                  <a:cubicBezTo>
                    <a:pt x="452262" y="528649"/>
                    <a:pt x="488185" y="564584"/>
                    <a:pt x="488222" y="608923"/>
                  </a:cubicBezTo>
                  <a:lnTo>
                    <a:pt x="488222" y="621453"/>
                  </a:lnTo>
                  <a:lnTo>
                    <a:pt x="262060" y="621453"/>
                  </a:lnTo>
                  <a:lnTo>
                    <a:pt x="262060" y="641773"/>
                  </a:lnTo>
                  <a:lnTo>
                    <a:pt x="498382" y="641773"/>
                  </a:lnTo>
                  <a:cubicBezTo>
                    <a:pt x="503994" y="641773"/>
                    <a:pt x="508542" y="637225"/>
                    <a:pt x="508542" y="631613"/>
                  </a:cubicBezTo>
                  <a:lnTo>
                    <a:pt x="508542" y="608923"/>
                  </a:lnTo>
                  <a:cubicBezTo>
                    <a:pt x="508484" y="553371"/>
                    <a:pt x="463476" y="508345"/>
                    <a:pt x="407924" y="508271"/>
                  </a:cubicBezTo>
                  <a:lnTo>
                    <a:pt x="375107" y="508271"/>
                  </a:lnTo>
                  <a:cubicBezTo>
                    <a:pt x="391235" y="493928"/>
                    <a:pt x="401987" y="474516"/>
                    <a:pt x="405587" y="453238"/>
                  </a:cubicBezTo>
                  <a:lnTo>
                    <a:pt x="612411" y="453238"/>
                  </a:lnTo>
                  <a:cubicBezTo>
                    <a:pt x="616011" y="474516"/>
                    <a:pt x="626764" y="493928"/>
                    <a:pt x="642891" y="508271"/>
                  </a:cubicBezTo>
                  <a:lnTo>
                    <a:pt x="610074" y="508271"/>
                  </a:lnTo>
                  <a:cubicBezTo>
                    <a:pt x="554516" y="508345"/>
                    <a:pt x="509497" y="553364"/>
                    <a:pt x="509422" y="608923"/>
                  </a:cubicBezTo>
                  <a:lnTo>
                    <a:pt x="509422" y="631613"/>
                  </a:lnTo>
                  <a:cubicBezTo>
                    <a:pt x="509422" y="637225"/>
                    <a:pt x="513971" y="641773"/>
                    <a:pt x="519582" y="641773"/>
                  </a:cubicBezTo>
                  <a:lnTo>
                    <a:pt x="600422" y="641773"/>
                  </a:lnTo>
                  <a:lnTo>
                    <a:pt x="600422" y="621453"/>
                  </a:lnTo>
                  <a:lnTo>
                    <a:pt x="529573" y="621453"/>
                  </a:lnTo>
                  <a:lnTo>
                    <a:pt x="529573" y="608923"/>
                  </a:lnTo>
                  <a:cubicBezTo>
                    <a:pt x="529631" y="564581"/>
                    <a:pt x="565563" y="528649"/>
                    <a:pt x="609905" y="528591"/>
                  </a:cubicBezTo>
                  <a:lnTo>
                    <a:pt x="777172" y="528591"/>
                  </a:lnTo>
                  <a:cubicBezTo>
                    <a:pt x="821511" y="528649"/>
                    <a:pt x="857433" y="564584"/>
                    <a:pt x="857470" y="608923"/>
                  </a:cubicBezTo>
                  <a:lnTo>
                    <a:pt x="857470" y="621453"/>
                  </a:lnTo>
                  <a:lnTo>
                    <a:pt x="631309" y="621453"/>
                  </a:lnTo>
                  <a:lnTo>
                    <a:pt x="631309" y="641773"/>
                  </a:lnTo>
                  <a:lnTo>
                    <a:pt x="867630" y="641773"/>
                  </a:lnTo>
                  <a:cubicBezTo>
                    <a:pt x="873242" y="641773"/>
                    <a:pt x="877790" y="637225"/>
                    <a:pt x="877790" y="631613"/>
                  </a:cubicBezTo>
                  <a:lnTo>
                    <a:pt x="877790" y="608923"/>
                  </a:lnTo>
                  <a:cubicBezTo>
                    <a:pt x="877733" y="553371"/>
                    <a:pt x="832724" y="508345"/>
                    <a:pt x="777172" y="508271"/>
                  </a:cubicBezTo>
                  <a:lnTo>
                    <a:pt x="744355" y="508271"/>
                  </a:lnTo>
                  <a:cubicBezTo>
                    <a:pt x="763077" y="491602"/>
                    <a:pt x="774409" y="468173"/>
                    <a:pt x="775852" y="443145"/>
                  </a:cubicBezTo>
                  <a:cubicBezTo>
                    <a:pt x="788016" y="438983"/>
                    <a:pt x="796381" y="427780"/>
                    <a:pt x="796917" y="414934"/>
                  </a:cubicBezTo>
                  <a:lnTo>
                    <a:pt x="994799" y="414934"/>
                  </a:lnTo>
                  <a:lnTo>
                    <a:pt x="994799" y="432918"/>
                  </a:lnTo>
                  <a:lnTo>
                    <a:pt x="813071" y="432918"/>
                  </a:lnTo>
                  <a:lnTo>
                    <a:pt x="813071" y="453238"/>
                  </a:lnTo>
                  <a:lnTo>
                    <a:pt x="1004959" y="453238"/>
                  </a:lnTo>
                  <a:cubicBezTo>
                    <a:pt x="1010571" y="453238"/>
                    <a:pt x="1015119" y="448689"/>
                    <a:pt x="1015119" y="443078"/>
                  </a:cubicBezTo>
                  <a:lnTo>
                    <a:pt x="1015119" y="404774"/>
                  </a:lnTo>
                  <a:cubicBezTo>
                    <a:pt x="1015119" y="399163"/>
                    <a:pt x="1010571" y="394614"/>
                    <a:pt x="1004959" y="394614"/>
                  </a:cubicBezTo>
                  <a:close/>
                  <a:moveTo>
                    <a:pt x="712013" y="173702"/>
                  </a:moveTo>
                  <a:lnTo>
                    <a:pt x="712013" y="169469"/>
                  </a:lnTo>
                  <a:lnTo>
                    <a:pt x="712013" y="169469"/>
                  </a:lnTo>
                  <a:lnTo>
                    <a:pt x="712013" y="129100"/>
                  </a:lnTo>
                  <a:cubicBezTo>
                    <a:pt x="726704" y="121477"/>
                    <a:pt x="738676" y="109493"/>
                    <a:pt x="746286" y="94793"/>
                  </a:cubicBezTo>
                  <a:cubicBezTo>
                    <a:pt x="764709" y="107527"/>
                    <a:pt x="803554" y="129811"/>
                    <a:pt x="853000" y="132588"/>
                  </a:cubicBezTo>
                  <a:lnTo>
                    <a:pt x="852695" y="169367"/>
                  </a:lnTo>
                  <a:lnTo>
                    <a:pt x="852695" y="169367"/>
                  </a:lnTo>
                  <a:lnTo>
                    <a:pt x="852695" y="173702"/>
                  </a:lnTo>
                  <a:cubicBezTo>
                    <a:pt x="852695" y="210955"/>
                    <a:pt x="822621" y="252611"/>
                    <a:pt x="782388" y="252611"/>
                  </a:cubicBezTo>
                  <a:cubicBezTo>
                    <a:pt x="742154" y="252611"/>
                    <a:pt x="712013" y="210955"/>
                    <a:pt x="712013" y="173702"/>
                  </a:cubicBezTo>
                  <a:close/>
                  <a:moveTo>
                    <a:pt x="691693" y="137803"/>
                  </a:moveTo>
                  <a:lnTo>
                    <a:pt x="691693" y="154432"/>
                  </a:lnTo>
                  <a:cubicBezTo>
                    <a:pt x="687646" y="149628"/>
                    <a:pt x="687646" y="142607"/>
                    <a:pt x="691693" y="137803"/>
                  </a:cubicBezTo>
                  <a:close/>
                  <a:moveTo>
                    <a:pt x="873150" y="154297"/>
                  </a:moveTo>
                  <a:lnTo>
                    <a:pt x="873320" y="138007"/>
                  </a:lnTo>
                  <a:cubicBezTo>
                    <a:pt x="877120" y="142747"/>
                    <a:pt x="877120" y="149488"/>
                    <a:pt x="873320" y="154229"/>
                  </a:cubicBezTo>
                  <a:close/>
                  <a:moveTo>
                    <a:pt x="892692" y="234730"/>
                  </a:moveTo>
                  <a:cubicBezTo>
                    <a:pt x="884326" y="240013"/>
                    <a:pt x="869357" y="245703"/>
                    <a:pt x="844973" y="244009"/>
                  </a:cubicBezTo>
                  <a:cubicBezTo>
                    <a:pt x="856031" y="232153"/>
                    <a:pt x="864193" y="217895"/>
                    <a:pt x="868816" y="202353"/>
                  </a:cubicBezTo>
                  <a:cubicBezTo>
                    <a:pt x="873042" y="215446"/>
                    <a:pt x="881411" y="226808"/>
                    <a:pt x="892658" y="234730"/>
                  </a:cubicBezTo>
                  <a:close/>
                  <a:moveTo>
                    <a:pt x="782320" y="20320"/>
                  </a:moveTo>
                  <a:cubicBezTo>
                    <a:pt x="833120" y="20320"/>
                    <a:pt x="871457" y="56320"/>
                    <a:pt x="871457" y="104072"/>
                  </a:cubicBezTo>
                  <a:lnTo>
                    <a:pt x="871457" y="113724"/>
                  </a:lnTo>
                  <a:cubicBezTo>
                    <a:pt x="868900" y="113059"/>
                    <a:pt x="866275" y="112684"/>
                    <a:pt x="863634" y="112607"/>
                  </a:cubicBezTo>
                  <a:lnTo>
                    <a:pt x="863160" y="112607"/>
                  </a:lnTo>
                  <a:cubicBezTo>
                    <a:pt x="797391" y="112607"/>
                    <a:pt x="748318" y="71086"/>
                    <a:pt x="747844" y="70680"/>
                  </a:cubicBezTo>
                  <a:cubicBezTo>
                    <a:pt x="743594" y="67015"/>
                    <a:pt x="737179" y="67488"/>
                    <a:pt x="733515" y="71737"/>
                  </a:cubicBezTo>
                  <a:cubicBezTo>
                    <a:pt x="732411" y="73016"/>
                    <a:pt x="731645" y="74550"/>
                    <a:pt x="731283" y="76200"/>
                  </a:cubicBezTo>
                  <a:cubicBezTo>
                    <a:pt x="726338" y="98755"/>
                    <a:pt x="704833" y="110067"/>
                    <a:pt x="699347" y="112742"/>
                  </a:cubicBezTo>
                  <a:cubicBezTo>
                    <a:pt x="697240" y="112883"/>
                    <a:pt x="695151" y="113234"/>
                    <a:pt x="693115" y="113792"/>
                  </a:cubicBezTo>
                  <a:lnTo>
                    <a:pt x="693115" y="104140"/>
                  </a:lnTo>
                  <a:cubicBezTo>
                    <a:pt x="693183" y="82364"/>
                    <a:pt x="709574" y="20320"/>
                    <a:pt x="782320" y="20320"/>
                  </a:cubicBezTo>
                  <a:close/>
                  <a:moveTo>
                    <a:pt x="672287" y="231614"/>
                  </a:moveTo>
                  <a:cubicBezTo>
                    <a:pt x="683128" y="224932"/>
                    <a:pt x="691459" y="214864"/>
                    <a:pt x="695994" y="202963"/>
                  </a:cubicBezTo>
                  <a:cubicBezTo>
                    <a:pt x="700637" y="218345"/>
                    <a:pt x="708745" y="232457"/>
                    <a:pt x="719701" y="244213"/>
                  </a:cubicBezTo>
                  <a:lnTo>
                    <a:pt x="705917" y="244213"/>
                  </a:lnTo>
                  <a:cubicBezTo>
                    <a:pt x="688442" y="243332"/>
                    <a:pt x="678011" y="236999"/>
                    <a:pt x="672287" y="231614"/>
                  </a:cubicBezTo>
                  <a:close/>
                  <a:moveTo>
                    <a:pt x="740258" y="272728"/>
                  </a:moveTo>
                  <a:lnTo>
                    <a:pt x="740258" y="260739"/>
                  </a:lnTo>
                  <a:cubicBezTo>
                    <a:pt x="765962" y="276972"/>
                    <a:pt x="798712" y="276972"/>
                    <a:pt x="824416" y="260739"/>
                  </a:cubicBezTo>
                  <a:lnTo>
                    <a:pt x="824416" y="272627"/>
                  </a:lnTo>
                  <a:cubicBezTo>
                    <a:pt x="799236" y="290542"/>
                    <a:pt x="765482" y="290583"/>
                    <a:pt x="740258" y="272728"/>
                  </a:cubicBezTo>
                  <a:close/>
                  <a:moveTo>
                    <a:pt x="191042" y="271814"/>
                  </a:moveTo>
                  <a:lnTo>
                    <a:pt x="191042" y="261349"/>
                  </a:lnTo>
                  <a:cubicBezTo>
                    <a:pt x="216831" y="277669"/>
                    <a:pt x="249716" y="277669"/>
                    <a:pt x="275505" y="261349"/>
                  </a:cubicBezTo>
                  <a:lnTo>
                    <a:pt x="275505" y="271848"/>
                  </a:lnTo>
                  <a:cubicBezTo>
                    <a:pt x="248514" y="283301"/>
                    <a:pt x="218024" y="283291"/>
                    <a:pt x="191042" y="271814"/>
                  </a:cubicBezTo>
                  <a:close/>
                  <a:moveTo>
                    <a:pt x="324273" y="154737"/>
                  </a:moveTo>
                  <a:lnTo>
                    <a:pt x="324273" y="138345"/>
                  </a:lnTo>
                  <a:cubicBezTo>
                    <a:pt x="326112" y="140656"/>
                    <a:pt x="327115" y="143520"/>
                    <a:pt x="327118" y="146473"/>
                  </a:cubicBezTo>
                  <a:cubicBezTo>
                    <a:pt x="327157" y="149474"/>
                    <a:pt x="326151" y="152397"/>
                    <a:pt x="324273" y="154737"/>
                  </a:cubicBezTo>
                  <a:close/>
                  <a:moveTo>
                    <a:pt x="172889" y="57641"/>
                  </a:moveTo>
                  <a:cubicBezTo>
                    <a:pt x="175857" y="56128"/>
                    <a:pt x="177895" y="53255"/>
                    <a:pt x="178342" y="49953"/>
                  </a:cubicBezTo>
                  <a:cubicBezTo>
                    <a:pt x="178342" y="49649"/>
                    <a:pt x="183320" y="20218"/>
                    <a:pt x="233274" y="20218"/>
                  </a:cubicBezTo>
                  <a:cubicBezTo>
                    <a:pt x="284074" y="20218"/>
                    <a:pt x="322682" y="56354"/>
                    <a:pt x="322682" y="104208"/>
                  </a:cubicBezTo>
                  <a:lnTo>
                    <a:pt x="322682" y="113961"/>
                  </a:lnTo>
                  <a:cubicBezTo>
                    <a:pt x="319856" y="113188"/>
                    <a:pt x="316941" y="112790"/>
                    <a:pt x="314012" y="112776"/>
                  </a:cubicBezTo>
                  <a:lnTo>
                    <a:pt x="314012" y="112776"/>
                  </a:lnTo>
                  <a:cubicBezTo>
                    <a:pt x="313245" y="112803"/>
                    <a:pt x="312484" y="112917"/>
                    <a:pt x="311743" y="113115"/>
                  </a:cubicBezTo>
                  <a:cubicBezTo>
                    <a:pt x="230158" y="135263"/>
                    <a:pt x="202523" y="76843"/>
                    <a:pt x="201405" y="74371"/>
                  </a:cubicBezTo>
                  <a:cubicBezTo>
                    <a:pt x="199147" y="69234"/>
                    <a:pt x="193152" y="66901"/>
                    <a:pt x="188015" y="69159"/>
                  </a:cubicBezTo>
                  <a:cubicBezTo>
                    <a:pt x="185027" y="70473"/>
                    <a:pt x="182852" y="73143"/>
                    <a:pt x="182169" y="76335"/>
                  </a:cubicBezTo>
                  <a:cubicBezTo>
                    <a:pt x="177224" y="98992"/>
                    <a:pt x="155651" y="110405"/>
                    <a:pt x="150131" y="112979"/>
                  </a:cubicBezTo>
                  <a:cubicBezTo>
                    <a:pt x="148014" y="113150"/>
                    <a:pt x="145917" y="113513"/>
                    <a:pt x="143866" y="114063"/>
                  </a:cubicBezTo>
                  <a:lnTo>
                    <a:pt x="143866" y="104309"/>
                  </a:lnTo>
                  <a:cubicBezTo>
                    <a:pt x="143866" y="83007"/>
                    <a:pt x="143866" y="72305"/>
                    <a:pt x="172889" y="57641"/>
                  </a:cubicBezTo>
                  <a:close/>
                  <a:moveTo>
                    <a:pt x="142409" y="138007"/>
                  </a:moveTo>
                  <a:lnTo>
                    <a:pt x="142409" y="154940"/>
                  </a:lnTo>
                  <a:cubicBezTo>
                    <a:pt x="140436" y="152583"/>
                    <a:pt x="139346" y="149614"/>
                    <a:pt x="139327" y="146541"/>
                  </a:cubicBezTo>
                  <a:cubicBezTo>
                    <a:pt x="139300" y="143419"/>
                    <a:pt x="140393" y="140391"/>
                    <a:pt x="142409" y="138007"/>
                  </a:cubicBezTo>
                  <a:close/>
                  <a:moveTo>
                    <a:pt x="162729" y="169807"/>
                  </a:moveTo>
                  <a:lnTo>
                    <a:pt x="162729" y="169807"/>
                  </a:lnTo>
                  <a:lnTo>
                    <a:pt x="162729" y="129167"/>
                  </a:lnTo>
                  <a:cubicBezTo>
                    <a:pt x="175668" y="122385"/>
                    <a:pt x="186572" y="112287"/>
                    <a:pt x="194327" y="99907"/>
                  </a:cubicBezTo>
                  <a:cubicBezTo>
                    <a:pt x="210380" y="119448"/>
                    <a:pt x="244416" y="146981"/>
                    <a:pt x="304123" y="135602"/>
                  </a:cubicBezTo>
                  <a:lnTo>
                    <a:pt x="303852" y="169469"/>
                  </a:lnTo>
                  <a:lnTo>
                    <a:pt x="303852" y="169469"/>
                  </a:lnTo>
                  <a:lnTo>
                    <a:pt x="303852" y="173804"/>
                  </a:lnTo>
                  <a:cubicBezTo>
                    <a:pt x="303852" y="211057"/>
                    <a:pt x="273677" y="252950"/>
                    <a:pt x="233307" y="252950"/>
                  </a:cubicBezTo>
                  <a:cubicBezTo>
                    <a:pt x="192938" y="252950"/>
                    <a:pt x="162763" y="211497"/>
                    <a:pt x="162763" y="174142"/>
                  </a:cubicBezTo>
                  <a:lnTo>
                    <a:pt x="162763" y="169909"/>
                  </a:lnTo>
                  <a:close/>
                  <a:moveTo>
                    <a:pt x="508169" y="272864"/>
                  </a:moveTo>
                  <a:cubicBezTo>
                    <a:pt x="523037" y="272735"/>
                    <a:pt x="537586" y="268529"/>
                    <a:pt x="550232" y="260706"/>
                  </a:cubicBezTo>
                  <a:lnTo>
                    <a:pt x="550232" y="271137"/>
                  </a:lnTo>
                  <a:lnTo>
                    <a:pt x="508373" y="290407"/>
                  </a:lnTo>
                  <a:lnTo>
                    <a:pt x="466107" y="271272"/>
                  </a:lnTo>
                  <a:lnTo>
                    <a:pt x="466107" y="260841"/>
                  </a:lnTo>
                  <a:cubicBezTo>
                    <a:pt x="478770" y="268647"/>
                    <a:pt x="493329" y="272830"/>
                    <a:pt x="508203" y="272931"/>
                  </a:cubicBezTo>
                  <a:close/>
                  <a:moveTo>
                    <a:pt x="529099" y="341410"/>
                  </a:moveTo>
                  <a:lnTo>
                    <a:pt x="533095" y="332943"/>
                  </a:lnTo>
                  <a:lnTo>
                    <a:pt x="539699" y="337922"/>
                  </a:lnTo>
                  <a:lnTo>
                    <a:pt x="535568" y="361628"/>
                  </a:lnTo>
                  <a:close/>
                  <a:moveTo>
                    <a:pt x="511759" y="330505"/>
                  </a:moveTo>
                  <a:lnTo>
                    <a:pt x="504579" y="330505"/>
                  </a:lnTo>
                  <a:lnTo>
                    <a:pt x="499872" y="320582"/>
                  </a:lnTo>
                  <a:lnTo>
                    <a:pt x="508339" y="314147"/>
                  </a:lnTo>
                  <a:lnTo>
                    <a:pt x="516568" y="320413"/>
                  </a:lnTo>
                  <a:close/>
                  <a:moveTo>
                    <a:pt x="528015" y="303411"/>
                  </a:moveTo>
                  <a:lnTo>
                    <a:pt x="547116" y="294708"/>
                  </a:lnTo>
                  <a:lnTo>
                    <a:pt x="543560" y="315028"/>
                  </a:lnTo>
                  <a:close/>
                  <a:moveTo>
                    <a:pt x="488594" y="303411"/>
                  </a:moveTo>
                  <a:lnTo>
                    <a:pt x="473117" y="315163"/>
                  </a:lnTo>
                  <a:lnTo>
                    <a:pt x="469731" y="294843"/>
                  </a:lnTo>
                  <a:close/>
                  <a:moveTo>
                    <a:pt x="477080" y="337989"/>
                  </a:moveTo>
                  <a:lnTo>
                    <a:pt x="483379" y="333214"/>
                  </a:lnTo>
                  <a:lnTo>
                    <a:pt x="487307" y="341478"/>
                  </a:lnTo>
                  <a:lnTo>
                    <a:pt x="481042" y="361086"/>
                  </a:lnTo>
                  <a:close/>
                  <a:moveTo>
                    <a:pt x="505629" y="350893"/>
                  </a:moveTo>
                  <a:lnTo>
                    <a:pt x="510946" y="350893"/>
                  </a:lnTo>
                  <a:lnTo>
                    <a:pt x="524493" y="393565"/>
                  </a:lnTo>
                  <a:lnTo>
                    <a:pt x="491981" y="393565"/>
                  </a:lnTo>
                  <a:close/>
                  <a:moveTo>
                    <a:pt x="599000" y="154297"/>
                  </a:moveTo>
                  <a:lnTo>
                    <a:pt x="599000" y="138007"/>
                  </a:lnTo>
                  <a:cubicBezTo>
                    <a:pt x="602837" y="142733"/>
                    <a:pt x="602837" y="149502"/>
                    <a:pt x="599000" y="154229"/>
                  </a:cubicBezTo>
                  <a:close/>
                  <a:moveTo>
                    <a:pt x="447954" y="57539"/>
                  </a:moveTo>
                  <a:cubicBezTo>
                    <a:pt x="450884" y="56037"/>
                    <a:pt x="452902" y="53210"/>
                    <a:pt x="453373" y="49953"/>
                  </a:cubicBezTo>
                  <a:cubicBezTo>
                    <a:pt x="453373" y="49649"/>
                    <a:pt x="458318" y="20320"/>
                    <a:pt x="508102" y="20320"/>
                  </a:cubicBezTo>
                  <a:cubicBezTo>
                    <a:pt x="558902" y="20320"/>
                    <a:pt x="597239" y="56320"/>
                    <a:pt x="597239" y="104072"/>
                  </a:cubicBezTo>
                  <a:lnTo>
                    <a:pt x="597239" y="113724"/>
                  </a:lnTo>
                  <a:cubicBezTo>
                    <a:pt x="594431" y="112977"/>
                    <a:pt x="591542" y="112590"/>
                    <a:pt x="588637" y="112573"/>
                  </a:cubicBezTo>
                  <a:lnTo>
                    <a:pt x="588637" y="112573"/>
                  </a:lnTo>
                  <a:cubicBezTo>
                    <a:pt x="587871" y="112600"/>
                    <a:pt x="587109" y="112713"/>
                    <a:pt x="586368" y="112911"/>
                  </a:cubicBezTo>
                  <a:cubicBezTo>
                    <a:pt x="505087" y="134891"/>
                    <a:pt x="477452" y="76640"/>
                    <a:pt x="476335" y="74202"/>
                  </a:cubicBezTo>
                  <a:cubicBezTo>
                    <a:pt x="474049" y="69078"/>
                    <a:pt x="468041" y="66777"/>
                    <a:pt x="462917" y="69064"/>
                  </a:cubicBezTo>
                  <a:cubicBezTo>
                    <a:pt x="459970" y="70379"/>
                    <a:pt x="457823" y="73015"/>
                    <a:pt x="457132" y="76166"/>
                  </a:cubicBezTo>
                  <a:cubicBezTo>
                    <a:pt x="452188" y="98721"/>
                    <a:pt x="430682" y="110033"/>
                    <a:pt x="425196" y="112708"/>
                  </a:cubicBezTo>
                  <a:cubicBezTo>
                    <a:pt x="423090" y="112852"/>
                    <a:pt x="421003" y="113203"/>
                    <a:pt x="418965" y="113758"/>
                  </a:cubicBezTo>
                  <a:lnTo>
                    <a:pt x="418965" y="104140"/>
                  </a:lnTo>
                  <a:cubicBezTo>
                    <a:pt x="419032" y="82838"/>
                    <a:pt x="419032" y="72170"/>
                    <a:pt x="447954" y="57539"/>
                  </a:cubicBezTo>
                  <a:close/>
                  <a:moveTo>
                    <a:pt x="417474" y="137803"/>
                  </a:moveTo>
                  <a:lnTo>
                    <a:pt x="417474" y="154432"/>
                  </a:lnTo>
                  <a:cubicBezTo>
                    <a:pt x="413414" y="149633"/>
                    <a:pt x="413414" y="142602"/>
                    <a:pt x="417474" y="137803"/>
                  </a:cubicBezTo>
                  <a:close/>
                  <a:moveTo>
                    <a:pt x="437794" y="169469"/>
                  </a:moveTo>
                  <a:lnTo>
                    <a:pt x="437794" y="169469"/>
                  </a:lnTo>
                  <a:lnTo>
                    <a:pt x="437794" y="129100"/>
                  </a:lnTo>
                  <a:cubicBezTo>
                    <a:pt x="450684" y="122330"/>
                    <a:pt x="461549" y="112270"/>
                    <a:pt x="469290" y="99941"/>
                  </a:cubicBezTo>
                  <a:cubicBezTo>
                    <a:pt x="485309" y="119448"/>
                    <a:pt x="519278" y="146880"/>
                    <a:pt x="578781" y="135534"/>
                  </a:cubicBezTo>
                  <a:lnTo>
                    <a:pt x="578510" y="169401"/>
                  </a:lnTo>
                  <a:lnTo>
                    <a:pt x="578510" y="169401"/>
                  </a:lnTo>
                  <a:lnTo>
                    <a:pt x="578510" y="173702"/>
                  </a:lnTo>
                  <a:cubicBezTo>
                    <a:pt x="578510" y="210955"/>
                    <a:pt x="548403" y="252611"/>
                    <a:pt x="508169" y="252611"/>
                  </a:cubicBezTo>
                  <a:cubicBezTo>
                    <a:pt x="467936" y="252611"/>
                    <a:pt x="437828" y="210955"/>
                    <a:pt x="437828" y="173702"/>
                  </a:cubicBezTo>
                  <a:lnTo>
                    <a:pt x="437828" y="169469"/>
                  </a:lnTo>
                  <a:close/>
                  <a:moveTo>
                    <a:pt x="415002" y="288002"/>
                  </a:moveTo>
                  <a:lnTo>
                    <a:pt x="447717" y="288002"/>
                  </a:lnTo>
                  <a:lnTo>
                    <a:pt x="465938" y="393666"/>
                  </a:lnTo>
                  <a:lnTo>
                    <a:pt x="438844" y="393666"/>
                  </a:lnTo>
                  <a:lnTo>
                    <a:pt x="438844" y="413986"/>
                  </a:lnTo>
                  <a:lnTo>
                    <a:pt x="590025" y="413986"/>
                  </a:lnTo>
                  <a:cubicBezTo>
                    <a:pt x="590106" y="420905"/>
                    <a:pt x="592491" y="427604"/>
                    <a:pt x="596798" y="433019"/>
                  </a:cubicBezTo>
                  <a:lnTo>
                    <a:pt x="420997" y="433019"/>
                  </a:lnTo>
                  <a:cubicBezTo>
                    <a:pt x="425369" y="427560"/>
                    <a:pt x="427756" y="420776"/>
                    <a:pt x="427770" y="413783"/>
                  </a:cubicBezTo>
                  <a:cubicBezTo>
                    <a:pt x="427770" y="399112"/>
                    <a:pt x="417549" y="386425"/>
                    <a:pt x="403217" y="383303"/>
                  </a:cubicBezTo>
                  <a:lnTo>
                    <a:pt x="403217" y="373888"/>
                  </a:lnTo>
                  <a:cubicBezTo>
                    <a:pt x="403203" y="345288"/>
                    <a:pt x="388376" y="318733"/>
                    <a:pt x="364033" y="303716"/>
                  </a:cubicBezTo>
                  <a:cubicBezTo>
                    <a:pt x="379053" y="293401"/>
                    <a:pt x="396850" y="287887"/>
                    <a:pt x="415070" y="287901"/>
                  </a:cubicBezTo>
                  <a:close/>
                  <a:moveTo>
                    <a:pt x="20320" y="414934"/>
                  </a:moveTo>
                  <a:lnTo>
                    <a:pt x="220912" y="414934"/>
                  </a:lnTo>
                  <a:cubicBezTo>
                    <a:pt x="221193" y="421498"/>
                    <a:pt x="223567" y="427800"/>
                    <a:pt x="227686" y="432918"/>
                  </a:cubicBezTo>
                  <a:lnTo>
                    <a:pt x="20320" y="432918"/>
                  </a:lnTo>
                  <a:close/>
                  <a:moveTo>
                    <a:pt x="386419" y="434645"/>
                  </a:moveTo>
                  <a:lnTo>
                    <a:pt x="386419" y="438438"/>
                  </a:lnTo>
                  <a:cubicBezTo>
                    <a:pt x="386419" y="471424"/>
                    <a:pt x="359833" y="508271"/>
                    <a:pt x="324307" y="508271"/>
                  </a:cubicBezTo>
                  <a:cubicBezTo>
                    <a:pt x="288781" y="508271"/>
                    <a:pt x="262162" y="471424"/>
                    <a:pt x="262162" y="438438"/>
                  </a:cubicBezTo>
                  <a:lnTo>
                    <a:pt x="262162" y="434645"/>
                  </a:lnTo>
                  <a:cubicBezTo>
                    <a:pt x="262162" y="429033"/>
                    <a:pt x="257613" y="424485"/>
                    <a:pt x="252002" y="424485"/>
                  </a:cubicBezTo>
                  <a:cubicBezTo>
                    <a:pt x="246026" y="424820"/>
                    <a:pt x="240910" y="420245"/>
                    <a:pt x="240576" y="414271"/>
                  </a:cubicBezTo>
                  <a:cubicBezTo>
                    <a:pt x="240241" y="408293"/>
                    <a:pt x="244815" y="403179"/>
                    <a:pt x="250791" y="402844"/>
                  </a:cubicBezTo>
                  <a:cubicBezTo>
                    <a:pt x="251194" y="402820"/>
                    <a:pt x="251599" y="402820"/>
                    <a:pt x="252002" y="402844"/>
                  </a:cubicBezTo>
                  <a:lnTo>
                    <a:pt x="252002" y="399457"/>
                  </a:lnTo>
                  <a:lnTo>
                    <a:pt x="258504" y="399457"/>
                  </a:lnTo>
                  <a:lnTo>
                    <a:pt x="258504" y="373990"/>
                  </a:lnTo>
                  <a:cubicBezTo>
                    <a:pt x="258504" y="339649"/>
                    <a:pt x="286343" y="311810"/>
                    <a:pt x="320683" y="311810"/>
                  </a:cubicBezTo>
                  <a:cubicBezTo>
                    <a:pt x="355024" y="311810"/>
                    <a:pt x="382863" y="339649"/>
                    <a:pt x="382863" y="373990"/>
                  </a:cubicBezTo>
                  <a:lnTo>
                    <a:pt x="382863" y="399457"/>
                  </a:lnTo>
                  <a:lnTo>
                    <a:pt x="396409" y="399457"/>
                  </a:lnTo>
                  <a:lnTo>
                    <a:pt x="396409" y="402844"/>
                  </a:lnTo>
                  <a:cubicBezTo>
                    <a:pt x="402387" y="402509"/>
                    <a:pt x="407501" y="407084"/>
                    <a:pt x="407836" y="413058"/>
                  </a:cubicBezTo>
                  <a:cubicBezTo>
                    <a:pt x="408171" y="419036"/>
                    <a:pt x="403596" y="424150"/>
                    <a:pt x="397622" y="424485"/>
                  </a:cubicBezTo>
                  <a:cubicBezTo>
                    <a:pt x="397219" y="424509"/>
                    <a:pt x="396812" y="424509"/>
                    <a:pt x="396409" y="424485"/>
                  </a:cubicBezTo>
                  <a:cubicBezTo>
                    <a:pt x="390865" y="424576"/>
                    <a:pt x="386419" y="429097"/>
                    <a:pt x="386419" y="434645"/>
                  </a:cubicBezTo>
                  <a:close/>
                  <a:moveTo>
                    <a:pt x="765725" y="424485"/>
                  </a:moveTo>
                  <a:cubicBezTo>
                    <a:pt x="760114" y="424485"/>
                    <a:pt x="755565" y="429033"/>
                    <a:pt x="755565" y="434645"/>
                  </a:cubicBezTo>
                  <a:lnTo>
                    <a:pt x="755565" y="438438"/>
                  </a:lnTo>
                  <a:cubicBezTo>
                    <a:pt x="755565" y="471424"/>
                    <a:pt x="729014" y="508271"/>
                    <a:pt x="693454" y="508271"/>
                  </a:cubicBezTo>
                  <a:cubicBezTo>
                    <a:pt x="657894" y="508271"/>
                    <a:pt x="631342" y="471424"/>
                    <a:pt x="631342" y="438438"/>
                  </a:cubicBezTo>
                  <a:lnTo>
                    <a:pt x="631342" y="434645"/>
                  </a:lnTo>
                  <a:cubicBezTo>
                    <a:pt x="631342" y="429033"/>
                    <a:pt x="626794" y="424485"/>
                    <a:pt x="621182" y="424485"/>
                  </a:cubicBezTo>
                  <a:cubicBezTo>
                    <a:pt x="615205" y="424820"/>
                    <a:pt x="610091" y="420245"/>
                    <a:pt x="609756" y="414271"/>
                  </a:cubicBezTo>
                  <a:cubicBezTo>
                    <a:pt x="609421" y="408293"/>
                    <a:pt x="613996" y="403179"/>
                    <a:pt x="619970" y="402844"/>
                  </a:cubicBezTo>
                  <a:cubicBezTo>
                    <a:pt x="620373" y="402820"/>
                    <a:pt x="620779" y="402820"/>
                    <a:pt x="621182" y="402844"/>
                  </a:cubicBezTo>
                  <a:lnTo>
                    <a:pt x="621182" y="399457"/>
                  </a:lnTo>
                  <a:lnTo>
                    <a:pt x="627651" y="399457"/>
                  </a:lnTo>
                  <a:lnTo>
                    <a:pt x="627651" y="373990"/>
                  </a:lnTo>
                  <a:cubicBezTo>
                    <a:pt x="627651" y="339649"/>
                    <a:pt x="655489" y="311810"/>
                    <a:pt x="689830" y="311810"/>
                  </a:cubicBezTo>
                  <a:cubicBezTo>
                    <a:pt x="724171" y="311810"/>
                    <a:pt x="752009" y="339649"/>
                    <a:pt x="752009" y="373990"/>
                  </a:cubicBezTo>
                  <a:lnTo>
                    <a:pt x="752009" y="399457"/>
                  </a:lnTo>
                  <a:lnTo>
                    <a:pt x="765725" y="399457"/>
                  </a:lnTo>
                  <a:lnTo>
                    <a:pt x="765725" y="402844"/>
                  </a:lnTo>
                  <a:cubicBezTo>
                    <a:pt x="771703" y="402509"/>
                    <a:pt x="776817" y="407084"/>
                    <a:pt x="777152" y="413058"/>
                  </a:cubicBezTo>
                  <a:cubicBezTo>
                    <a:pt x="777487" y="419036"/>
                    <a:pt x="772912" y="424150"/>
                    <a:pt x="766938" y="424485"/>
                  </a:cubicBezTo>
                  <a:cubicBezTo>
                    <a:pt x="766535" y="424509"/>
                    <a:pt x="766128" y="424509"/>
                    <a:pt x="765725" y="424485"/>
                  </a:cubicBezTo>
                  <a:close/>
                </a:path>
              </a:pathLst>
            </a:custGeom>
            <a:solidFill>
              <a:schemeClr val="bg1"/>
            </a:solidFill>
            <a:ln w="3365" cap="flat">
              <a:noFill/>
              <a:prstDash val="solid"/>
              <a:miter/>
            </a:ln>
          </p:spPr>
          <p:txBody>
            <a:bodyPr rtlCol="0" anchor="ctr"/>
            <a:lstStyle/>
            <a:p>
              <a:endParaRPr lang="en-US"/>
            </a:p>
          </p:txBody>
        </p:sp>
      </p:grpSp>
      <p:grpSp>
        <p:nvGrpSpPr>
          <p:cNvPr id="9" name="ee4p_icon_group">
            <a:extLst>
              <a:ext uri="{FF2B5EF4-FFF2-40B4-BE49-F238E27FC236}">
                <a16:creationId xmlns:a16="http://schemas.microsoft.com/office/drawing/2014/main" id="{8E1EC364-E940-EE3B-C0E4-E0565646A0E0}"/>
              </a:ext>
            </a:extLst>
          </p:cNvPr>
          <p:cNvGrpSpPr/>
          <p:nvPr/>
        </p:nvGrpSpPr>
        <p:grpSpPr>
          <a:xfrm>
            <a:off x="1326787" y="4027639"/>
            <a:ext cx="741326" cy="673933"/>
            <a:chOff x="4032071" y="2888950"/>
            <a:chExt cx="1080000" cy="1080000"/>
          </a:xfrm>
        </p:grpSpPr>
        <p:sp>
          <p:nvSpPr>
            <p:cNvPr id="10" name="ee4p_icon_frame" hidden="1">
              <a:extLst>
                <a:ext uri="{FF2B5EF4-FFF2-40B4-BE49-F238E27FC236}">
                  <a16:creationId xmlns:a16="http://schemas.microsoft.com/office/drawing/2014/main" id="{BC80CD4B-26D6-47CE-BA46-BC184209512B}"/>
                </a:ext>
              </a:extLst>
            </p:cNvPr>
            <p:cNvSpPr/>
            <p:nvPr/>
          </p:nvSpPr>
          <p:spPr>
            <a:xfrm>
              <a:off x="4032071" y="2888950"/>
              <a:ext cx="1080000" cy="1080000"/>
            </a:xfrm>
            <a:prstGeom prst="rect">
              <a:avLst/>
            </a:prstGeom>
            <a:solidFill>
              <a:schemeClr val="bg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ee4p_icon">
              <a:extLst>
                <a:ext uri="{FF2B5EF4-FFF2-40B4-BE49-F238E27FC236}">
                  <a16:creationId xmlns:a16="http://schemas.microsoft.com/office/drawing/2014/main" id="{5058D95F-6263-6B96-2B9E-CC00C317DFAA}"/>
                </a:ext>
              </a:extLst>
            </p:cNvPr>
            <p:cNvSpPr>
              <a:spLocks noChangeAspect="1"/>
            </p:cNvSpPr>
            <p:nvPr/>
          </p:nvSpPr>
          <p:spPr>
            <a:xfrm>
              <a:off x="4064000" y="2949312"/>
              <a:ext cx="1016141" cy="959276"/>
            </a:xfrm>
            <a:custGeom>
              <a:avLst/>
              <a:gdLst>
                <a:gd name="connsiteX0" fmla="*/ 10160 w 1016141"/>
                <a:gd name="connsiteY0" fmla="*/ 885139 h 959276"/>
                <a:gd name="connsiteX1" fmla="*/ 272830 w 1016141"/>
                <a:gd name="connsiteY1" fmla="*/ 885139 h 959276"/>
                <a:gd name="connsiteX2" fmla="*/ 282990 w 1016141"/>
                <a:gd name="connsiteY2" fmla="*/ 874979 h 959276"/>
                <a:gd name="connsiteX3" fmla="*/ 282990 w 1016141"/>
                <a:gd name="connsiteY3" fmla="*/ 652407 h 959276"/>
                <a:gd name="connsiteX4" fmla="*/ 272830 w 1016141"/>
                <a:gd name="connsiteY4" fmla="*/ 642247 h 959276"/>
                <a:gd name="connsiteX5" fmla="*/ 116027 w 1016141"/>
                <a:gd name="connsiteY5" fmla="*/ 642247 h 959276"/>
                <a:gd name="connsiteX6" fmla="*/ 105867 w 1016141"/>
                <a:gd name="connsiteY6" fmla="*/ 652407 h 959276"/>
                <a:gd name="connsiteX7" fmla="*/ 105867 w 1016141"/>
                <a:gd name="connsiteY7" fmla="*/ 864684 h 959276"/>
                <a:gd name="connsiteX8" fmla="*/ 20320 w 1016141"/>
                <a:gd name="connsiteY8" fmla="*/ 864684 h 959276"/>
                <a:gd name="connsiteX9" fmla="*/ 20320 w 1016141"/>
                <a:gd name="connsiteY9" fmla="*/ 20320 h 959276"/>
                <a:gd name="connsiteX10" fmla="*/ 995680 w 1016141"/>
                <a:gd name="connsiteY10" fmla="*/ 20320 h 959276"/>
                <a:gd name="connsiteX11" fmla="*/ 995680 w 1016141"/>
                <a:gd name="connsiteY11" fmla="*/ 772770 h 959276"/>
                <a:gd name="connsiteX12" fmla="*/ 1016000 w 1016141"/>
                <a:gd name="connsiteY12" fmla="*/ 772770 h 959276"/>
                <a:gd name="connsiteX13" fmla="*/ 1016000 w 1016141"/>
                <a:gd name="connsiteY13" fmla="*/ 10160 h 959276"/>
                <a:gd name="connsiteX14" fmla="*/ 1005840 w 1016141"/>
                <a:gd name="connsiteY14" fmla="*/ 0 h 959276"/>
                <a:gd name="connsiteX15" fmla="*/ 10160 w 1016141"/>
                <a:gd name="connsiteY15" fmla="*/ 0 h 959276"/>
                <a:gd name="connsiteX16" fmla="*/ 0 w 1016141"/>
                <a:gd name="connsiteY16" fmla="*/ 10160 h 959276"/>
                <a:gd name="connsiteX17" fmla="*/ 0 w 1016141"/>
                <a:gd name="connsiteY17" fmla="*/ 874979 h 959276"/>
                <a:gd name="connsiteX18" fmla="*/ 10160 w 1016141"/>
                <a:gd name="connsiteY18" fmla="*/ 885139 h 959276"/>
                <a:gd name="connsiteX19" fmla="*/ 126187 w 1016141"/>
                <a:gd name="connsiteY19" fmla="*/ 662567 h 959276"/>
                <a:gd name="connsiteX20" fmla="*/ 262670 w 1016141"/>
                <a:gd name="connsiteY20" fmla="*/ 662567 h 959276"/>
                <a:gd name="connsiteX21" fmla="*/ 262670 w 1016141"/>
                <a:gd name="connsiteY21" fmla="*/ 864684 h 959276"/>
                <a:gd name="connsiteX22" fmla="*/ 126187 w 1016141"/>
                <a:gd name="connsiteY22" fmla="*/ 864684 h 959276"/>
                <a:gd name="connsiteX23" fmla="*/ 909964 w 1016141"/>
                <a:gd name="connsiteY23" fmla="*/ 789974 h 959276"/>
                <a:gd name="connsiteX24" fmla="*/ 909964 w 1016141"/>
                <a:gd name="connsiteY24" fmla="*/ 168317 h 959276"/>
                <a:gd name="connsiteX25" fmla="*/ 899804 w 1016141"/>
                <a:gd name="connsiteY25" fmla="*/ 158157 h 959276"/>
                <a:gd name="connsiteX26" fmla="*/ 742967 w 1016141"/>
                <a:gd name="connsiteY26" fmla="*/ 158157 h 959276"/>
                <a:gd name="connsiteX27" fmla="*/ 732807 w 1016141"/>
                <a:gd name="connsiteY27" fmla="*/ 168317 h 959276"/>
                <a:gd name="connsiteX28" fmla="*/ 732807 w 1016141"/>
                <a:gd name="connsiteY28" fmla="*/ 342968 h 959276"/>
                <a:gd name="connsiteX29" fmla="*/ 431180 w 1016141"/>
                <a:gd name="connsiteY29" fmla="*/ 461823 h 959276"/>
                <a:gd name="connsiteX30" fmla="*/ 417847 w 1016141"/>
                <a:gd name="connsiteY30" fmla="*/ 502547 h 959276"/>
                <a:gd name="connsiteX31" fmla="*/ 325120 w 1016141"/>
                <a:gd name="connsiteY31" fmla="*/ 502547 h 959276"/>
                <a:gd name="connsiteX32" fmla="*/ 314960 w 1016141"/>
                <a:gd name="connsiteY32" fmla="*/ 512707 h 959276"/>
                <a:gd name="connsiteX33" fmla="*/ 314960 w 1016141"/>
                <a:gd name="connsiteY33" fmla="*/ 875081 h 959276"/>
                <a:gd name="connsiteX34" fmla="*/ 325120 w 1016141"/>
                <a:gd name="connsiteY34" fmla="*/ 885241 h 959276"/>
                <a:gd name="connsiteX35" fmla="*/ 785368 w 1016141"/>
                <a:gd name="connsiteY35" fmla="*/ 885241 h 959276"/>
                <a:gd name="connsiteX36" fmla="*/ 785368 w 1016141"/>
                <a:gd name="connsiteY36" fmla="*/ 864921 h 959276"/>
                <a:gd name="connsiteX37" fmla="*/ 544170 w 1016141"/>
                <a:gd name="connsiteY37" fmla="*/ 864921 h 959276"/>
                <a:gd name="connsiteX38" fmla="*/ 544170 w 1016141"/>
                <a:gd name="connsiteY38" fmla="*/ 761390 h 959276"/>
                <a:gd name="connsiteX39" fmla="*/ 625450 w 1016141"/>
                <a:gd name="connsiteY39" fmla="*/ 782354 h 959276"/>
                <a:gd name="connsiteX40" fmla="*/ 641672 w 1016141"/>
                <a:gd name="connsiteY40" fmla="*/ 782930 h 959276"/>
                <a:gd name="connsiteX41" fmla="*/ 749368 w 1016141"/>
                <a:gd name="connsiteY41" fmla="*/ 755836 h 959276"/>
                <a:gd name="connsiteX42" fmla="*/ 938107 w 1016141"/>
                <a:gd name="connsiteY42" fmla="*/ 944643 h 959276"/>
                <a:gd name="connsiteX43" fmla="*/ 969637 w 1016141"/>
                <a:gd name="connsiteY43" fmla="*/ 959273 h 959276"/>
                <a:gd name="connsiteX44" fmla="*/ 972617 w 1016141"/>
                <a:gd name="connsiteY44" fmla="*/ 959273 h 959276"/>
                <a:gd name="connsiteX45" fmla="*/ 1001166 w 1016141"/>
                <a:gd name="connsiteY45" fmla="*/ 947725 h 959276"/>
                <a:gd name="connsiteX46" fmla="*/ 1004553 w 1016141"/>
                <a:gd name="connsiteY46" fmla="*/ 944338 h 959276"/>
                <a:gd name="connsiteX47" fmla="*/ 1016000 w 1016141"/>
                <a:gd name="connsiteY47" fmla="*/ 912808 h 959276"/>
                <a:gd name="connsiteX48" fmla="*/ 1001370 w 1016141"/>
                <a:gd name="connsiteY48" fmla="*/ 881278 h 959276"/>
                <a:gd name="connsiteX49" fmla="*/ 471661 w 1016141"/>
                <a:gd name="connsiteY49" fmla="*/ 864819 h 959276"/>
                <a:gd name="connsiteX50" fmla="*/ 335280 w 1016141"/>
                <a:gd name="connsiteY50" fmla="*/ 864819 h 959276"/>
                <a:gd name="connsiteX51" fmla="*/ 335280 w 1016141"/>
                <a:gd name="connsiteY51" fmla="*/ 522766 h 959276"/>
                <a:gd name="connsiteX52" fmla="*/ 414155 w 1016141"/>
                <a:gd name="connsiteY52" fmla="*/ 522766 h 959276"/>
                <a:gd name="connsiteX53" fmla="*/ 468342 w 1016141"/>
                <a:gd name="connsiteY53" fmla="*/ 703986 h 959276"/>
                <a:gd name="connsiteX54" fmla="*/ 471729 w 1016141"/>
                <a:gd name="connsiteY54" fmla="*/ 707746 h 959276"/>
                <a:gd name="connsiteX55" fmla="*/ 523850 w 1016141"/>
                <a:gd name="connsiteY55" fmla="*/ 864819 h 959276"/>
                <a:gd name="connsiteX56" fmla="*/ 491981 w 1016141"/>
                <a:gd name="connsiteY56" fmla="*/ 864819 h 959276"/>
                <a:gd name="connsiteX57" fmla="*/ 491981 w 1016141"/>
                <a:gd name="connsiteY57" fmla="*/ 727693 h 959276"/>
                <a:gd name="connsiteX58" fmla="*/ 523850 w 1016141"/>
                <a:gd name="connsiteY58" fmla="*/ 750587 h 959276"/>
                <a:gd name="connsiteX59" fmla="*/ 523850 w 1016141"/>
                <a:gd name="connsiteY59" fmla="*/ 726508 h 959276"/>
                <a:gd name="connsiteX60" fmla="*/ 491981 w 1016141"/>
                <a:gd name="connsiteY60" fmla="*/ 699821 h 959276"/>
                <a:gd name="connsiteX61" fmla="*/ 491981 w 1016141"/>
                <a:gd name="connsiteY61" fmla="*/ 697416 h 959276"/>
                <a:gd name="connsiteX62" fmla="*/ 489644 w 1016141"/>
                <a:gd name="connsiteY62" fmla="*/ 697416 h 959276"/>
                <a:gd name="connsiteX63" fmla="*/ 483548 w 1016141"/>
                <a:gd name="connsiteY63" fmla="*/ 690643 h 959276"/>
                <a:gd name="connsiteX64" fmla="*/ 503868 w 1016141"/>
                <a:gd name="connsiteY64" fmla="*/ 395529 h 959276"/>
                <a:gd name="connsiteX65" fmla="*/ 523714 w 1016141"/>
                <a:gd name="connsiteY65" fmla="*/ 380289 h 959276"/>
                <a:gd name="connsiteX66" fmla="*/ 626872 w 1016141"/>
                <a:gd name="connsiteY66" fmla="*/ 762102 h 959276"/>
                <a:gd name="connsiteX67" fmla="*/ 544170 w 1016141"/>
                <a:gd name="connsiteY67" fmla="*/ 738700 h 959276"/>
                <a:gd name="connsiteX68" fmla="*/ 544170 w 1016141"/>
                <a:gd name="connsiteY68" fmla="*/ 368165 h 959276"/>
                <a:gd name="connsiteX69" fmla="*/ 775208 w 1016141"/>
                <a:gd name="connsiteY69" fmla="*/ 392650 h 959276"/>
                <a:gd name="connsiteX70" fmla="*/ 775208 w 1016141"/>
                <a:gd name="connsiteY70" fmla="*/ 714079 h 959276"/>
                <a:gd name="connsiteX71" fmla="*/ 626872 w 1016141"/>
                <a:gd name="connsiteY71" fmla="*/ 762102 h 959276"/>
                <a:gd name="connsiteX72" fmla="*/ 990092 w 1016141"/>
                <a:gd name="connsiteY72" fmla="*/ 930114 h 959276"/>
                <a:gd name="connsiteX73" fmla="*/ 986705 w 1016141"/>
                <a:gd name="connsiteY73" fmla="*/ 933501 h 959276"/>
                <a:gd name="connsiteX74" fmla="*/ 952398 w 1016141"/>
                <a:gd name="connsiteY74" fmla="*/ 930351 h 959276"/>
                <a:gd name="connsiteX75" fmla="*/ 767419 w 1016141"/>
                <a:gd name="connsiteY75" fmla="*/ 745236 h 959276"/>
                <a:gd name="connsiteX76" fmla="*/ 792040 w 1016141"/>
                <a:gd name="connsiteY76" fmla="*/ 726542 h 959276"/>
                <a:gd name="connsiteX77" fmla="*/ 831088 w 1016141"/>
                <a:gd name="connsiteY77" fmla="*/ 682515 h 959276"/>
                <a:gd name="connsiteX78" fmla="*/ 770551 w 1016141"/>
                <a:gd name="connsiteY78" fmla="*/ 363579 h 959276"/>
                <a:gd name="connsiteX79" fmla="*/ 753195 w 1016141"/>
                <a:gd name="connsiteY79" fmla="*/ 352857 h 959276"/>
                <a:gd name="connsiteX80" fmla="*/ 753195 w 1016141"/>
                <a:gd name="connsiteY80" fmla="*/ 178477 h 959276"/>
                <a:gd name="connsiteX81" fmla="*/ 889711 w 1016141"/>
                <a:gd name="connsiteY81" fmla="*/ 178477 h 959276"/>
                <a:gd name="connsiteX82" fmla="*/ 889711 w 1016141"/>
                <a:gd name="connsiteY82" fmla="*/ 769789 h 959276"/>
                <a:gd name="connsiteX83" fmla="*/ 848326 w 1016141"/>
                <a:gd name="connsiteY83" fmla="*/ 728404 h 959276"/>
                <a:gd name="connsiteX84" fmla="*/ 833933 w 1016141"/>
                <a:gd name="connsiteY84" fmla="*/ 742764 h 959276"/>
                <a:gd name="connsiteX85" fmla="*/ 986976 w 1016141"/>
                <a:gd name="connsiteY85" fmla="*/ 895807 h 959276"/>
                <a:gd name="connsiteX86" fmla="*/ 995680 w 1016141"/>
                <a:gd name="connsiteY86" fmla="*/ 914298 h 959276"/>
                <a:gd name="connsiteX87" fmla="*/ 990092 w 1016141"/>
                <a:gd name="connsiteY87" fmla="*/ 930114 h 959276"/>
                <a:gd name="connsiteX88" fmla="*/ 795528 w 1016141"/>
                <a:gd name="connsiteY88" fmla="*/ 694707 h 959276"/>
                <a:gd name="connsiteX89" fmla="*/ 795528 w 1016141"/>
                <a:gd name="connsiteY89" fmla="*/ 412123 h 959276"/>
                <a:gd name="connsiteX90" fmla="*/ 799152 w 1016141"/>
                <a:gd name="connsiteY90" fmla="*/ 416086 h 959276"/>
                <a:gd name="connsiteX91" fmla="*/ 814290 w 1016141"/>
                <a:gd name="connsiteY91" fmla="*/ 671204 h 959276"/>
                <a:gd name="connsiteX92" fmla="*/ 795528 w 1016141"/>
                <a:gd name="connsiteY92" fmla="*/ 694707 h 959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1016141" h="959276">
                  <a:moveTo>
                    <a:pt x="10160" y="885139"/>
                  </a:moveTo>
                  <a:lnTo>
                    <a:pt x="272830" y="885139"/>
                  </a:lnTo>
                  <a:cubicBezTo>
                    <a:pt x="278441" y="885139"/>
                    <a:pt x="282990" y="880591"/>
                    <a:pt x="282990" y="874979"/>
                  </a:cubicBezTo>
                  <a:lnTo>
                    <a:pt x="282990" y="652407"/>
                  </a:lnTo>
                  <a:cubicBezTo>
                    <a:pt x="282990" y="646796"/>
                    <a:pt x="278441" y="642247"/>
                    <a:pt x="272830" y="642247"/>
                  </a:cubicBezTo>
                  <a:lnTo>
                    <a:pt x="116027" y="642247"/>
                  </a:lnTo>
                  <a:cubicBezTo>
                    <a:pt x="110416" y="642247"/>
                    <a:pt x="105867" y="646796"/>
                    <a:pt x="105867" y="652407"/>
                  </a:cubicBezTo>
                  <a:lnTo>
                    <a:pt x="105867" y="864684"/>
                  </a:lnTo>
                  <a:lnTo>
                    <a:pt x="20320" y="864684"/>
                  </a:lnTo>
                  <a:lnTo>
                    <a:pt x="20320" y="20320"/>
                  </a:lnTo>
                  <a:lnTo>
                    <a:pt x="995680" y="20320"/>
                  </a:lnTo>
                  <a:lnTo>
                    <a:pt x="995680" y="772770"/>
                  </a:lnTo>
                  <a:lnTo>
                    <a:pt x="1016000" y="772770"/>
                  </a:lnTo>
                  <a:lnTo>
                    <a:pt x="1016000" y="10160"/>
                  </a:lnTo>
                  <a:cubicBezTo>
                    <a:pt x="1016000" y="4549"/>
                    <a:pt x="1011452" y="0"/>
                    <a:pt x="1005840" y="0"/>
                  </a:cubicBezTo>
                  <a:lnTo>
                    <a:pt x="10160" y="0"/>
                  </a:lnTo>
                  <a:cubicBezTo>
                    <a:pt x="4549" y="0"/>
                    <a:pt x="0" y="4549"/>
                    <a:pt x="0" y="10160"/>
                  </a:cubicBezTo>
                  <a:lnTo>
                    <a:pt x="0" y="874979"/>
                  </a:lnTo>
                  <a:cubicBezTo>
                    <a:pt x="0" y="880591"/>
                    <a:pt x="4549" y="885139"/>
                    <a:pt x="10160" y="885139"/>
                  </a:cubicBezTo>
                  <a:close/>
                  <a:moveTo>
                    <a:pt x="126187" y="662567"/>
                  </a:moveTo>
                  <a:lnTo>
                    <a:pt x="262670" y="662567"/>
                  </a:lnTo>
                  <a:lnTo>
                    <a:pt x="262670" y="864684"/>
                  </a:lnTo>
                  <a:lnTo>
                    <a:pt x="126187" y="864684"/>
                  </a:lnTo>
                  <a:close/>
                  <a:moveTo>
                    <a:pt x="909964" y="789974"/>
                  </a:moveTo>
                  <a:lnTo>
                    <a:pt x="909964" y="168317"/>
                  </a:lnTo>
                  <a:cubicBezTo>
                    <a:pt x="909964" y="162706"/>
                    <a:pt x="905415" y="158157"/>
                    <a:pt x="899804" y="158157"/>
                  </a:cubicBezTo>
                  <a:lnTo>
                    <a:pt x="742967" y="158157"/>
                  </a:lnTo>
                  <a:cubicBezTo>
                    <a:pt x="737355" y="158157"/>
                    <a:pt x="732807" y="162706"/>
                    <a:pt x="732807" y="168317"/>
                  </a:cubicBezTo>
                  <a:lnTo>
                    <a:pt x="732807" y="342968"/>
                  </a:lnTo>
                  <a:cubicBezTo>
                    <a:pt x="616695" y="292497"/>
                    <a:pt x="481652" y="345711"/>
                    <a:pt x="431180" y="461823"/>
                  </a:cubicBezTo>
                  <a:cubicBezTo>
                    <a:pt x="425474" y="474953"/>
                    <a:pt x="421010" y="488588"/>
                    <a:pt x="417847" y="502547"/>
                  </a:cubicBezTo>
                  <a:lnTo>
                    <a:pt x="325120" y="502547"/>
                  </a:lnTo>
                  <a:cubicBezTo>
                    <a:pt x="319509" y="502547"/>
                    <a:pt x="314960" y="507096"/>
                    <a:pt x="314960" y="512707"/>
                  </a:cubicBezTo>
                  <a:lnTo>
                    <a:pt x="314960" y="875081"/>
                  </a:lnTo>
                  <a:cubicBezTo>
                    <a:pt x="314960" y="880693"/>
                    <a:pt x="319509" y="885241"/>
                    <a:pt x="325120" y="885241"/>
                  </a:cubicBezTo>
                  <a:lnTo>
                    <a:pt x="785368" y="885241"/>
                  </a:lnTo>
                  <a:lnTo>
                    <a:pt x="785368" y="864921"/>
                  </a:lnTo>
                  <a:lnTo>
                    <a:pt x="544170" y="864921"/>
                  </a:lnTo>
                  <a:lnTo>
                    <a:pt x="544170" y="761390"/>
                  </a:lnTo>
                  <a:cubicBezTo>
                    <a:pt x="569739" y="773332"/>
                    <a:pt x="597296" y="780440"/>
                    <a:pt x="625450" y="782354"/>
                  </a:cubicBezTo>
                  <a:cubicBezTo>
                    <a:pt x="630868" y="782726"/>
                    <a:pt x="636287" y="782930"/>
                    <a:pt x="641672" y="782930"/>
                  </a:cubicBezTo>
                  <a:cubicBezTo>
                    <a:pt x="679257" y="782943"/>
                    <a:pt x="716263" y="773637"/>
                    <a:pt x="749368" y="755836"/>
                  </a:cubicBezTo>
                  <a:lnTo>
                    <a:pt x="938107" y="944643"/>
                  </a:lnTo>
                  <a:cubicBezTo>
                    <a:pt x="946499" y="953174"/>
                    <a:pt x="957702" y="958372"/>
                    <a:pt x="969637" y="959273"/>
                  </a:cubicBezTo>
                  <a:lnTo>
                    <a:pt x="972617" y="959273"/>
                  </a:lnTo>
                  <a:cubicBezTo>
                    <a:pt x="983298" y="959409"/>
                    <a:pt x="993584" y="955247"/>
                    <a:pt x="1001166" y="947725"/>
                  </a:cubicBezTo>
                  <a:lnTo>
                    <a:pt x="1004553" y="944338"/>
                  </a:lnTo>
                  <a:cubicBezTo>
                    <a:pt x="1012800" y="936010"/>
                    <a:pt x="1016986" y="924489"/>
                    <a:pt x="1016000" y="912808"/>
                  </a:cubicBezTo>
                  <a:cubicBezTo>
                    <a:pt x="1015119" y="900870"/>
                    <a:pt x="1009921" y="889660"/>
                    <a:pt x="1001370" y="881278"/>
                  </a:cubicBezTo>
                  <a:close/>
                  <a:moveTo>
                    <a:pt x="471661" y="864819"/>
                  </a:moveTo>
                  <a:lnTo>
                    <a:pt x="335280" y="864819"/>
                  </a:lnTo>
                  <a:lnTo>
                    <a:pt x="335280" y="522766"/>
                  </a:lnTo>
                  <a:lnTo>
                    <a:pt x="414155" y="522766"/>
                  </a:lnTo>
                  <a:cubicBezTo>
                    <a:pt x="405262" y="588159"/>
                    <a:pt x="425013" y="654209"/>
                    <a:pt x="468342" y="703986"/>
                  </a:cubicBezTo>
                  <a:cubicBezTo>
                    <a:pt x="469460" y="705273"/>
                    <a:pt x="470611" y="706493"/>
                    <a:pt x="471729" y="707746"/>
                  </a:cubicBezTo>
                  <a:close/>
                  <a:moveTo>
                    <a:pt x="523850" y="864819"/>
                  </a:moveTo>
                  <a:lnTo>
                    <a:pt x="491981" y="864819"/>
                  </a:lnTo>
                  <a:lnTo>
                    <a:pt x="491981" y="727693"/>
                  </a:lnTo>
                  <a:cubicBezTo>
                    <a:pt x="501918" y="736234"/>
                    <a:pt x="512582" y="743895"/>
                    <a:pt x="523850" y="750587"/>
                  </a:cubicBezTo>
                  <a:close/>
                  <a:moveTo>
                    <a:pt x="523850" y="726508"/>
                  </a:moveTo>
                  <a:cubicBezTo>
                    <a:pt x="512359" y="718701"/>
                    <a:pt x="501684" y="709761"/>
                    <a:pt x="491981" y="699821"/>
                  </a:cubicBezTo>
                  <a:lnTo>
                    <a:pt x="491981" y="697416"/>
                  </a:lnTo>
                  <a:lnTo>
                    <a:pt x="489644" y="697416"/>
                  </a:lnTo>
                  <a:cubicBezTo>
                    <a:pt x="487578" y="695215"/>
                    <a:pt x="485546" y="693014"/>
                    <a:pt x="483548" y="690643"/>
                  </a:cubicBezTo>
                  <a:cubicBezTo>
                    <a:pt x="407795" y="603494"/>
                    <a:pt x="416885" y="471471"/>
                    <a:pt x="503868" y="395529"/>
                  </a:cubicBezTo>
                  <a:cubicBezTo>
                    <a:pt x="510167" y="390053"/>
                    <a:pt x="516795" y="384962"/>
                    <a:pt x="523714" y="380289"/>
                  </a:cubicBezTo>
                  <a:close/>
                  <a:moveTo>
                    <a:pt x="626872" y="762102"/>
                  </a:moveTo>
                  <a:cubicBezTo>
                    <a:pt x="597977" y="760141"/>
                    <a:pt x="569810" y="752169"/>
                    <a:pt x="544170" y="738700"/>
                  </a:cubicBezTo>
                  <a:lnTo>
                    <a:pt x="544170" y="368165"/>
                  </a:lnTo>
                  <a:cubicBezTo>
                    <a:pt x="619079" y="329021"/>
                    <a:pt x="710167" y="338673"/>
                    <a:pt x="775208" y="392650"/>
                  </a:cubicBezTo>
                  <a:lnTo>
                    <a:pt x="775208" y="714079"/>
                  </a:lnTo>
                  <a:cubicBezTo>
                    <a:pt x="733870" y="748734"/>
                    <a:pt x="680676" y="765956"/>
                    <a:pt x="626872" y="762102"/>
                  </a:cubicBezTo>
                  <a:close/>
                  <a:moveTo>
                    <a:pt x="990092" y="930114"/>
                  </a:moveTo>
                  <a:lnTo>
                    <a:pt x="986705" y="933501"/>
                  </a:lnTo>
                  <a:cubicBezTo>
                    <a:pt x="978103" y="942103"/>
                    <a:pt x="962728" y="940681"/>
                    <a:pt x="952398" y="930351"/>
                  </a:cubicBezTo>
                  <a:lnTo>
                    <a:pt x="767419" y="745236"/>
                  </a:lnTo>
                  <a:cubicBezTo>
                    <a:pt x="776017" y="739540"/>
                    <a:pt x="784244" y="733295"/>
                    <a:pt x="792040" y="726542"/>
                  </a:cubicBezTo>
                  <a:cubicBezTo>
                    <a:pt x="806870" y="713581"/>
                    <a:pt x="819993" y="698788"/>
                    <a:pt x="831088" y="682515"/>
                  </a:cubicBezTo>
                  <a:cubicBezTo>
                    <a:pt x="902442" y="577728"/>
                    <a:pt x="875342" y="434933"/>
                    <a:pt x="770551" y="363579"/>
                  </a:cubicBezTo>
                  <a:cubicBezTo>
                    <a:pt x="764926" y="359749"/>
                    <a:pt x="759135" y="356172"/>
                    <a:pt x="753195" y="352857"/>
                  </a:cubicBezTo>
                  <a:lnTo>
                    <a:pt x="753195" y="178477"/>
                  </a:lnTo>
                  <a:lnTo>
                    <a:pt x="889711" y="178477"/>
                  </a:lnTo>
                  <a:lnTo>
                    <a:pt x="889711" y="769789"/>
                  </a:lnTo>
                  <a:lnTo>
                    <a:pt x="848326" y="728404"/>
                  </a:lnTo>
                  <a:lnTo>
                    <a:pt x="833933" y="742764"/>
                  </a:lnTo>
                  <a:lnTo>
                    <a:pt x="986976" y="895807"/>
                  </a:lnTo>
                  <a:cubicBezTo>
                    <a:pt x="992022" y="900711"/>
                    <a:pt x="995118" y="907285"/>
                    <a:pt x="995680" y="914298"/>
                  </a:cubicBezTo>
                  <a:cubicBezTo>
                    <a:pt x="996215" y="920134"/>
                    <a:pt x="994173" y="925911"/>
                    <a:pt x="990092" y="930114"/>
                  </a:cubicBezTo>
                  <a:close/>
                  <a:moveTo>
                    <a:pt x="795528" y="694707"/>
                  </a:moveTo>
                  <a:lnTo>
                    <a:pt x="795528" y="412123"/>
                  </a:lnTo>
                  <a:cubicBezTo>
                    <a:pt x="796713" y="413444"/>
                    <a:pt x="797966" y="414731"/>
                    <a:pt x="799152" y="416086"/>
                  </a:cubicBezTo>
                  <a:cubicBezTo>
                    <a:pt x="861582" y="487805"/>
                    <a:pt x="867799" y="592602"/>
                    <a:pt x="814290" y="671204"/>
                  </a:cubicBezTo>
                  <a:cubicBezTo>
                    <a:pt x="808601" y="679474"/>
                    <a:pt x="802332" y="687327"/>
                    <a:pt x="795528" y="694707"/>
                  </a:cubicBezTo>
                  <a:close/>
                </a:path>
              </a:pathLst>
            </a:custGeom>
            <a:solidFill>
              <a:schemeClr val="bg1"/>
            </a:solidFill>
            <a:ln w="3365" cap="flat">
              <a:noFill/>
              <a:prstDash val="solid"/>
              <a:miter/>
            </a:ln>
          </p:spPr>
          <p:txBody>
            <a:bodyPr rtlCol="0" anchor="ctr"/>
            <a:lstStyle/>
            <a:p>
              <a:endParaRPr lang="en-US"/>
            </a:p>
          </p:txBody>
        </p:sp>
      </p:grpSp>
      <p:grpSp>
        <p:nvGrpSpPr>
          <p:cNvPr id="24" name="ee4p_icon_group">
            <a:extLst>
              <a:ext uri="{FF2B5EF4-FFF2-40B4-BE49-F238E27FC236}">
                <a16:creationId xmlns:a16="http://schemas.microsoft.com/office/drawing/2014/main" id="{3B99CA1A-6963-C815-6443-90987CC4461A}"/>
              </a:ext>
            </a:extLst>
          </p:cNvPr>
          <p:cNvGrpSpPr/>
          <p:nvPr/>
        </p:nvGrpSpPr>
        <p:grpSpPr>
          <a:xfrm>
            <a:off x="1289721" y="5403107"/>
            <a:ext cx="815459" cy="815459"/>
            <a:chOff x="4032009" y="2889127"/>
            <a:chExt cx="1080000" cy="1080000"/>
          </a:xfrm>
        </p:grpSpPr>
        <p:sp>
          <p:nvSpPr>
            <p:cNvPr id="28" name="ee4p_icon_frame" hidden="1">
              <a:extLst>
                <a:ext uri="{FF2B5EF4-FFF2-40B4-BE49-F238E27FC236}">
                  <a16:creationId xmlns:a16="http://schemas.microsoft.com/office/drawing/2014/main" id="{B1D676CC-52CD-0E77-CCF5-69B53EF6E0D1}"/>
                </a:ext>
              </a:extLst>
            </p:cNvPr>
            <p:cNvSpPr/>
            <p:nvPr/>
          </p:nvSpPr>
          <p:spPr>
            <a:xfrm>
              <a:off x="4032009" y="2889127"/>
              <a:ext cx="1080000" cy="1080000"/>
            </a:xfrm>
            <a:prstGeom prst="rect">
              <a:avLst/>
            </a:prstGeom>
            <a:solidFill>
              <a:schemeClr val="bg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ee4p_icon">
              <a:extLst>
                <a:ext uri="{FF2B5EF4-FFF2-40B4-BE49-F238E27FC236}">
                  <a16:creationId xmlns:a16="http://schemas.microsoft.com/office/drawing/2014/main" id="{E2E1DC1B-D6DF-A3A4-4E06-5CE08E879447}"/>
                </a:ext>
              </a:extLst>
            </p:cNvPr>
            <p:cNvSpPr>
              <a:spLocks noChangeAspect="1"/>
            </p:cNvSpPr>
            <p:nvPr/>
          </p:nvSpPr>
          <p:spPr>
            <a:xfrm>
              <a:off x="4064304" y="3192441"/>
              <a:ext cx="1015411" cy="473372"/>
            </a:xfrm>
            <a:custGeom>
              <a:avLst/>
              <a:gdLst>
                <a:gd name="connsiteX0" fmla="*/ 434983 w 1015411"/>
                <a:gd name="connsiteY0" fmla="*/ 407721 h 473372"/>
                <a:gd name="connsiteX1" fmla="*/ 455473 w 1015411"/>
                <a:gd name="connsiteY1" fmla="*/ 387401 h 473372"/>
                <a:gd name="connsiteX2" fmla="*/ 434983 w 1015411"/>
                <a:gd name="connsiteY2" fmla="*/ 366911 h 473372"/>
                <a:gd name="connsiteX3" fmla="*/ 449343 w 1015411"/>
                <a:gd name="connsiteY3" fmla="*/ 352552 h 473372"/>
                <a:gd name="connsiteX4" fmla="*/ 469663 w 1015411"/>
                <a:gd name="connsiteY4" fmla="*/ 373041 h 473372"/>
                <a:gd name="connsiteX5" fmla="*/ 490152 w 1015411"/>
                <a:gd name="connsiteY5" fmla="*/ 352552 h 473372"/>
                <a:gd name="connsiteX6" fmla="*/ 504512 w 1015411"/>
                <a:gd name="connsiteY6" fmla="*/ 366911 h 473372"/>
                <a:gd name="connsiteX7" fmla="*/ 484022 w 1015411"/>
                <a:gd name="connsiteY7" fmla="*/ 387401 h 473372"/>
                <a:gd name="connsiteX8" fmla="*/ 504512 w 1015411"/>
                <a:gd name="connsiteY8" fmla="*/ 407721 h 473372"/>
                <a:gd name="connsiteX9" fmla="*/ 490152 w 1015411"/>
                <a:gd name="connsiteY9" fmla="*/ 422080 h 473372"/>
                <a:gd name="connsiteX10" fmla="*/ 469663 w 1015411"/>
                <a:gd name="connsiteY10" fmla="*/ 401591 h 473372"/>
                <a:gd name="connsiteX11" fmla="*/ 449343 w 1015411"/>
                <a:gd name="connsiteY11" fmla="*/ 422080 h 473372"/>
                <a:gd name="connsiteX12" fmla="*/ 777613 w 1015411"/>
                <a:gd name="connsiteY12" fmla="*/ 421572 h 473372"/>
                <a:gd name="connsiteX13" fmla="*/ 785300 w 1015411"/>
                <a:gd name="connsiteY13" fmla="*/ 418186 h 473372"/>
                <a:gd name="connsiteX14" fmla="*/ 827024 w 1015411"/>
                <a:gd name="connsiteY14" fmla="*/ 369824 h 473372"/>
                <a:gd name="connsiteX15" fmla="*/ 811615 w 1015411"/>
                <a:gd name="connsiteY15" fmla="*/ 356548 h 473372"/>
                <a:gd name="connsiteX16" fmla="*/ 776529 w 1015411"/>
                <a:gd name="connsiteY16" fmla="*/ 397188 h 473372"/>
                <a:gd name="connsiteX17" fmla="*/ 755870 w 1015411"/>
                <a:gd name="connsiteY17" fmla="*/ 379374 h 473372"/>
                <a:gd name="connsiteX18" fmla="*/ 742628 w 1015411"/>
                <a:gd name="connsiteY18" fmla="*/ 394784 h 473372"/>
                <a:gd name="connsiteX19" fmla="*/ 770975 w 1015411"/>
                <a:gd name="connsiteY19" fmla="*/ 419202 h 473372"/>
                <a:gd name="connsiteX20" fmla="*/ 777613 w 1015411"/>
                <a:gd name="connsiteY20" fmla="*/ 421572 h 473372"/>
                <a:gd name="connsiteX21" fmla="*/ 161442 w 1015411"/>
                <a:gd name="connsiteY21" fmla="*/ 397121 h 473372"/>
                <a:gd name="connsiteX22" fmla="*/ 140784 w 1015411"/>
                <a:gd name="connsiteY22" fmla="*/ 379307 h 473372"/>
                <a:gd name="connsiteX23" fmla="*/ 127542 w 1015411"/>
                <a:gd name="connsiteY23" fmla="*/ 394716 h 473372"/>
                <a:gd name="connsiteX24" fmla="*/ 155888 w 1015411"/>
                <a:gd name="connsiteY24" fmla="*/ 419134 h 473372"/>
                <a:gd name="connsiteX25" fmla="*/ 170214 w 1015411"/>
                <a:gd name="connsiteY25" fmla="*/ 418050 h 473372"/>
                <a:gd name="connsiteX26" fmla="*/ 211938 w 1015411"/>
                <a:gd name="connsiteY26" fmla="*/ 369689 h 473372"/>
                <a:gd name="connsiteX27" fmla="*/ 196528 w 1015411"/>
                <a:gd name="connsiteY27" fmla="*/ 356413 h 473372"/>
                <a:gd name="connsiteX28" fmla="*/ 916940 w 1015411"/>
                <a:gd name="connsiteY28" fmla="*/ 355363 h 473372"/>
                <a:gd name="connsiteX29" fmla="*/ 994088 w 1015411"/>
                <a:gd name="connsiteY29" fmla="*/ 184844 h 473372"/>
                <a:gd name="connsiteX30" fmla="*/ 919582 w 1015411"/>
                <a:gd name="connsiteY30" fmla="*/ 20320 h 473372"/>
                <a:gd name="connsiteX31" fmla="*/ 636863 w 1015411"/>
                <a:gd name="connsiteY31" fmla="*/ 20320 h 473372"/>
                <a:gd name="connsiteX32" fmla="*/ 709439 w 1015411"/>
                <a:gd name="connsiteY32" fmla="*/ 180679 h 473372"/>
                <a:gd name="connsiteX33" fmla="*/ 709439 w 1015411"/>
                <a:gd name="connsiteY33" fmla="*/ 189044 h 473372"/>
                <a:gd name="connsiteX34" fmla="*/ 669544 w 1015411"/>
                <a:gd name="connsiteY34" fmla="*/ 277097 h 473372"/>
                <a:gd name="connsiteX35" fmla="*/ 651019 w 1015411"/>
                <a:gd name="connsiteY35" fmla="*/ 268732 h 473372"/>
                <a:gd name="connsiteX36" fmla="*/ 689017 w 1015411"/>
                <a:gd name="connsiteY36" fmla="*/ 184743 h 473372"/>
                <a:gd name="connsiteX37" fmla="*/ 614511 w 1015411"/>
                <a:gd name="connsiteY37" fmla="*/ 20218 h 473372"/>
                <a:gd name="connsiteX38" fmla="*/ 330268 w 1015411"/>
                <a:gd name="connsiteY38" fmla="*/ 20218 h 473372"/>
                <a:gd name="connsiteX39" fmla="*/ 402709 w 1015411"/>
                <a:gd name="connsiteY39" fmla="*/ 180679 h 473372"/>
                <a:gd name="connsiteX40" fmla="*/ 402709 w 1015411"/>
                <a:gd name="connsiteY40" fmla="*/ 189044 h 473372"/>
                <a:gd name="connsiteX41" fmla="*/ 330268 w 1015411"/>
                <a:gd name="connsiteY41" fmla="*/ 349402 h 473372"/>
                <a:gd name="connsiteX42" fmla="*/ 394106 w 1015411"/>
                <a:gd name="connsiteY42" fmla="*/ 349402 h 473372"/>
                <a:gd name="connsiteX43" fmla="*/ 508931 w 1015411"/>
                <a:gd name="connsiteY43" fmla="*/ 310100 h 473372"/>
                <a:gd name="connsiteX44" fmla="*/ 548234 w 1015411"/>
                <a:gd name="connsiteY44" fmla="*/ 349402 h 473372"/>
                <a:gd name="connsiteX45" fmla="*/ 703749 w 1015411"/>
                <a:gd name="connsiteY45" fmla="*/ 349402 h 473372"/>
                <a:gd name="connsiteX46" fmla="*/ 818669 w 1015411"/>
                <a:gd name="connsiteY46" fmla="*/ 310229 h 473372"/>
                <a:gd name="connsiteX47" fmla="*/ 857843 w 1015411"/>
                <a:gd name="connsiteY47" fmla="*/ 425149 h 473372"/>
                <a:gd name="connsiteX48" fmla="*/ 742923 w 1015411"/>
                <a:gd name="connsiteY48" fmla="*/ 464322 h 473372"/>
                <a:gd name="connsiteX49" fmla="*/ 694944 w 1015411"/>
                <a:gd name="connsiteY49" fmla="*/ 387231 h 473372"/>
                <a:gd name="connsiteX50" fmla="*/ 696739 w 1015411"/>
                <a:gd name="connsiteY50" fmla="*/ 369722 h 473372"/>
                <a:gd name="connsiteX51" fmla="*/ 555109 w 1015411"/>
                <a:gd name="connsiteY51" fmla="*/ 369722 h 473372"/>
                <a:gd name="connsiteX52" fmla="*/ 488747 w 1015411"/>
                <a:gd name="connsiteY52" fmla="*/ 471509 h 473372"/>
                <a:gd name="connsiteX53" fmla="*/ 386961 w 1015411"/>
                <a:gd name="connsiteY53" fmla="*/ 405150 h 473372"/>
                <a:gd name="connsiteX54" fmla="*/ 386961 w 1015411"/>
                <a:gd name="connsiteY54" fmla="*/ 369722 h 473372"/>
                <a:gd name="connsiteX55" fmla="*/ 249834 w 1015411"/>
                <a:gd name="connsiteY55" fmla="*/ 369722 h 473372"/>
                <a:gd name="connsiteX56" fmla="*/ 251629 w 1015411"/>
                <a:gd name="connsiteY56" fmla="*/ 387231 h 473372"/>
                <a:gd name="connsiteX57" fmla="*/ 165743 w 1015411"/>
                <a:gd name="connsiteY57" fmla="*/ 473117 h 473372"/>
                <a:gd name="connsiteX58" fmla="*/ 79858 w 1015411"/>
                <a:gd name="connsiteY58" fmla="*/ 387231 h 473372"/>
                <a:gd name="connsiteX59" fmla="*/ 81653 w 1015411"/>
                <a:gd name="connsiteY59" fmla="*/ 369722 h 473372"/>
                <a:gd name="connsiteX60" fmla="*/ 10160 w 1015411"/>
                <a:gd name="connsiteY60" fmla="*/ 369722 h 473372"/>
                <a:gd name="connsiteX61" fmla="*/ 0 w 1015411"/>
                <a:gd name="connsiteY61" fmla="*/ 359562 h 473372"/>
                <a:gd name="connsiteX62" fmla="*/ 0 w 1015411"/>
                <a:gd name="connsiteY62" fmla="*/ 10160 h 473372"/>
                <a:gd name="connsiteX63" fmla="*/ 10160 w 1015411"/>
                <a:gd name="connsiteY63" fmla="*/ 0 h 473372"/>
                <a:gd name="connsiteX64" fmla="*/ 926186 w 1015411"/>
                <a:gd name="connsiteY64" fmla="*/ 0 h 473372"/>
                <a:gd name="connsiteX65" fmla="*/ 935431 w 1015411"/>
                <a:gd name="connsiteY65" fmla="*/ 5961 h 473372"/>
                <a:gd name="connsiteX66" fmla="*/ 1014510 w 1015411"/>
                <a:gd name="connsiteY66" fmla="*/ 180679 h 473372"/>
                <a:gd name="connsiteX67" fmla="*/ 1014510 w 1015411"/>
                <a:gd name="connsiteY67" fmla="*/ 189044 h 473372"/>
                <a:gd name="connsiteX68" fmla="*/ 935431 w 1015411"/>
                <a:gd name="connsiteY68" fmla="*/ 363762 h 473372"/>
                <a:gd name="connsiteX69" fmla="*/ 715264 w 1015411"/>
                <a:gd name="connsiteY69" fmla="*/ 387231 h 473372"/>
                <a:gd name="connsiteX70" fmla="*/ 780830 w 1015411"/>
                <a:gd name="connsiteY70" fmla="*/ 452797 h 473372"/>
                <a:gd name="connsiteX71" fmla="*/ 846396 w 1015411"/>
                <a:gd name="connsiteY71" fmla="*/ 387231 h 473372"/>
                <a:gd name="connsiteX72" fmla="*/ 780830 w 1015411"/>
                <a:gd name="connsiteY72" fmla="*/ 321666 h 473372"/>
                <a:gd name="connsiteX73" fmla="*/ 715264 w 1015411"/>
                <a:gd name="connsiteY73" fmla="*/ 387231 h 473372"/>
                <a:gd name="connsiteX74" fmla="*/ 405587 w 1015411"/>
                <a:gd name="connsiteY74" fmla="*/ 387231 h 473372"/>
                <a:gd name="connsiteX75" fmla="*/ 471153 w 1015411"/>
                <a:gd name="connsiteY75" fmla="*/ 452797 h 473372"/>
                <a:gd name="connsiteX76" fmla="*/ 536719 w 1015411"/>
                <a:gd name="connsiteY76" fmla="*/ 387231 h 473372"/>
                <a:gd name="connsiteX77" fmla="*/ 471153 w 1015411"/>
                <a:gd name="connsiteY77" fmla="*/ 321666 h 473372"/>
                <a:gd name="connsiteX78" fmla="*/ 405587 w 1015411"/>
                <a:gd name="connsiteY78" fmla="*/ 387231 h 473372"/>
                <a:gd name="connsiteX79" fmla="*/ 231309 w 1015411"/>
                <a:gd name="connsiteY79" fmla="*/ 387231 h 473372"/>
                <a:gd name="connsiteX80" fmla="*/ 165743 w 1015411"/>
                <a:gd name="connsiteY80" fmla="*/ 321666 h 473372"/>
                <a:gd name="connsiteX81" fmla="*/ 100178 w 1015411"/>
                <a:gd name="connsiteY81" fmla="*/ 387231 h 473372"/>
                <a:gd name="connsiteX82" fmla="*/ 165642 w 1015411"/>
                <a:gd name="connsiteY82" fmla="*/ 452797 h 473372"/>
                <a:gd name="connsiteX83" fmla="*/ 231309 w 1015411"/>
                <a:gd name="connsiteY83" fmla="*/ 387231 h 473372"/>
                <a:gd name="connsiteX84" fmla="*/ 307882 w 1015411"/>
                <a:gd name="connsiteY84" fmla="*/ 20320 h 473372"/>
                <a:gd name="connsiteX85" fmla="*/ 20320 w 1015411"/>
                <a:gd name="connsiteY85" fmla="*/ 20320 h 473372"/>
                <a:gd name="connsiteX86" fmla="*/ 20320 w 1015411"/>
                <a:gd name="connsiteY86" fmla="*/ 349402 h 473372"/>
                <a:gd name="connsiteX87" fmla="*/ 88663 w 1015411"/>
                <a:gd name="connsiteY87" fmla="*/ 349402 h 473372"/>
                <a:gd name="connsiteX88" fmla="*/ 203548 w 1015411"/>
                <a:gd name="connsiteY88" fmla="*/ 310127 h 473372"/>
                <a:gd name="connsiteX89" fmla="*/ 242824 w 1015411"/>
                <a:gd name="connsiteY89" fmla="*/ 349402 h 473372"/>
                <a:gd name="connsiteX90" fmla="*/ 307882 w 1015411"/>
                <a:gd name="connsiteY90" fmla="*/ 349402 h 473372"/>
                <a:gd name="connsiteX91" fmla="*/ 382389 w 1015411"/>
                <a:gd name="connsiteY91" fmla="*/ 184844 h 473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015411" h="473372">
                  <a:moveTo>
                    <a:pt x="434983" y="407721"/>
                  </a:moveTo>
                  <a:lnTo>
                    <a:pt x="455473" y="387401"/>
                  </a:lnTo>
                  <a:lnTo>
                    <a:pt x="434983" y="366911"/>
                  </a:lnTo>
                  <a:lnTo>
                    <a:pt x="449343" y="352552"/>
                  </a:lnTo>
                  <a:lnTo>
                    <a:pt x="469663" y="373041"/>
                  </a:lnTo>
                  <a:lnTo>
                    <a:pt x="490152" y="352552"/>
                  </a:lnTo>
                  <a:lnTo>
                    <a:pt x="504512" y="366911"/>
                  </a:lnTo>
                  <a:lnTo>
                    <a:pt x="484022" y="387401"/>
                  </a:lnTo>
                  <a:lnTo>
                    <a:pt x="504512" y="407721"/>
                  </a:lnTo>
                  <a:lnTo>
                    <a:pt x="490152" y="422080"/>
                  </a:lnTo>
                  <a:lnTo>
                    <a:pt x="469663" y="401591"/>
                  </a:lnTo>
                  <a:lnTo>
                    <a:pt x="449343" y="422080"/>
                  </a:lnTo>
                  <a:close/>
                  <a:moveTo>
                    <a:pt x="777613" y="421572"/>
                  </a:moveTo>
                  <a:cubicBezTo>
                    <a:pt x="780542" y="421606"/>
                    <a:pt x="783346" y="420370"/>
                    <a:pt x="785300" y="418186"/>
                  </a:cubicBezTo>
                  <a:lnTo>
                    <a:pt x="827024" y="369824"/>
                  </a:lnTo>
                  <a:lnTo>
                    <a:pt x="811615" y="356548"/>
                  </a:lnTo>
                  <a:lnTo>
                    <a:pt x="776529" y="397188"/>
                  </a:lnTo>
                  <a:lnTo>
                    <a:pt x="755870" y="379374"/>
                  </a:lnTo>
                  <a:lnTo>
                    <a:pt x="742628" y="394784"/>
                  </a:lnTo>
                  <a:lnTo>
                    <a:pt x="770975" y="419202"/>
                  </a:lnTo>
                  <a:cubicBezTo>
                    <a:pt x="772834" y="420759"/>
                    <a:pt x="775188" y="421599"/>
                    <a:pt x="777613" y="421572"/>
                  </a:cubicBezTo>
                  <a:close/>
                  <a:moveTo>
                    <a:pt x="161442" y="397121"/>
                  </a:moveTo>
                  <a:lnTo>
                    <a:pt x="140784" y="379307"/>
                  </a:lnTo>
                  <a:lnTo>
                    <a:pt x="127542" y="394716"/>
                  </a:lnTo>
                  <a:lnTo>
                    <a:pt x="155888" y="419134"/>
                  </a:lnTo>
                  <a:cubicBezTo>
                    <a:pt x="160144" y="422791"/>
                    <a:pt x="166557" y="422304"/>
                    <a:pt x="170214" y="418050"/>
                  </a:cubicBezTo>
                  <a:lnTo>
                    <a:pt x="211938" y="369689"/>
                  </a:lnTo>
                  <a:lnTo>
                    <a:pt x="196528" y="356413"/>
                  </a:lnTo>
                  <a:close/>
                  <a:moveTo>
                    <a:pt x="916940" y="355363"/>
                  </a:moveTo>
                  <a:lnTo>
                    <a:pt x="994088" y="184844"/>
                  </a:lnTo>
                  <a:lnTo>
                    <a:pt x="919582" y="20320"/>
                  </a:lnTo>
                  <a:lnTo>
                    <a:pt x="636863" y="20320"/>
                  </a:lnTo>
                  <a:lnTo>
                    <a:pt x="709439" y="180679"/>
                  </a:lnTo>
                  <a:cubicBezTo>
                    <a:pt x="710641" y="183337"/>
                    <a:pt x="710641" y="186385"/>
                    <a:pt x="709439" y="189044"/>
                  </a:cubicBezTo>
                  <a:lnTo>
                    <a:pt x="669544" y="277097"/>
                  </a:lnTo>
                  <a:lnTo>
                    <a:pt x="651019" y="268732"/>
                  </a:lnTo>
                  <a:lnTo>
                    <a:pt x="689017" y="184743"/>
                  </a:lnTo>
                  <a:lnTo>
                    <a:pt x="614511" y="20218"/>
                  </a:lnTo>
                  <a:lnTo>
                    <a:pt x="330268" y="20218"/>
                  </a:lnTo>
                  <a:lnTo>
                    <a:pt x="402709" y="180679"/>
                  </a:lnTo>
                  <a:cubicBezTo>
                    <a:pt x="403911" y="183337"/>
                    <a:pt x="403911" y="186385"/>
                    <a:pt x="402709" y="189044"/>
                  </a:cubicBezTo>
                  <a:lnTo>
                    <a:pt x="330268" y="349402"/>
                  </a:lnTo>
                  <a:lnTo>
                    <a:pt x="394106" y="349402"/>
                  </a:lnTo>
                  <a:cubicBezTo>
                    <a:pt x="414961" y="306842"/>
                    <a:pt x="466371" y="289245"/>
                    <a:pt x="508931" y="310100"/>
                  </a:cubicBezTo>
                  <a:cubicBezTo>
                    <a:pt x="526031" y="318479"/>
                    <a:pt x="539855" y="332303"/>
                    <a:pt x="548234" y="349402"/>
                  </a:cubicBezTo>
                  <a:lnTo>
                    <a:pt x="703749" y="349402"/>
                  </a:lnTo>
                  <a:cubicBezTo>
                    <a:pt x="724665" y="306852"/>
                    <a:pt x="776119" y="289313"/>
                    <a:pt x="818669" y="310229"/>
                  </a:cubicBezTo>
                  <a:cubicBezTo>
                    <a:pt x="861223" y="331145"/>
                    <a:pt x="878759" y="382598"/>
                    <a:pt x="857843" y="425149"/>
                  </a:cubicBezTo>
                  <a:cubicBezTo>
                    <a:pt x="836927" y="467702"/>
                    <a:pt x="785473" y="485238"/>
                    <a:pt x="742923" y="464322"/>
                  </a:cubicBezTo>
                  <a:cubicBezTo>
                    <a:pt x="713537" y="449878"/>
                    <a:pt x="694927" y="419974"/>
                    <a:pt x="694944" y="387231"/>
                  </a:cubicBezTo>
                  <a:cubicBezTo>
                    <a:pt x="694954" y="381349"/>
                    <a:pt x="695554" y="375483"/>
                    <a:pt x="696739" y="369722"/>
                  </a:cubicBezTo>
                  <a:lnTo>
                    <a:pt x="555109" y="369722"/>
                  </a:lnTo>
                  <a:cubicBezTo>
                    <a:pt x="564893" y="416154"/>
                    <a:pt x="535181" y="461728"/>
                    <a:pt x="488747" y="471509"/>
                  </a:cubicBezTo>
                  <a:cubicBezTo>
                    <a:pt x="442316" y="481293"/>
                    <a:pt x="396745" y="451582"/>
                    <a:pt x="386961" y="405150"/>
                  </a:cubicBezTo>
                  <a:cubicBezTo>
                    <a:pt x="384498" y="393470"/>
                    <a:pt x="384498" y="381403"/>
                    <a:pt x="386961" y="369722"/>
                  </a:cubicBezTo>
                  <a:lnTo>
                    <a:pt x="249834" y="369722"/>
                  </a:lnTo>
                  <a:cubicBezTo>
                    <a:pt x="251018" y="375483"/>
                    <a:pt x="251620" y="381349"/>
                    <a:pt x="251629" y="387231"/>
                  </a:cubicBezTo>
                  <a:cubicBezTo>
                    <a:pt x="251629" y="434665"/>
                    <a:pt x="213177" y="473117"/>
                    <a:pt x="165743" y="473117"/>
                  </a:cubicBezTo>
                  <a:cubicBezTo>
                    <a:pt x="118310" y="473117"/>
                    <a:pt x="79858" y="434665"/>
                    <a:pt x="79858" y="387231"/>
                  </a:cubicBezTo>
                  <a:cubicBezTo>
                    <a:pt x="79867" y="381349"/>
                    <a:pt x="80469" y="375483"/>
                    <a:pt x="81653" y="369722"/>
                  </a:cubicBezTo>
                  <a:lnTo>
                    <a:pt x="10160" y="369722"/>
                  </a:lnTo>
                  <a:cubicBezTo>
                    <a:pt x="4549" y="369722"/>
                    <a:pt x="0" y="365174"/>
                    <a:pt x="0" y="359562"/>
                  </a:cubicBezTo>
                  <a:lnTo>
                    <a:pt x="0" y="10160"/>
                  </a:lnTo>
                  <a:cubicBezTo>
                    <a:pt x="0" y="4549"/>
                    <a:pt x="4549" y="0"/>
                    <a:pt x="10160" y="0"/>
                  </a:cubicBezTo>
                  <a:lnTo>
                    <a:pt x="926186" y="0"/>
                  </a:lnTo>
                  <a:cubicBezTo>
                    <a:pt x="930168" y="2"/>
                    <a:pt x="933785" y="2333"/>
                    <a:pt x="935431" y="5961"/>
                  </a:cubicBezTo>
                  <a:lnTo>
                    <a:pt x="1014510" y="180679"/>
                  </a:lnTo>
                  <a:cubicBezTo>
                    <a:pt x="1015712" y="183337"/>
                    <a:pt x="1015712" y="186385"/>
                    <a:pt x="1014510" y="189044"/>
                  </a:cubicBezTo>
                  <a:lnTo>
                    <a:pt x="935431" y="363762"/>
                  </a:lnTo>
                  <a:close/>
                  <a:moveTo>
                    <a:pt x="715264" y="387231"/>
                  </a:moveTo>
                  <a:cubicBezTo>
                    <a:pt x="715264" y="423442"/>
                    <a:pt x="744620" y="452797"/>
                    <a:pt x="780830" y="452797"/>
                  </a:cubicBezTo>
                  <a:cubicBezTo>
                    <a:pt x="817040" y="452797"/>
                    <a:pt x="846396" y="423442"/>
                    <a:pt x="846396" y="387231"/>
                  </a:cubicBezTo>
                  <a:cubicBezTo>
                    <a:pt x="846396" y="351021"/>
                    <a:pt x="817040" y="321666"/>
                    <a:pt x="780830" y="321666"/>
                  </a:cubicBezTo>
                  <a:cubicBezTo>
                    <a:pt x="744633" y="321703"/>
                    <a:pt x="715301" y="351035"/>
                    <a:pt x="715264" y="387231"/>
                  </a:cubicBezTo>
                  <a:close/>
                  <a:moveTo>
                    <a:pt x="405587" y="387231"/>
                  </a:moveTo>
                  <a:cubicBezTo>
                    <a:pt x="405587" y="423442"/>
                    <a:pt x="434943" y="452797"/>
                    <a:pt x="471153" y="452797"/>
                  </a:cubicBezTo>
                  <a:cubicBezTo>
                    <a:pt x="507363" y="452797"/>
                    <a:pt x="536719" y="423442"/>
                    <a:pt x="536719" y="387231"/>
                  </a:cubicBezTo>
                  <a:cubicBezTo>
                    <a:pt x="536719" y="351021"/>
                    <a:pt x="507363" y="321666"/>
                    <a:pt x="471153" y="321666"/>
                  </a:cubicBezTo>
                  <a:cubicBezTo>
                    <a:pt x="434956" y="321703"/>
                    <a:pt x="405624" y="351035"/>
                    <a:pt x="405587" y="387231"/>
                  </a:cubicBezTo>
                  <a:close/>
                  <a:moveTo>
                    <a:pt x="231309" y="387231"/>
                  </a:moveTo>
                  <a:cubicBezTo>
                    <a:pt x="231309" y="351021"/>
                    <a:pt x="201954" y="321666"/>
                    <a:pt x="165743" y="321666"/>
                  </a:cubicBezTo>
                  <a:cubicBezTo>
                    <a:pt x="129532" y="321666"/>
                    <a:pt x="100178" y="351021"/>
                    <a:pt x="100178" y="387231"/>
                  </a:cubicBezTo>
                  <a:cubicBezTo>
                    <a:pt x="100178" y="423404"/>
                    <a:pt x="129471" y="452740"/>
                    <a:pt x="165642" y="452797"/>
                  </a:cubicBezTo>
                  <a:cubicBezTo>
                    <a:pt x="201877" y="452818"/>
                    <a:pt x="231272" y="423465"/>
                    <a:pt x="231309" y="387231"/>
                  </a:cubicBezTo>
                  <a:close/>
                  <a:moveTo>
                    <a:pt x="307882" y="20320"/>
                  </a:moveTo>
                  <a:lnTo>
                    <a:pt x="20320" y="20320"/>
                  </a:lnTo>
                  <a:lnTo>
                    <a:pt x="20320" y="349402"/>
                  </a:lnTo>
                  <a:lnTo>
                    <a:pt x="88663" y="349402"/>
                  </a:lnTo>
                  <a:cubicBezTo>
                    <a:pt x="109542" y="306832"/>
                    <a:pt x="160977" y="289248"/>
                    <a:pt x="203548" y="310127"/>
                  </a:cubicBezTo>
                  <a:cubicBezTo>
                    <a:pt x="220630" y="318506"/>
                    <a:pt x="234446" y="332320"/>
                    <a:pt x="242824" y="349402"/>
                  </a:cubicBezTo>
                  <a:lnTo>
                    <a:pt x="307882" y="349402"/>
                  </a:lnTo>
                  <a:lnTo>
                    <a:pt x="382389" y="184844"/>
                  </a:lnTo>
                  <a:close/>
                </a:path>
              </a:pathLst>
            </a:custGeom>
            <a:solidFill>
              <a:schemeClr val="bg1"/>
            </a:solidFill>
            <a:ln w="3365" cap="flat">
              <a:noFill/>
              <a:prstDash val="solid"/>
              <a:miter/>
            </a:ln>
          </p:spPr>
          <p:txBody>
            <a:bodyPr rtlCol="0" anchor="ctr"/>
            <a:lstStyle/>
            <a:p>
              <a:endParaRPr lang="en-US"/>
            </a:p>
          </p:txBody>
        </p:sp>
      </p:grpSp>
    </p:spTree>
    <p:extLst>
      <p:ext uri="{BB962C8B-B14F-4D97-AF65-F5344CB8AC3E}">
        <p14:creationId xmlns:p14="http://schemas.microsoft.com/office/powerpoint/2010/main" val="3414663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B2B402-B420-E27A-5384-FE50C25EDAB6}"/>
              </a:ext>
            </a:extLst>
          </p:cNvPr>
          <p:cNvGraphicFramePr>
            <a:graphicFrameLocks noChangeAspect="1"/>
          </p:cNvGraphicFramePr>
          <p:nvPr>
            <p:custDataLst>
              <p:tags r:id="rId1"/>
            </p:custDataLst>
            <p:extLst>
              <p:ext uri="{D42A27DB-BD31-4B8C-83A1-F6EECF244321}">
                <p14:modId xmlns:p14="http://schemas.microsoft.com/office/powerpoint/2010/main" val="8221238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90B2B402-B420-E27A-5384-FE50C25EDAB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6D6BC909-D7CD-3F7E-7259-EC7C16D2A18C}"/>
              </a:ext>
            </a:extLst>
          </p:cNvPr>
          <p:cNvSpPr>
            <a:spLocks noGrp="1"/>
          </p:cNvSpPr>
          <p:nvPr>
            <p:ph sz="quarter" idx="14"/>
          </p:nvPr>
        </p:nvSpPr>
        <p:spPr>
          <a:solidFill>
            <a:schemeClr val="accent2"/>
          </a:solidFill>
          <a:effectLst>
            <a:outerShdw blurRad="50800" dist="38100" dir="2700000" algn="tl" rotWithShape="0">
              <a:prstClr val="black">
                <a:alpha val="40000"/>
              </a:prstClr>
            </a:outerShdw>
          </a:effectLst>
        </p:spPr>
        <p:txBody>
          <a:bodyPr anchor="ctr"/>
          <a:lstStyle/>
          <a:p>
            <a:pPr algn="ctr"/>
            <a:r>
              <a:rPr lang="en-US" sz="3600" b="1">
                <a:solidFill>
                  <a:schemeClr val="bg1"/>
                </a:solidFill>
              </a:rPr>
              <a:t>Effective storytelling</a:t>
            </a:r>
          </a:p>
          <a:p>
            <a:pPr algn="ctr"/>
            <a:endParaRPr lang="en-US" sz="3200">
              <a:solidFill>
                <a:schemeClr val="bg1"/>
              </a:solidFill>
            </a:endParaRPr>
          </a:p>
          <a:p>
            <a:pPr marL="914400" indent="-571500">
              <a:buClr>
                <a:schemeClr val="bg1"/>
              </a:buClr>
              <a:buFont typeface="+mj-lt"/>
              <a:buAutoNum type="arabicParenR"/>
            </a:pPr>
            <a:r>
              <a:rPr lang="en-US" sz="2800">
                <a:solidFill>
                  <a:schemeClr val="bg1"/>
                </a:solidFill>
              </a:rPr>
              <a:t>Structuring a slide deck</a:t>
            </a:r>
          </a:p>
          <a:p>
            <a:pPr marL="914400" indent="-571500">
              <a:buClr>
                <a:schemeClr val="bg1"/>
              </a:buClr>
              <a:buFont typeface="+mj-lt"/>
              <a:buAutoNum type="arabicParenR"/>
            </a:pPr>
            <a:r>
              <a:rPr lang="en-US" sz="2800">
                <a:solidFill>
                  <a:schemeClr val="bg1"/>
                </a:solidFill>
              </a:rPr>
              <a:t>Creating the slide</a:t>
            </a:r>
          </a:p>
          <a:p>
            <a:pPr marL="914400" indent="-571500">
              <a:buClr>
                <a:schemeClr val="bg1"/>
              </a:buClr>
              <a:buFont typeface="+mj-lt"/>
              <a:buAutoNum type="arabicParenR"/>
            </a:pPr>
            <a:r>
              <a:rPr lang="en-US" sz="2800">
                <a:solidFill>
                  <a:schemeClr val="bg1"/>
                </a:solidFill>
              </a:rPr>
              <a:t>Design best practices</a:t>
            </a:r>
            <a:endParaRPr lang="en-US" sz="2400">
              <a:solidFill>
                <a:schemeClr val="bg1"/>
              </a:solidFill>
            </a:endParaRPr>
          </a:p>
        </p:txBody>
      </p:sp>
      <p:sp>
        <p:nvSpPr>
          <p:cNvPr id="4" name="Title 3">
            <a:extLst>
              <a:ext uri="{FF2B5EF4-FFF2-40B4-BE49-F238E27FC236}">
                <a16:creationId xmlns:a16="http://schemas.microsoft.com/office/drawing/2014/main" id="{E2CAB136-B391-F19E-11E9-1144527A3631}"/>
              </a:ext>
            </a:extLst>
          </p:cNvPr>
          <p:cNvSpPr>
            <a:spLocks noGrp="1"/>
          </p:cNvSpPr>
          <p:nvPr>
            <p:ph type="title"/>
          </p:nvPr>
        </p:nvSpPr>
        <p:spPr/>
        <p:txBody>
          <a:bodyPr vert="horz"/>
          <a:lstStyle/>
          <a:p>
            <a:r>
              <a:rPr lang="en-US"/>
              <a:t>Two parts to the presentation today</a:t>
            </a:r>
          </a:p>
        </p:txBody>
      </p:sp>
      <p:sp>
        <p:nvSpPr>
          <p:cNvPr id="5" name="Subtitle 4">
            <a:extLst>
              <a:ext uri="{FF2B5EF4-FFF2-40B4-BE49-F238E27FC236}">
                <a16:creationId xmlns:a16="http://schemas.microsoft.com/office/drawing/2014/main" id="{71C5910B-6D1C-8D9B-FD79-D82777C1A119}"/>
              </a:ext>
            </a:extLst>
          </p:cNvPr>
          <p:cNvSpPr>
            <a:spLocks noGrp="1"/>
          </p:cNvSpPr>
          <p:nvPr>
            <p:ph type="subTitle" idx="1"/>
          </p:nvPr>
        </p:nvSpPr>
        <p:spPr/>
        <p:txBody>
          <a:bodyPr/>
          <a:lstStyle/>
          <a:p>
            <a:endParaRPr lang="en-US"/>
          </a:p>
        </p:txBody>
      </p:sp>
      <p:sp>
        <p:nvSpPr>
          <p:cNvPr id="6" name="Footer Placeholder 5">
            <a:extLst>
              <a:ext uri="{FF2B5EF4-FFF2-40B4-BE49-F238E27FC236}">
                <a16:creationId xmlns:a16="http://schemas.microsoft.com/office/drawing/2014/main" id="{4810FEFD-341B-0D0B-0F1A-1F27F1F44FB9}"/>
              </a:ext>
            </a:extLst>
          </p:cNvPr>
          <p:cNvSpPr>
            <a:spLocks noGrp="1"/>
          </p:cNvSpPr>
          <p:nvPr>
            <p:ph type="ftr" sz="quarter" idx="3"/>
          </p:nvPr>
        </p:nvSpPr>
        <p:spPr/>
        <p:txBody>
          <a:bodyPr/>
          <a:lstStyle/>
          <a:p>
            <a:r>
              <a:rPr lang="en-CA"/>
              <a:t>2024</a:t>
            </a:r>
          </a:p>
        </p:txBody>
      </p:sp>
      <p:sp>
        <p:nvSpPr>
          <p:cNvPr id="10" name="Content Placeholder 2">
            <a:extLst>
              <a:ext uri="{FF2B5EF4-FFF2-40B4-BE49-F238E27FC236}">
                <a16:creationId xmlns:a16="http://schemas.microsoft.com/office/drawing/2014/main" id="{229F3142-CAE7-1B51-CBD8-A5D63C910D96}"/>
              </a:ext>
            </a:extLst>
          </p:cNvPr>
          <p:cNvSpPr txBox="1">
            <a:spLocks/>
          </p:cNvSpPr>
          <p:nvPr/>
        </p:nvSpPr>
        <p:spPr bwMode="gray">
          <a:xfrm>
            <a:off x="7042497" y="2109724"/>
            <a:ext cx="6071618" cy="4449408"/>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314020" indent="0" algn="l" defTabSz="1225551" rtl="0" eaLnBrk="1" fontAlgn="base" hangingPunct="1">
              <a:spcBef>
                <a:spcPts val="412"/>
              </a:spcBef>
              <a:spcAft>
                <a:spcPct val="0"/>
              </a:spcAft>
              <a:buClr>
                <a:schemeClr val="accent3"/>
              </a:buClr>
              <a:buSzPct val="70000"/>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3679"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2059" indent="0" algn="l" defTabSz="1225551" rtl="0" eaLnBrk="1" fontAlgn="base" hangingPunct="1">
              <a:spcBef>
                <a:spcPts val="412"/>
              </a:spcBef>
              <a:spcAft>
                <a:spcPct val="0"/>
              </a:spcAft>
              <a:buClr>
                <a:schemeClr val="accent3"/>
              </a:buClr>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60442"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3600" b="1" kern="0"/>
              <a:t>Tips and tricks</a:t>
            </a:r>
          </a:p>
          <a:p>
            <a:pPr algn="ctr"/>
            <a:endParaRPr lang="en-US" sz="3200" kern="0"/>
          </a:p>
          <a:p>
            <a:pPr marL="914400" indent="-571500">
              <a:buClr>
                <a:schemeClr val="accent2"/>
              </a:buClr>
              <a:buFont typeface="+mj-lt"/>
              <a:buAutoNum type="arabicParenR"/>
            </a:pPr>
            <a:r>
              <a:rPr lang="en-US" sz="2800" kern="0"/>
              <a:t>Tools and shortcuts</a:t>
            </a:r>
          </a:p>
          <a:p>
            <a:pPr marL="914400" indent="-571500">
              <a:buClr>
                <a:schemeClr val="accent2"/>
              </a:buClr>
              <a:buFont typeface="+mj-lt"/>
              <a:buAutoNum type="arabicParenR"/>
            </a:pPr>
            <a:r>
              <a:rPr lang="en-US" sz="2800" kern="0"/>
              <a:t>Macros (Efficient Elements)</a:t>
            </a:r>
          </a:p>
          <a:p>
            <a:pPr marL="914400" indent="-571500">
              <a:buClr>
                <a:schemeClr val="accent2"/>
              </a:buClr>
              <a:buFont typeface="+mj-lt"/>
              <a:buAutoNum type="arabicParenR"/>
            </a:pPr>
            <a:r>
              <a:rPr lang="en-US" sz="2800" kern="0"/>
              <a:t>Charting (</a:t>
            </a:r>
            <a:r>
              <a:rPr lang="en-US" sz="2800" kern="0" err="1"/>
              <a:t>ThinkCell</a:t>
            </a:r>
            <a:r>
              <a:rPr lang="en-US" sz="2800" kern="0"/>
              <a:t>)</a:t>
            </a:r>
          </a:p>
        </p:txBody>
      </p:sp>
      <p:sp>
        <p:nvSpPr>
          <p:cNvPr id="11" name="Oval 20">
            <a:extLst>
              <a:ext uri="{FF2B5EF4-FFF2-40B4-BE49-F238E27FC236}">
                <a16:creationId xmlns:a16="http://schemas.microsoft.com/office/drawing/2014/main" id="{EC2D0DED-774D-789A-5DA2-C94F3381A46C}"/>
              </a:ext>
            </a:extLst>
          </p:cNvPr>
          <p:cNvSpPr>
            <a:spLocks noChangeAspect="1" noChangeArrowheads="1"/>
          </p:cNvSpPr>
          <p:nvPr/>
        </p:nvSpPr>
        <p:spPr bwMode="auto">
          <a:xfrm>
            <a:off x="744581" y="2972599"/>
            <a:ext cx="383637" cy="383637"/>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sz="1500">
                <a:solidFill>
                  <a:schemeClr val="accent2"/>
                </a:solidFill>
              </a:rPr>
              <a:t>A</a:t>
            </a:r>
          </a:p>
        </p:txBody>
      </p:sp>
      <p:sp>
        <p:nvSpPr>
          <p:cNvPr id="12" name="Oval 20">
            <a:extLst>
              <a:ext uri="{FF2B5EF4-FFF2-40B4-BE49-F238E27FC236}">
                <a16:creationId xmlns:a16="http://schemas.microsoft.com/office/drawing/2014/main" id="{DF5049F8-A56C-EF38-2D6A-E810DC9940C5}"/>
              </a:ext>
            </a:extLst>
          </p:cNvPr>
          <p:cNvSpPr>
            <a:spLocks noChangeAspect="1" noChangeArrowheads="1"/>
          </p:cNvSpPr>
          <p:nvPr/>
        </p:nvSpPr>
        <p:spPr bwMode="auto">
          <a:xfrm>
            <a:off x="7956344" y="2972599"/>
            <a:ext cx="383637" cy="383637"/>
          </a:xfrm>
          <a:prstGeom prst="ellipse">
            <a:avLst/>
          </a:prstGeom>
          <a:solidFill>
            <a:schemeClr val="accent2"/>
          </a:solidFill>
          <a:ln w="9525" cap="flat" cmpd="sng" algn="ctr">
            <a:no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500">
                <a:solidFill>
                  <a:schemeClr val="bg1"/>
                </a:solidFill>
              </a:rPr>
              <a:t>B</a:t>
            </a:r>
          </a:p>
        </p:txBody>
      </p:sp>
    </p:spTree>
    <p:extLst>
      <p:ext uri="{BB962C8B-B14F-4D97-AF65-F5344CB8AC3E}">
        <p14:creationId xmlns:p14="http://schemas.microsoft.com/office/powerpoint/2010/main" val="1861201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68E69-F024-8225-7D81-0405B90FE7C7}"/>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9660197-1528-87AE-2F03-E840AD985320}"/>
              </a:ext>
            </a:extLst>
          </p:cNvPr>
          <p:cNvGraphicFramePr>
            <a:graphicFrameLocks noChangeAspect="1"/>
          </p:cNvGraphicFramePr>
          <p:nvPr>
            <p:custDataLst>
              <p:tags r:id="rId1"/>
            </p:custDataLst>
            <p:extLst>
              <p:ext uri="{D42A27DB-BD31-4B8C-83A1-F6EECF244321}">
                <p14:modId xmlns:p14="http://schemas.microsoft.com/office/powerpoint/2010/main" val="784700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49660197-1528-87AE-2F03-E840AD9853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EEC12152-3AAA-DBBA-B925-AB281AA72B54}"/>
              </a:ext>
            </a:extLst>
          </p:cNvPr>
          <p:cNvSpPr>
            <a:spLocks noGrp="1"/>
          </p:cNvSpPr>
          <p:nvPr>
            <p:ph sz="quarter" idx="14"/>
          </p:nvPr>
        </p:nvSpPr>
        <p:spPr>
          <a:solidFill>
            <a:schemeClr val="accent2"/>
          </a:solidFill>
          <a:effectLst>
            <a:outerShdw blurRad="50800" dist="38100" dir="2700000" algn="tl" rotWithShape="0">
              <a:prstClr val="black">
                <a:alpha val="40000"/>
              </a:prstClr>
            </a:outerShdw>
          </a:effectLst>
        </p:spPr>
        <p:txBody>
          <a:bodyPr anchor="ctr"/>
          <a:lstStyle/>
          <a:p>
            <a:pPr algn="ctr"/>
            <a:r>
              <a:rPr lang="en-US" sz="3600" b="1">
                <a:solidFill>
                  <a:schemeClr val="bg1"/>
                </a:solidFill>
              </a:rPr>
              <a:t>Effective storytelling</a:t>
            </a:r>
          </a:p>
          <a:p>
            <a:pPr algn="ctr"/>
            <a:endParaRPr lang="en-US" sz="3200">
              <a:solidFill>
                <a:schemeClr val="bg1"/>
              </a:solidFill>
            </a:endParaRPr>
          </a:p>
          <a:p>
            <a:pPr marL="914400" indent="-571500">
              <a:buClr>
                <a:schemeClr val="bg1"/>
              </a:buClr>
              <a:buFont typeface="+mj-lt"/>
              <a:buAutoNum type="arabicParenR"/>
            </a:pPr>
            <a:r>
              <a:rPr lang="en-US" sz="2800">
                <a:solidFill>
                  <a:schemeClr val="bg1"/>
                </a:solidFill>
              </a:rPr>
              <a:t>Structuring a slide deck</a:t>
            </a:r>
          </a:p>
          <a:p>
            <a:pPr marL="914400" indent="-571500">
              <a:buClr>
                <a:schemeClr val="bg1"/>
              </a:buClr>
              <a:buFont typeface="+mj-lt"/>
              <a:buAutoNum type="arabicParenR"/>
            </a:pPr>
            <a:r>
              <a:rPr lang="en-US" sz="2800">
                <a:solidFill>
                  <a:schemeClr val="bg1"/>
                </a:solidFill>
              </a:rPr>
              <a:t>Creating the slide</a:t>
            </a:r>
          </a:p>
          <a:p>
            <a:pPr marL="914400" indent="-571500">
              <a:buClr>
                <a:schemeClr val="bg1"/>
              </a:buClr>
              <a:buFont typeface="+mj-lt"/>
              <a:buAutoNum type="arabicParenR"/>
            </a:pPr>
            <a:r>
              <a:rPr lang="en-US" sz="2800">
                <a:solidFill>
                  <a:schemeClr val="bg1"/>
                </a:solidFill>
              </a:rPr>
              <a:t>Design best practices</a:t>
            </a:r>
            <a:endParaRPr lang="en-US" sz="2400">
              <a:solidFill>
                <a:schemeClr val="bg1"/>
              </a:solidFill>
            </a:endParaRPr>
          </a:p>
        </p:txBody>
      </p:sp>
      <p:sp>
        <p:nvSpPr>
          <p:cNvPr id="4" name="Title 3">
            <a:extLst>
              <a:ext uri="{FF2B5EF4-FFF2-40B4-BE49-F238E27FC236}">
                <a16:creationId xmlns:a16="http://schemas.microsoft.com/office/drawing/2014/main" id="{C124D7A1-64CD-9F58-629C-0C4525D9AD3F}"/>
              </a:ext>
            </a:extLst>
          </p:cNvPr>
          <p:cNvSpPr>
            <a:spLocks noGrp="1"/>
          </p:cNvSpPr>
          <p:nvPr>
            <p:ph type="title"/>
          </p:nvPr>
        </p:nvSpPr>
        <p:spPr/>
        <p:txBody>
          <a:bodyPr vert="horz"/>
          <a:lstStyle/>
          <a:p>
            <a:r>
              <a:rPr lang="en-US">
                <a:solidFill>
                  <a:schemeClr val="accent2"/>
                </a:solidFill>
              </a:rPr>
              <a:t>Topic A | </a:t>
            </a:r>
            <a:r>
              <a:rPr lang="en-US"/>
              <a:t>Effective storytelling</a:t>
            </a:r>
          </a:p>
        </p:txBody>
      </p:sp>
      <p:sp>
        <p:nvSpPr>
          <p:cNvPr id="5" name="Subtitle 4">
            <a:extLst>
              <a:ext uri="{FF2B5EF4-FFF2-40B4-BE49-F238E27FC236}">
                <a16:creationId xmlns:a16="http://schemas.microsoft.com/office/drawing/2014/main" id="{42B8B7CD-0553-B730-8304-431A74059B44}"/>
              </a:ext>
            </a:extLst>
          </p:cNvPr>
          <p:cNvSpPr>
            <a:spLocks noGrp="1"/>
          </p:cNvSpPr>
          <p:nvPr>
            <p:ph type="subTitle" idx="1"/>
          </p:nvPr>
        </p:nvSpPr>
        <p:spPr/>
        <p:txBody>
          <a:bodyPr/>
          <a:lstStyle/>
          <a:p>
            <a:endParaRPr lang="en-US"/>
          </a:p>
        </p:txBody>
      </p:sp>
      <p:sp>
        <p:nvSpPr>
          <p:cNvPr id="6" name="Footer Placeholder 5">
            <a:extLst>
              <a:ext uri="{FF2B5EF4-FFF2-40B4-BE49-F238E27FC236}">
                <a16:creationId xmlns:a16="http://schemas.microsoft.com/office/drawing/2014/main" id="{3B42CF7F-1B54-05D3-00AC-A49DECC5E8E5}"/>
              </a:ext>
            </a:extLst>
          </p:cNvPr>
          <p:cNvSpPr>
            <a:spLocks noGrp="1"/>
          </p:cNvSpPr>
          <p:nvPr>
            <p:ph type="ftr" sz="quarter" idx="3"/>
          </p:nvPr>
        </p:nvSpPr>
        <p:spPr/>
        <p:txBody>
          <a:bodyPr/>
          <a:lstStyle/>
          <a:p>
            <a:r>
              <a:rPr lang="en-CA"/>
              <a:t>2024</a:t>
            </a:r>
          </a:p>
        </p:txBody>
      </p:sp>
      <p:sp>
        <p:nvSpPr>
          <p:cNvPr id="10" name="Content Placeholder 2">
            <a:extLst>
              <a:ext uri="{FF2B5EF4-FFF2-40B4-BE49-F238E27FC236}">
                <a16:creationId xmlns:a16="http://schemas.microsoft.com/office/drawing/2014/main" id="{ADA087CB-601D-C8DD-8A63-CF44E5DF78FC}"/>
              </a:ext>
            </a:extLst>
          </p:cNvPr>
          <p:cNvSpPr txBox="1">
            <a:spLocks/>
          </p:cNvSpPr>
          <p:nvPr/>
        </p:nvSpPr>
        <p:spPr bwMode="gray">
          <a:xfrm>
            <a:off x="7042497" y="2109724"/>
            <a:ext cx="6071618" cy="4449408"/>
          </a:xfrm>
          <a:prstGeom prst="rect">
            <a:avLst/>
          </a:prstGeom>
          <a:solidFill>
            <a:schemeClr val="bg2"/>
          </a:solidFill>
          <a:ln>
            <a:noFill/>
          </a:ln>
          <a:effec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314020" indent="0" algn="l" defTabSz="1225551" rtl="0" eaLnBrk="1" fontAlgn="base" hangingPunct="1">
              <a:spcBef>
                <a:spcPts val="412"/>
              </a:spcBef>
              <a:spcAft>
                <a:spcPct val="0"/>
              </a:spcAft>
              <a:buClr>
                <a:schemeClr val="accent3"/>
              </a:buClr>
              <a:buSzPct val="70000"/>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3679"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2059" indent="0" algn="l" defTabSz="1225551" rtl="0" eaLnBrk="1" fontAlgn="base" hangingPunct="1">
              <a:spcBef>
                <a:spcPts val="412"/>
              </a:spcBef>
              <a:spcAft>
                <a:spcPct val="0"/>
              </a:spcAft>
              <a:buClr>
                <a:schemeClr val="accent3"/>
              </a:buClr>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60442"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3600" b="1" kern="0">
                <a:solidFill>
                  <a:srgbClr val="646464"/>
                </a:solidFill>
              </a:rPr>
              <a:t>Tips and tricks</a:t>
            </a:r>
          </a:p>
          <a:p>
            <a:pPr algn="ctr"/>
            <a:endParaRPr lang="en-US" sz="3200" kern="0">
              <a:solidFill>
                <a:srgbClr val="646464"/>
              </a:solidFill>
            </a:endParaRPr>
          </a:p>
          <a:p>
            <a:pPr marL="914400" indent="-571500">
              <a:buClr>
                <a:schemeClr val="bg1">
                  <a:lumMod val="50000"/>
                </a:schemeClr>
              </a:buClr>
              <a:buFont typeface="+mj-lt"/>
              <a:buAutoNum type="arabicParenR"/>
            </a:pPr>
            <a:r>
              <a:rPr lang="en-US" sz="2800" kern="0">
                <a:solidFill>
                  <a:srgbClr val="646464"/>
                </a:solidFill>
              </a:rPr>
              <a:t>Tools and shortcuts</a:t>
            </a:r>
          </a:p>
          <a:p>
            <a:pPr marL="914400" indent="-571500">
              <a:buClr>
                <a:schemeClr val="bg1">
                  <a:lumMod val="50000"/>
                </a:schemeClr>
              </a:buClr>
              <a:buFont typeface="+mj-lt"/>
              <a:buAutoNum type="arabicParenR"/>
            </a:pPr>
            <a:r>
              <a:rPr lang="en-US" sz="2800" kern="0">
                <a:solidFill>
                  <a:srgbClr val="646464"/>
                </a:solidFill>
              </a:rPr>
              <a:t>Macros (Efficient Elements)</a:t>
            </a:r>
          </a:p>
          <a:p>
            <a:pPr marL="914400" indent="-571500">
              <a:buClr>
                <a:schemeClr val="bg1">
                  <a:lumMod val="50000"/>
                </a:schemeClr>
              </a:buClr>
              <a:buFont typeface="+mj-lt"/>
              <a:buAutoNum type="arabicParenR"/>
            </a:pPr>
            <a:r>
              <a:rPr lang="en-US" sz="2800" kern="0">
                <a:solidFill>
                  <a:srgbClr val="646464"/>
                </a:solidFill>
              </a:rPr>
              <a:t>Charting (</a:t>
            </a:r>
            <a:r>
              <a:rPr lang="en-US" sz="2800" kern="0" err="1">
                <a:solidFill>
                  <a:srgbClr val="646464"/>
                </a:solidFill>
              </a:rPr>
              <a:t>ThinkCell</a:t>
            </a:r>
            <a:r>
              <a:rPr lang="en-US" sz="2800" kern="0">
                <a:solidFill>
                  <a:srgbClr val="646464"/>
                </a:solidFill>
              </a:rPr>
              <a:t>)</a:t>
            </a:r>
          </a:p>
        </p:txBody>
      </p:sp>
      <p:sp>
        <p:nvSpPr>
          <p:cNvPr id="11" name="Oval 20">
            <a:extLst>
              <a:ext uri="{FF2B5EF4-FFF2-40B4-BE49-F238E27FC236}">
                <a16:creationId xmlns:a16="http://schemas.microsoft.com/office/drawing/2014/main" id="{CE168DB1-0B5A-F073-59B6-032B7FBD7A82}"/>
              </a:ext>
            </a:extLst>
          </p:cNvPr>
          <p:cNvSpPr>
            <a:spLocks noChangeAspect="1" noChangeArrowheads="1"/>
          </p:cNvSpPr>
          <p:nvPr/>
        </p:nvSpPr>
        <p:spPr bwMode="auto">
          <a:xfrm>
            <a:off x="744581" y="2972599"/>
            <a:ext cx="383637" cy="383637"/>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sz="1500">
                <a:solidFill>
                  <a:schemeClr val="accent2"/>
                </a:solidFill>
              </a:rPr>
              <a:t>A</a:t>
            </a:r>
          </a:p>
        </p:txBody>
      </p:sp>
      <p:sp>
        <p:nvSpPr>
          <p:cNvPr id="12" name="Oval 20">
            <a:extLst>
              <a:ext uri="{FF2B5EF4-FFF2-40B4-BE49-F238E27FC236}">
                <a16:creationId xmlns:a16="http://schemas.microsoft.com/office/drawing/2014/main" id="{FF9E26EB-E08D-AB4E-4D3A-084A37B8A46B}"/>
              </a:ext>
            </a:extLst>
          </p:cNvPr>
          <p:cNvSpPr>
            <a:spLocks noChangeAspect="1" noChangeArrowheads="1"/>
          </p:cNvSpPr>
          <p:nvPr/>
        </p:nvSpPr>
        <p:spPr bwMode="auto">
          <a:xfrm>
            <a:off x="7956344" y="2972599"/>
            <a:ext cx="383637" cy="383637"/>
          </a:xfrm>
          <a:prstGeom prst="ellipse">
            <a:avLst/>
          </a:prstGeom>
          <a:solidFill>
            <a:srgbClr val="808080"/>
          </a:solidFill>
          <a:ln w="9525" cap="flat" cmpd="sng" algn="ctr">
            <a:no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500">
                <a:solidFill>
                  <a:schemeClr val="bg1"/>
                </a:solidFill>
              </a:rPr>
              <a:t>B</a:t>
            </a:r>
          </a:p>
        </p:txBody>
      </p:sp>
      <p:grpSp>
        <p:nvGrpSpPr>
          <p:cNvPr id="14" name="Group 13">
            <a:extLst>
              <a:ext uri="{FF2B5EF4-FFF2-40B4-BE49-F238E27FC236}">
                <a16:creationId xmlns:a16="http://schemas.microsoft.com/office/drawing/2014/main" id="{E97C3648-A2D8-E7CC-9507-11D5DBF217F6}"/>
              </a:ext>
            </a:extLst>
          </p:cNvPr>
          <p:cNvGrpSpPr/>
          <p:nvPr/>
        </p:nvGrpSpPr>
        <p:grpSpPr>
          <a:xfrm>
            <a:off x="10874499" y="0"/>
            <a:ext cx="2943101" cy="914400"/>
            <a:chOff x="10874499" y="0"/>
            <a:chExt cx="2943101" cy="914400"/>
          </a:xfrm>
        </p:grpSpPr>
        <p:grpSp>
          <p:nvGrpSpPr>
            <p:cNvPr id="9" name="Group 8">
              <a:extLst>
                <a:ext uri="{FF2B5EF4-FFF2-40B4-BE49-F238E27FC236}">
                  <a16:creationId xmlns:a16="http://schemas.microsoft.com/office/drawing/2014/main" id="{E80E4C4A-7C1A-DD32-DD46-E42F7769234A}"/>
                </a:ext>
              </a:extLst>
            </p:cNvPr>
            <p:cNvGrpSpPr/>
            <p:nvPr/>
          </p:nvGrpSpPr>
          <p:grpSpPr>
            <a:xfrm>
              <a:off x="12903200" y="0"/>
              <a:ext cx="914400" cy="914400"/>
              <a:chOff x="12903200" y="0"/>
              <a:chExt cx="914400" cy="914400"/>
            </a:xfrm>
          </p:grpSpPr>
          <p:sp>
            <p:nvSpPr>
              <p:cNvPr id="2" name="Right Triangle 1">
                <a:extLst>
                  <a:ext uri="{FF2B5EF4-FFF2-40B4-BE49-F238E27FC236}">
                    <a16:creationId xmlns:a16="http://schemas.microsoft.com/office/drawing/2014/main" id="{49D3DC1B-5BDE-7DBD-D773-A1E7A4CCFABF}"/>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8" name="Oval 20">
                <a:extLst>
                  <a:ext uri="{FF2B5EF4-FFF2-40B4-BE49-F238E27FC236}">
                    <a16:creationId xmlns:a16="http://schemas.microsoft.com/office/drawing/2014/main" id="{267F401B-5272-1AAC-9743-7250F494D32F}"/>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13" name="TextBox 12">
              <a:extLst>
                <a:ext uri="{FF2B5EF4-FFF2-40B4-BE49-F238E27FC236}">
                  <a16:creationId xmlns:a16="http://schemas.microsoft.com/office/drawing/2014/main" id="{5FB082C4-7BF7-5817-BAC2-5972DDD8889A}"/>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Tree>
    <p:extLst>
      <p:ext uri="{BB962C8B-B14F-4D97-AF65-F5344CB8AC3E}">
        <p14:creationId xmlns:p14="http://schemas.microsoft.com/office/powerpoint/2010/main" val="2563849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5E83D57-F8E0-B9D2-6C6A-D372018CB6A9}"/>
              </a:ext>
            </a:extLst>
          </p:cNvPr>
          <p:cNvGraphicFramePr>
            <a:graphicFrameLocks noChangeAspect="1"/>
          </p:cNvGraphicFramePr>
          <p:nvPr>
            <p:custDataLst>
              <p:tags r:id="rId1"/>
            </p:custDataLst>
            <p:extLst>
              <p:ext uri="{D42A27DB-BD31-4B8C-83A1-F6EECF244321}">
                <p14:modId xmlns:p14="http://schemas.microsoft.com/office/powerpoint/2010/main" val="16342721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9" name="think-cell data - do not delete" hidden="1">
                        <a:extLst>
                          <a:ext uri="{FF2B5EF4-FFF2-40B4-BE49-F238E27FC236}">
                            <a16:creationId xmlns:a16="http://schemas.microsoft.com/office/drawing/2014/main" id="{A5E83D57-F8E0-B9D2-6C6A-D372018CB6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ubtitle 11">
            <a:extLst>
              <a:ext uri="{FF2B5EF4-FFF2-40B4-BE49-F238E27FC236}">
                <a16:creationId xmlns:a16="http://schemas.microsoft.com/office/drawing/2014/main" id="{B696AB5A-8F4C-7DA2-4D47-B59BAF952858}"/>
              </a:ext>
            </a:extLst>
          </p:cNvPr>
          <p:cNvSpPr>
            <a:spLocks noGrp="1"/>
          </p:cNvSpPr>
          <p:nvPr>
            <p:ph type="subTitle" idx="1"/>
          </p:nvPr>
        </p:nvSpPr>
        <p:spPr>
          <a:xfrm>
            <a:off x="886175" y="5612416"/>
            <a:ext cx="11807729" cy="591207"/>
          </a:xfrm>
        </p:spPr>
        <p:txBody>
          <a:bodyPr/>
          <a:lstStyle/>
          <a:p>
            <a:r>
              <a:rPr lang="en-US"/>
              <a:t>- Someone smarter than me</a:t>
            </a:r>
          </a:p>
        </p:txBody>
      </p:sp>
      <p:sp>
        <p:nvSpPr>
          <p:cNvPr id="7" name="Title 6">
            <a:extLst>
              <a:ext uri="{FF2B5EF4-FFF2-40B4-BE49-F238E27FC236}">
                <a16:creationId xmlns:a16="http://schemas.microsoft.com/office/drawing/2014/main" id="{9DCA9C9A-3654-2EA2-1F8C-DE17A6F750DC}"/>
              </a:ext>
            </a:extLst>
          </p:cNvPr>
          <p:cNvSpPr>
            <a:spLocks noGrp="1"/>
          </p:cNvSpPr>
          <p:nvPr>
            <p:ph type="ctrTitle" sz="quarter"/>
          </p:nvPr>
        </p:nvSpPr>
        <p:spPr>
          <a:xfrm>
            <a:off x="885825" y="2400552"/>
            <a:ext cx="11793538" cy="879475"/>
          </a:xfrm>
        </p:spPr>
        <p:txBody>
          <a:bodyPr vert="horz"/>
          <a:lstStyle/>
          <a:p>
            <a:br>
              <a:rPr lang="en-US" sz="4400" i="1"/>
            </a:br>
            <a:r>
              <a:rPr lang="en-US" sz="4400" i="1"/>
              <a:t>“There is a real art in telling a story, in convincing people. Getting people to come on board with the points you are trying to get across is much more valuable than making sure that every talking point has been pushed out there.”</a:t>
            </a:r>
          </a:p>
        </p:txBody>
      </p:sp>
      <p:sp>
        <p:nvSpPr>
          <p:cNvPr id="6" name="Footer Placeholder 5">
            <a:extLst>
              <a:ext uri="{FF2B5EF4-FFF2-40B4-BE49-F238E27FC236}">
                <a16:creationId xmlns:a16="http://schemas.microsoft.com/office/drawing/2014/main" id="{C8E3759D-0863-0FCB-B129-23EA6356A675}"/>
              </a:ext>
            </a:extLst>
          </p:cNvPr>
          <p:cNvSpPr>
            <a:spLocks noGrp="1"/>
          </p:cNvSpPr>
          <p:nvPr>
            <p:ph type="ftr" sz="quarter" idx="4294967295"/>
          </p:nvPr>
        </p:nvSpPr>
        <p:spPr>
          <a:xfrm>
            <a:off x="12503150" y="7113588"/>
            <a:ext cx="1314450" cy="193675"/>
          </a:xfrm>
        </p:spPr>
        <p:txBody>
          <a:bodyPr/>
          <a:lstStyle/>
          <a:p>
            <a:r>
              <a:rPr lang="en-CA"/>
              <a:t>2024</a:t>
            </a:r>
          </a:p>
        </p:txBody>
      </p:sp>
      <p:grpSp>
        <p:nvGrpSpPr>
          <p:cNvPr id="3" name="Group 2">
            <a:extLst>
              <a:ext uri="{FF2B5EF4-FFF2-40B4-BE49-F238E27FC236}">
                <a16:creationId xmlns:a16="http://schemas.microsoft.com/office/drawing/2014/main" id="{24A27C21-6DF4-2D1C-5583-EFA1D2853FA2}"/>
              </a:ext>
            </a:extLst>
          </p:cNvPr>
          <p:cNvGrpSpPr/>
          <p:nvPr/>
        </p:nvGrpSpPr>
        <p:grpSpPr>
          <a:xfrm>
            <a:off x="12903200" y="0"/>
            <a:ext cx="914400" cy="914400"/>
            <a:chOff x="12903200" y="0"/>
            <a:chExt cx="914400" cy="914400"/>
          </a:xfrm>
        </p:grpSpPr>
        <p:sp>
          <p:nvSpPr>
            <p:cNvPr id="5" name="Right Triangle 4">
              <a:extLst>
                <a:ext uri="{FF2B5EF4-FFF2-40B4-BE49-F238E27FC236}">
                  <a16:creationId xmlns:a16="http://schemas.microsoft.com/office/drawing/2014/main" id="{526B149D-03A2-DF11-20B7-969739912820}"/>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8" name="Oval 20">
              <a:extLst>
                <a:ext uri="{FF2B5EF4-FFF2-40B4-BE49-F238E27FC236}">
                  <a16:creationId xmlns:a16="http://schemas.microsoft.com/office/drawing/2014/main" id="{54C0382A-4E3C-2F29-F7C6-1783F18AC89A}"/>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4" name="TextBox 3">
            <a:extLst>
              <a:ext uri="{FF2B5EF4-FFF2-40B4-BE49-F238E27FC236}">
                <a16:creationId xmlns:a16="http://schemas.microsoft.com/office/drawing/2014/main" id="{8DB4DA63-56E1-4AA7-C023-71776EE2F91C}"/>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spTree>
    <p:extLst>
      <p:ext uri="{BB962C8B-B14F-4D97-AF65-F5344CB8AC3E}">
        <p14:creationId xmlns:p14="http://schemas.microsoft.com/office/powerpoint/2010/main" val="978028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8E4AEA7-ECE7-68B4-3C1F-2889B2C50D20}"/>
              </a:ext>
            </a:extLst>
          </p:cNvPr>
          <p:cNvGraphicFramePr>
            <a:graphicFrameLocks noChangeAspect="1"/>
          </p:cNvGraphicFramePr>
          <p:nvPr>
            <p:custDataLst>
              <p:tags r:id="rId1"/>
            </p:custDataLst>
            <p:extLst>
              <p:ext uri="{D42A27DB-BD31-4B8C-83A1-F6EECF244321}">
                <p14:modId xmlns:p14="http://schemas.microsoft.com/office/powerpoint/2010/main" val="4798631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98E4AEA7-ECE7-68B4-3C1F-2889B2C50D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A0540D0C-986F-633B-7FE7-7E03C08919A3}"/>
              </a:ext>
            </a:extLst>
          </p:cNvPr>
          <p:cNvSpPr>
            <a:spLocks noGrp="1"/>
          </p:cNvSpPr>
          <p:nvPr>
            <p:ph sz="quarter" idx="14"/>
          </p:nvPr>
        </p:nvSpPr>
        <p:spPr>
          <a:xfrm>
            <a:off x="6274840" y="1291216"/>
            <a:ext cx="6839275" cy="5267916"/>
          </a:xfrm>
        </p:spPr>
        <p:txBody>
          <a:bodyPr anchor="ctr"/>
          <a:lstStyle/>
          <a:p>
            <a:r>
              <a:rPr lang="en-US" sz="2400"/>
              <a:t>Grounds you in the dimensions of your story first before writing anything on a page</a:t>
            </a:r>
          </a:p>
          <a:p>
            <a:endParaRPr lang="en-US" sz="2400"/>
          </a:p>
          <a:p>
            <a:r>
              <a:rPr lang="en-US" sz="2400"/>
              <a:t>Helps you focus and prioritize your work</a:t>
            </a:r>
          </a:p>
          <a:p>
            <a:endParaRPr lang="en-US" sz="2400"/>
          </a:p>
          <a:p>
            <a:r>
              <a:rPr lang="en-US" sz="2400"/>
              <a:t>Forces you to synthesize and drive to the ‘so what’</a:t>
            </a:r>
          </a:p>
          <a:p>
            <a:endParaRPr lang="en-US" sz="2400"/>
          </a:p>
          <a:p>
            <a:r>
              <a:rPr lang="en-US" sz="2400"/>
              <a:t>Aids in the creation of your executive summary and elevator pitch</a:t>
            </a:r>
          </a:p>
        </p:txBody>
      </p:sp>
      <p:sp>
        <p:nvSpPr>
          <p:cNvPr id="4" name="Title 3">
            <a:extLst>
              <a:ext uri="{FF2B5EF4-FFF2-40B4-BE49-F238E27FC236}">
                <a16:creationId xmlns:a16="http://schemas.microsoft.com/office/drawing/2014/main" id="{58C005B1-82A7-A8D9-BA50-4F136803CFC4}"/>
              </a:ext>
            </a:extLst>
          </p:cNvPr>
          <p:cNvSpPr>
            <a:spLocks noGrp="1"/>
          </p:cNvSpPr>
          <p:nvPr>
            <p:ph type="title"/>
          </p:nvPr>
        </p:nvSpPr>
        <p:spPr>
          <a:xfrm>
            <a:off x="448970" y="1291216"/>
            <a:ext cx="4970967" cy="5267915"/>
          </a:xfrm>
        </p:spPr>
        <p:txBody>
          <a:bodyPr vert="horz"/>
          <a:lstStyle/>
          <a:p>
            <a:r>
              <a:rPr lang="en-US">
                <a:solidFill>
                  <a:schemeClr val="accent2"/>
                </a:solidFill>
              </a:rPr>
              <a:t>Structuring a slide deck | </a:t>
            </a:r>
            <a:r>
              <a:rPr lang="en-US"/>
              <a:t>Why is story lining an essential first step for any presentation?</a:t>
            </a:r>
          </a:p>
        </p:txBody>
      </p:sp>
      <p:grpSp>
        <p:nvGrpSpPr>
          <p:cNvPr id="20" name="Group 19">
            <a:extLst>
              <a:ext uri="{FF2B5EF4-FFF2-40B4-BE49-F238E27FC236}">
                <a16:creationId xmlns:a16="http://schemas.microsoft.com/office/drawing/2014/main" id="{95F2F78C-22B4-5D30-694A-01554FADC716}"/>
              </a:ext>
            </a:extLst>
          </p:cNvPr>
          <p:cNvGrpSpPr>
            <a:grpSpLocks/>
          </p:cNvGrpSpPr>
          <p:nvPr/>
        </p:nvGrpSpPr>
        <p:grpSpPr>
          <a:xfrm>
            <a:off x="5644982" y="1847760"/>
            <a:ext cx="404813" cy="404813"/>
            <a:chOff x="5937564" y="3833745"/>
            <a:chExt cx="306171" cy="306910"/>
          </a:xfrm>
        </p:grpSpPr>
        <p:sp>
          <p:nvSpPr>
            <p:cNvPr id="21" name="Freeform 94">
              <a:extLst>
                <a:ext uri="{FF2B5EF4-FFF2-40B4-BE49-F238E27FC236}">
                  <a16:creationId xmlns:a16="http://schemas.microsoft.com/office/drawing/2014/main" id="{18FBFBBE-6F8D-8966-1D06-6592A4D90A95}"/>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w="14288">
              <a:solidFill>
                <a:schemeClr val="tx2"/>
              </a:solidFill>
            </a:ln>
          </p:spPr>
          <p:txBody>
            <a:bodyPr vert="horz" wrap="square" lIns="132961" tIns="66481" rIns="132961" bIns="66481" numCol="1" anchor="t" anchorCtr="0" compatLnSpc="1">
              <a:prstTxWarp prst="textNoShape">
                <a:avLst/>
              </a:prstTxWarp>
            </a:bodyPr>
            <a:lstStyle/>
            <a:p>
              <a:endParaRPr lang="en-US">
                <a:solidFill>
                  <a:srgbClr val="6E6F73"/>
                </a:solidFill>
              </a:endParaRPr>
            </a:p>
          </p:txBody>
        </p:sp>
        <p:sp>
          <p:nvSpPr>
            <p:cNvPr id="22" name="Freeform 95">
              <a:extLst>
                <a:ext uri="{FF2B5EF4-FFF2-40B4-BE49-F238E27FC236}">
                  <a16:creationId xmlns:a16="http://schemas.microsoft.com/office/drawing/2014/main" id="{C88589D3-85CA-303E-3A0B-4A850B8ACAC8}"/>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32961" tIns="66481" rIns="132961" bIns="66481" numCol="1" anchor="t" anchorCtr="0" compatLnSpc="1">
              <a:prstTxWarp prst="textNoShape">
                <a:avLst/>
              </a:prstTxWarp>
            </a:bodyPr>
            <a:lstStyle/>
            <a:p>
              <a:endParaRPr lang="en-US">
                <a:solidFill>
                  <a:srgbClr val="6E6F73"/>
                </a:solidFill>
              </a:endParaRPr>
            </a:p>
          </p:txBody>
        </p:sp>
      </p:grpSp>
      <p:grpSp>
        <p:nvGrpSpPr>
          <p:cNvPr id="23" name="Group 22">
            <a:extLst>
              <a:ext uri="{FF2B5EF4-FFF2-40B4-BE49-F238E27FC236}">
                <a16:creationId xmlns:a16="http://schemas.microsoft.com/office/drawing/2014/main" id="{83D174C3-43DB-F1B7-656D-2EBB17AD0D5B}"/>
              </a:ext>
            </a:extLst>
          </p:cNvPr>
          <p:cNvGrpSpPr>
            <a:grpSpLocks/>
          </p:cNvGrpSpPr>
          <p:nvPr/>
        </p:nvGrpSpPr>
        <p:grpSpPr>
          <a:xfrm>
            <a:off x="5644982" y="3244043"/>
            <a:ext cx="404813" cy="404813"/>
            <a:chOff x="5937564" y="3833745"/>
            <a:chExt cx="306171" cy="306910"/>
          </a:xfrm>
        </p:grpSpPr>
        <p:sp>
          <p:nvSpPr>
            <p:cNvPr id="24" name="Freeform 94">
              <a:extLst>
                <a:ext uri="{FF2B5EF4-FFF2-40B4-BE49-F238E27FC236}">
                  <a16:creationId xmlns:a16="http://schemas.microsoft.com/office/drawing/2014/main" id="{13829D09-1233-AC20-AB2D-0D1B1AA288A9}"/>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w="14288">
              <a:solidFill>
                <a:schemeClr val="tx2"/>
              </a:solidFill>
            </a:ln>
          </p:spPr>
          <p:txBody>
            <a:bodyPr vert="horz" wrap="square" lIns="132961" tIns="66481" rIns="132961" bIns="66481" numCol="1" anchor="t" anchorCtr="0" compatLnSpc="1">
              <a:prstTxWarp prst="textNoShape">
                <a:avLst/>
              </a:prstTxWarp>
            </a:bodyPr>
            <a:lstStyle/>
            <a:p>
              <a:endParaRPr lang="en-US">
                <a:solidFill>
                  <a:srgbClr val="6E6F73"/>
                </a:solidFill>
              </a:endParaRPr>
            </a:p>
          </p:txBody>
        </p:sp>
        <p:sp>
          <p:nvSpPr>
            <p:cNvPr id="25" name="Freeform 95">
              <a:extLst>
                <a:ext uri="{FF2B5EF4-FFF2-40B4-BE49-F238E27FC236}">
                  <a16:creationId xmlns:a16="http://schemas.microsoft.com/office/drawing/2014/main" id="{B8708F90-20E2-E13C-7293-38D0BBE6A983}"/>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32961" tIns="66481" rIns="132961" bIns="66481" numCol="1" anchor="t" anchorCtr="0" compatLnSpc="1">
              <a:prstTxWarp prst="textNoShape">
                <a:avLst/>
              </a:prstTxWarp>
            </a:bodyPr>
            <a:lstStyle/>
            <a:p>
              <a:endParaRPr lang="en-US">
                <a:solidFill>
                  <a:srgbClr val="6E6F73"/>
                </a:solidFill>
              </a:endParaRPr>
            </a:p>
          </p:txBody>
        </p:sp>
      </p:grpSp>
      <p:grpSp>
        <p:nvGrpSpPr>
          <p:cNvPr id="26" name="Group 25">
            <a:extLst>
              <a:ext uri="{FF2B5EF4-FFF2-40B4-BE49-F238E27FC236}">
                <a16:creationId xmlns:a16="http://schemas.microsoft.com/office/drawing/2014/main" id="{2BF4E910-745E-6D08-C539-0D2D12FD6EFE}"/>
              </a:ext>
            </a:extLst>
          </p:cNvPr>
          <p:cNvGrpSpPr>
            <a:grpSpLocks/>
          </p:cNvGrpSpPr>
          <p:nvPr/>
        </p:nvGrpSpPr>
        <p:grpSpPr>
          <a:xfrm>
            <a:off x="5644982" y="4270462"/>
            <a:ext cx="404813" cy="404813"/>
            <a:chOff x="5937564" y="3833745"/>
            <a:chExt cx="306171" cy="306910"/>
          </a:xfrm>
        </p:grpSpPr>
        <p:sp>
          <p:nvSpPr>
            <p:cNvPr id="27" name="Freeform 94">
              <a:extLst>
                <a:ext uri="{FF2B5EF4-FFF2-40B4-BE49-F238E27FC236}">
                  <a16:creationId xmlns:a16="http://schemas.microsoft.com/office/drawing/2014/main" id="{5BA5F6CC-46C5-F451-03CE-9D981DBE9211}"/>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w="14288">
              <a:solidFill>
                <a:schemeClr val="tx2"/>
              </a:solidFill>
            </a:ln>
          </p:spPr>
          <p:txBody>
            <a:bodyPr vert="horz" wrap="square" lIns="132961" tIns="66481" rIns="132961" bIns="66481" numCol="1" anchor="t" anchorCtr="0" compatLnSpc="1">
              <a:prstTxWarp prst="textNoShape">
                <a:avLst/>
              </a:prstTxWarp>
            </a:bodyPr>
            <a:lstStyle/>
            <a:p>
              <a:endParaRPr lang="en-US">
                <a:solidFill>
                  <a:srgbClr val="6E6F73"/>
                </a:solidFill>
              </a:endParaRPr>
            </a:p>
          </p:txBody>
        </p:sp>
        <p:sp>
          <p:nvSpPr>
            <p:cNvPr id="28" name="Freeform 95">
              <a:extLst>
                <a:ext uri="{FF2B5EF4-FFF2-40B4-BE49-F238E27FC236}">
                  <a16:creationId xmlns:a16="http://schemas.microsoft.com/office/drawing/2014/main" id="{1A69051A-04BC-29C2-EBAF-D8FDE5B5DA7F}"/>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32961" tIns="66481" rIns="132961" bIns="66481" numCol="1" anchor="t" anchorCtr="0" compatLnSpc="1">
              <a:prstTxWarp prst="textNoShape">
                <a:avLst/>
              </a:prstTxWarp>
            </a:bodyPr>
            <a:lstStyle/>
            <a:p>
              <a:endParaRPr lang="en-US">
                <a:solidFill>
                  <a:srgbClr val="6E6F73"/>
                </a:solidFill>
              </a:endParaRPr>
            </a:p>
          </p:txBody>
        </p:sp>
      </p:grpSp>
      <p:grpSp>
        <p:nvGrpSpPr>
          <p:cNvPr id="29" name="Group 28">
            <a:extLst>
              <a:ext uri="{FF2B5EF4-FFF2-40B4-BE49-F238E27FC236}">
                <a16:creationId xmlns:a16="http://schemas.microsoft.com/office/drawing/2014/main" id="{C023C0F7-E5B8-5835-A09E-6993B9BC3F4D}"/>
              </a:ext>
            </a:extLst>
          </p:cNvPr>
          <p:cNvGrpSpPr>
            <a:grpSpLocks/>
          </p:cNvGrpSpPr>
          <p:nvPr/>
        </p:nvGrpSpPr>
        <p:grpSpPr>
          <a:xfrm>
            <a:off x="5644982" y="5337977"/>
            <a:ext cx="404813" cy="404813"/>
            <a:chOff x="5937564" y="3833745"/>
            <a:chExt cx="306171" cy="306910"/>
          </a:xfrm>
        </p:grpSpPr>
        <p:sp>
          <p:nvSpPr>
            <p:cNvPr id="30" name="Freeform 94">
              <a:extLst>
                <a:ext uri="{FF2B5EF4-FFF2-40B4-BE49-F238E27FC236}">
                  <a16:creationId xmlns:a16="http://schemas.microsoft.com/office/drawing/2014/main" id="{AE14089B-3569-591E-0DB2-218F21A6667F}"/>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w="14288">
              <a:solidFill>
                <a:schemeClr val="tx2"/>
              </a:solidFill>
            </a:ln>
          </p:spPr>
          <p:txBody>
            <a:bodyPr vert="horz" wrap="square" lIns="132961" tIns="66481" rIns="132961" bIns="66481" numCol="1" anchor="t" anchorCtr="0" compatLnSpc="1">
              <a:prstTxWarp prst="textNoShape">
                <a:avLst/>
              </a:prstTxWarp>
            </a:bodyPr>
            <a:lstStyle/>
            <a:p>
              <a:endParaRPr lang="en-US">
                <a:solidFill>
                  <a:srgbClr val="6E6F73"/>
                </a:solidFill>
              </a:endParaRPr>
            </a:p>
          </p:txBody>
        </p:sp>
        <p:sp>
          <p:nvSpPr>
            <p:cNvPr id="31" name="Freeform 95">
              <a:extLst>
                <a:ext uri="{FF2B5EF4-FFF2-40B4-BE49-F238E27FC236}">
                  <a16:creationId xmlns:a16="http://schemas.microsoft.com/office/drawing/2014/main" id="{2E63C899-A82C-239D-8EA2-418C8F94953C}"/>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32961" tIns="66481" rIns="132961" bIns="66481" numCol="1" anchor="t" anchorCtr="0" compatLnSpc="1">
              <a:prstTxWarp prst="textNoShape">
                <a:avLst/>
              </a:prstTxWarp>
            </a:bodyPr>
            <a:lstStyle/>
            <a:p>
              <a:endParaRPr lang="en-US">
                <a:solidFill>
                  <a:srgbClr val="6E6F73"/>
                </a:solidFill>
              </a:endParaRPr>
            </a:p>
          </p:txBody>
        </p:sp>
      </p:grpSp>
      <p:grpSp>
        <p:nvGrpSpPr>
          <p:cNvPr id="3" name="Group 2">
            <a:extLst>
              <a:ext uri="{FF2B5EF4-FFF2-40B4-BE49-F238E27FC236}">
                <a16:creationId xmlns:a16="http://schemas.microsoft.com/office/drawing/2014/main" id="{FC93161E-3B06-1A6E-6A97-5D20DB9B6A9B}"/>
              </a:ext>
            </a:extLst>
          </p:cNvPr>
          <p:cNvGrpSpPr/>
          <p:nvPr/>
        </p:nvGrpSpPr>
        <p:grpSpPr>
          <a:xfrm>
            <a:off x="10874499" y="0"/>
            <a:ext cx="2943101" cy="914400"/>
            <a:chOff x="10874499" y="0"/>
            <a:chExt cx="2943101" cy="914400"/>
          </a:xfrm>
        </p:grpSpPr>
        <p:grpSp>
          <p:nvGrpSpPr>
            <p:cNvPr id="5" name="Group 4">
              <a:extLst>
                <a:ext uri="{FF2B5EF4-FFF2-40B4-BE49-F238E27FC236}">
                  <a16:creationId xmlns:a16="http://schemas.microsoft.com/office/drawing/2014/main" id="{33FE26F8-2BD0-3EE3-B213-FAC7A84BA03C}"/>
                </a:ext>
              </a:extLst>
            </p:cNvPr>
            <p:cNvGrpSpPr/>
            <p:nvPr/>
          </p:nvGrpSpPr>
          <p:grpSpPr>
            <a:xfrm>
              <a:off x="12903200" y="0"/>
              <a:ext cx="914400" cy="914400"/>
              <a:chOff x="12903200" y="0"/>
              <a:chExt cx="914400" cy="914400"/>
            </a:xfrm>
          </p:grpSpPr>
          <p:sp>
            <p:nvSpPr>
              <p:cNvPr id="9" name="Right Triangle 8">
                <a:extLst>
                  <a:ext uri="{FF2B5EF4-FFF2-40B4-BE49-F238E27FC236}">
                    <a16:creationId xmlns:a16="http://schemas.microsoft.com/office/drawing/2014/main" id="{714AFDF1-7D20-7845-D287-6C5C0722C698}"/>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0" name="Oval 20">
                <a:extLst>
                  <a:ext uri="{FF2B5EF4-FFF2-40B4-BE49-F238E27FC236}">
                    <a16:creationId xmlns:a16="http://schemas.microsoft.com/office/drawing/2014/main" id="{139E3708-8133-FCD8-6ED8-A2B745C611EA}"/>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8" name="TextBox 7">
              <a:extLst>
                <a:ext uri="{FF2B5EF4-FFF2-40B4-BE49-F238E27FC236}">
                  <a16:creationId xmlns:a16="http://schemas.microsoft.com/office/drawing/2014/main" id="{6E07B6CA-6AB0-1E05-FE64-E3181D4720DC}"/>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11" name="TextBox 10">
            <a:extLst>
              <a:ext uri="{FF2B5EF4-FFF2-40B4-BE49-F238E27FC236}">
                <a16:creationId xmlns:a16="http://schemas.microsoft.com/office/drawing/2014/main" id="{2B3F87DC-B194-5163-FD27-E6F1485F3056}"/>
              </a:ext>
            </a:extLst>
          </p:cNvPr>
          <p:cNvSpPr txBox="1"/>
          <p:nvPr/>
        </p:nvSpPr>
        <p:spPr>
          <a:xfrm>
            <a:off x="448970" y="51368"/>
            <a:ext cx="2043004" cy="276999"/>
          </a:xfrm>
          <a:prstGeom prst="rect">
            <a:avLst/>
          </a:prstGeom>
          <a:noFill/>
        </p:spPr>
        <p:txBody>
          <a:bodyPr wrap="square" lIns="0" tIns="45720" rIns="0" bIns="45720" rtlCol="0" anchor="ctr">
            <a:spAutoFit/>
          </a:bodyPr>
          <a:lstStyle/>
          <a:p>
            <a:pPr algn="l"/>
            <a:r>
              <a:rPr lang="en-US" b="1"/>
              <a:t>1) Structuring a slide deck</a:t>
            </a:r>
          </a:p>
        </p:txBody>
      </p:sp>
    </p:spTree>
    <p:extLst>
      <p:ext uri="{BB962C8B-B14F-4D97-AF65-F5344CB8AC3E}">
        <p14:creationId xmlns:p14="http://schemas.microsoft.com/office/powerpoint/2010/main" val="3911830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0045D51-88F1-FCE3-E35F-BA34BB150BBE}"/>
              </a:ext>
            </a:extLst>
          </p:cNvPr>
          <p:cNvGraphicFramePr>
            <a:graphicFrameLocks noChangeAspect="1"/>
          </p:cNvGraphicFramePr>
          <p:nvPr>
            <p:custDataLst>
              <p:tags r:id="rId1"/>
            </p:custDataLst>
            <p:extLst>
              <p:ext uri="{D42A27DB-BD31-4B8C-83A1-F6EECF244321}">
                <p14:modId xmlns:p14="http://schemas.microsoft.com/office/powerpoint/2010/main" val="38944043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04" imgH="405" progId="TCLayout.ActiveDocument.1">
                  <p:embed/>
                </p:oleObj>
              </mc:Choice>
              <mc:Fallback>
                <p:oleObj name="think-cell Slide" r:id="rId12" imgW="404" imgH="405" progId="TCLayout.ActiveDocument.1">
                  <p:embed/>
                  <p:pic>
                    <p:nvPicPr>
                      <p:cNvPr id="7" name="think-cell data - do not delete" hidden="1">
                        <a:extLst>
                          <a:ext uri="{FF2B5EF4-FFF2-40B4-BE49-F238E27FC236}">
                            <a16:creationId xmlns:a16="http://schemas.microsoft.com/office/drawing/2014/main" id="{70045D51-88F1-FCE3-E35F-BA34BB150BBE}"/>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3C1F99F-533E-1DBE-A3AF-989B6D4D2957}"/>
              </a:ext>
            </a:extLst>
          </p:cNvPr>
          <p:cNvSpPr>
            <a:spLocks noGrp="1"/>
          </p:cNvSpPr>
          <p:nvPr>
            <p:ph type="title"/>
          </p:nvPr>
        </p:nvSpPr>
        <p:spPr/>
        <p:txBody>
          <a:bodyPr vert="horz"/>
          <a:lstStyle/>
          <a:p>
            <a:r>
              <a:rPr lang="en-US"/>
              <a:t>Key dimensions of the story you’re trying to tell</a:t>
            </a:r>
          </a:p>
        </p:txBody>
      </p:sp>
      <p:sp>
        <p:nvSpPr>
          <p:cNvPr id="4" name="Subtitle 3">
            <a:extLst>
              <a:ext uri="{FF2B5EF4-FFF2-40B4-BE49-F238E27FC236}">
                <a16:creationId xmlns:a16="http://schemas.microsoft.com/office/drawing/2014/main" id="{E139CA69-1971-6105-A5B0-CE961DD7FCC3}"/>
              </a:ext>
            </a:extLst>
          </p:cNvPr>
          <p:cNvSpPr>
            <a:spLocks noGrp="1"/>
          </p:cNvSpPr>
          <p:nvPr>
            <p:ph type="subTitle" idx="1"/>
          </p:nvPr>
        </p:nvSpPr>
        <p:spPr/>
        <p:txBody>
          <a:bodyPr/>
          <a:lstStyle/>
          <a:p>
            <a:r>
              <a:rPr lang="en-US"/>
              <a:t>Remember…your story is (</a:t>
            </a:r>
            <a:r>
              <a:rPr lang="en-US" err="1"/>
              <a:t>wwwaaaaaayyy</a:t>
            </a:r>
            <a:r>
              <a:rPr lang="en-US"/>
              <a:t>) more important than the slide deck</a:t>
            </a:r>
          </a:p>
        </p:txBody>
      </p:sp>
      <p:sp>
        <p:nvSpPr>
          <p:cNvPr id="5" name="Footer Placeholder 4">
            <a:extLst>
              <a:ext uri="{FF2B5EF4-FFF2-40B4-BE49-F238E27FC236}">
                <a16:creationId xmlns:a16="http://schemas.microsoft.com/office/drawing/2014/main" id="{25A889CA-4C66-8F2F-A46C-2B34C2A3CA29}"/>
              </a:ext>
            </a:extLst>
          </p:cNvPr>
          <p:cNvSpPr>
            <a:spLocks noGrp="1"/>
          </p:cNvSpPr>
          <p:nvPr>
            <p:ph type="ftr" sz="quarter" idx="3"/>
          </p:nvPr>
        </p:nvSpPr>
        <p:spPr/>
        <p:txBody>
          <a:bodyPr/>
          <a:lstStyle/>
          <a:p>
            <a:r>
              <a:rPr lang="en-CA"/>
              <a:t>2024</a:t>
            </a:r>
          </a:p>
        </p:txBody>
      </p:sp>
      <p:sp>
        <p:nvSpPr>
          <p:cNvPr id="9" name="Rechteck 4">
            <a:extLst>
              <a:ext uri="{FF2B5EF4-FFF2-40B4-BE49-F238E27FC236}">
                <a16:creationId xmlns:a16="http://schemas.microsoft.com/office/drawing/2014/main" id="{2181DC3C-0767-9F3F-75F8-299AD3CF4BAA}"/>
              </a:ext>
            </a:extLst>
          </p:cNvPr>
          <p:cNvSpPr>
            <a:spLocks/>
          </p:cNvSpPr>
          <p:nvPr>
            <p:custDataLst>
              <p:tags r:id="rId2"/>
            </p:custDataLst>
          </p:nvPr>
        </p:nvSpPr>
        <p:spPr bwMode="auto">
          <a:xfrm>
            <a:off x="1326112" y="6191053"/>
            <a:ext cx="11165375" cy="566410"/>
          </a:xfrm>
          <a:prstGeom prst="rect">
            <a:avLst/>
          </a:prstGeom>
          <a:solidFill>
            <a:schemeClr val="accent2">
              <a:lumMod val="20000"/>
              <a:lumOff val="80000"/>
            </a:schemeClr>
          </a:solidFill>
          <a:ln w="9525" cmpd="sng">
            <a:noFill/>
            <a:prstDash val="solid"/>
            <a:miter lim="800000"/>
            <a:headEnd/>
            <a:tailEnd/>
          </a:ln>
          <a:effectLst/>
        </p:spPr>
        <p:txBody>
          <a:bodyPr vert="horz" wrap="square" lIns="72000" tIns="72000" rIns="72000" bIns="72000" anchor="ctr" anchorCtr="0">
            <a:noAutofit/>
          </a:bodyPr>
          <a:lstStyle/>
          <a:p>
            <a:pPr algn="ctr">
              <a:spcBef>
                <a:spcPct val="0"/>
              </a:spcBef>
              <a:spcAft>
                <a:spcPct val="0"/>
              </a:spcAft>
            </a:pPr>
            <a:r>
              <a:rPr lang="en-US" sz="1600" b="1">
                <a:latin typeface="Arial" panose="020B0604020202020204" pitchFamily="34" charset="0"/>
                <a:cs typeface="Arial" panose="020B0604020202020204" pitchFamily="34" charset="0"/>
              </a:rPr>
              <a:t>Your slide deck</a:t>
            </a:r>
          </a:p>
        </p:txBody>
      </p:sp>
      <p:sp>
        <p:nvSpPr>
          <p:cNvPr id="13" name="Isosceles Triangle 12">
            <a:extLst>
              <a:ext uri="{FF2B5EF4-FFF2-40B4-BE49-F238E27FC236}">
                <a16:creationId xmlns:a16="http://schemas.microsoft.com/office/drawing/2014/main" id="{6335C9A2-CFA4-1D6E-7581-6C6159CA3ADA}"/>
              </a:ext>
            </a:extLst>
          </p:cNvPr>
          <p:cNvSpPr/>
          <p:nvPr/>
        </p:nvSpPr>
        <p:spPr>
          <a:xfrm>
            <a:off x="1326113" y="1991405"/>
            <a:ext cx="11165376" cy="929257"/>
          </a:xfrm>
          <a:prstGeom prst="triangle">
            <a:avLst/>
          </a:prstGeom>
          <a:solidFill>
            <a:schemeClr val="accent2"/>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180000" numCol="1" spcCol="0" rtlCol="0" fromWordArt="0" anchor="b" anchorCtr="0" forceAA="0" compatLnSpc="1">
            <a:prstTxWarp prst="textNoShape">
              <a:avLst/>
            </a:prstTxWarp>
            <a:noAutofit/>
          </a:bodyPr>
          <a:lstStyle/>
          <a:p>
            <a:pPr algn="ctr">
              <a:spcBef>
                <a:spcPts val="0"/>
              </a:spcBef>
              <a:spcAft>
                <a:spcPts val="0"/>
              </a:spcAft>
            </a:pPr>
            <a:r>
              <a:rPr lang="en-US" sz="2800">
                <a:solidFill>
                  <a:schemeClr val="bg1"/>
                </a:solidFill>
                <a:latin typeface="Arial" panose="020B0604020202020204" pitchFamily="34" charset="0"/>
                <a:cs typeface="Arial" panose="020B0604020202020204" pitchFamily="34" charset="0"/>
              </a:rPr>
              <a:t>Your Story</a:t>
            </a:r>
          </a:p>
        </p:txBody>
      </p:sp>
      <p:sp>
        <p:nvSpPr>
          <p:cNvPr id="11" name="ee4pHeader2">
            <a:extLst>
              <a:ext uri="{FF2B5EF4-FFF2-40B4-BE49-F238E27FC236}">
                <a16:creationId xmlns:a16="http://schemas.microsoft.com/office/drawing/2014/main" id="{DCDFE8DC-260A-F412-C73B-A88C2EA29D4F}"/>
              </a:ext>
            </a:extLst>
          </p:cNvPr>
          <p:cNvSpPr/>
          <p:nvPr>
            <p:custDataLst>
              <p:tags r:id="rId3"/>
            </p:custDataLst>
          </p:nvPr>
        </p:nvSpPr>
        <p:spPr bwMode="auto">
          <a:xfrm>
            <a:off x="1326113" y="3045824"/>
            <a:ext cx="2505038" cy="929257"/>
          </a:xfrm>
          <a:prstGeom prst="rect">
            <a:avLst/>
          </a:prstGeom>
          <a:solidFill>
            <a:schemeClr val="accent1">
              <a:lumMod val="100000"/>
            </a:schemeClr>
          </a:solidFill>
          <a:ln w="9525" cmpd="sng">
            <a:solidFill>
              <a:schemeClr val="accent1">
                <a:lumMod val="100000"/>
              </a:schemeClr>
            </a:solidFill>
            <a:prstDash val="solid"/>
            <a:miter lim="800000"/>
            <a:headEnd/>
            <a:tailEnd/>
          </a:ln>
          <a:effectLst/>
        </p:spPr>
        <p:txBody>
          <a:bodyPr lIns="90000" tIns="46800" rIns="90000" bIns="46800" anchor="ctr"/>
          <a:lstStyle/>
          <a:p>
            <a:pPr algn="ctr" eaLnBrk="0" hangingPunct="0">
              <a:spcBef>
                <a:spcPts val="0"/>
              </a:spcBef>
              <a:spcAft>
                <a:spcPct val="0"/>
              </a:spcAft>
            </a:pPr>
            <a:r>
              <a:rPr lang="en-US" sz="2400" b="1">
                <a:solidFill>
                  <a:schemeClr val="bg1"/>
                </a:solidFill>
                <a:latin typeface="Arial" panose="020B0604020202020204" pitchFamily="34" charset="0"/>
                <a:cs typeface="Arial" panose="020B0604020202020204" pitchFamily="34" charset="0"/>
              </a:rPr>
              <a:t>Why…</a:t>
            </a:r>
          </a:p>
          <a:p>
            <a:pPr algn="ctr" eaLnBrk="0" hangingPunct="0">
              <a:spcBef>
                <a:spcPts val="0"/>
              </a:spcBef>
              <a:spcAft>
                <a:spcPct val="0"/>
              </a:spcAft>
            </a:pPr>
            <a:r>
              <a:rPr lang="en-US" sz="1600">
                <a:solidFill>
                  <a:schemeClr val="bg1"/>
                </a:solidFill>
                <a:latin typeface="Arial" panose="020B0604020202020204" pitchFamily="34" charset="0"/>
                <a:cs typeface="Arial" panose="020B0604020202020204" pitchFamily="34" charset="0"/>
              </a:rPr>
              <a:t>Are you telling the story</a:t>
            </a:r>
          </a:p>
        </p:txBody>
      </p:sp>
      <p:sp>
        <p:nvSpPr>
          <p:cNvPr id="15" name="ee4pContent1">
            <a:extLst>
              <a:ext uri="{FF2B5EF4-FFF2-40B4-BE49-F238E27FC236}">
                <a16:creationId xmlns:a16="http://schemas.microsoft.com/office/drawing/2014/main" id="{FD049097-F6E4-C23D-6AEF-F29CA7B2921B}"/>
              </a:ext>
            </a:extLst>
          </p:cNvPr>
          <p:cNvSpPr txBox="1">
            <a:spLocks/>
          </p:cNvSpPr>
          <p:nvPr>
            <p:custDataLst>
              <p:tags r:id="rId4"/>
            </p:custDataLst>
          </p:nvPr>
        </p:nvSpPr>
        <p:spPr>
          <a:xfrm>
            <a:off x="1326113" y="3975080"/>
            <a:ext cx="2505038" cy="2084861"/>
          </a:xfrm>
          <a:prstGeom prst="rect">
            <a:avLst/>
          </a:prstGeom>
          <a:solidFill>
            <a:srgbClr val="FFFFFF">
              <a:lumMod val="100000"/>
            </a:srgbClr>
          </a:solidFill>
          <a:ln w="9525" cmpd="sng">
            <a:solidFill>
              <a:schemeClr val="accent1">
                <a:lumMod val="100000"/>
              </a:schemeClr>
            </a:solid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spcAft>
                <a:spcPts val="0"/>
              </a:spcAft>
              <a:buClrTx/>
              <a:buSzPct val="100000"/>
              <a:buFont typeface="Arial" panose="020B0604020202020204" pitchFamily="34" charset="0"/>
              <a:buChar char="•"/>
            </a:pPr>
            <a:r>
              <a:rPr lang="en-US"/>
              <a:t>Compel action</a:t>
            </a:r>
          </a:p>
          <a:p>
            <a:pPr lvl="1">
              <a:spcAft>
                <a:spcPts val="0"/>
              </a:spcAft>
              <a:buClrTx/>
              <a:buSzPct val="100000"/>
              <a:buFont typeface="Arial" panose="020B0604020202020204" pitchFamily="34" charset="0"/>
              <a:buChar char="•"/>
            </a:pPr>
            <a:r>
              <a:rPr lang="en-US"/>
              <a:t>Provoke a reaction</a:t>
            </a:r>
          </a:p>
          <a:p>
            <a:pPr lvl="1">
              <a:spcAft>
                <a:spcPts val="0"/>
              </a:spcAft>
              <a:buClrTx/>
              <a:buSzPct val="100000"/>
              <a:buFont typeface="Arial" panose="020B0604020202020204" pitchFamily="34" charset="0"/>
              <a:buChar char="•"/>
            </a:pPr>
            <a:r>
              <a:rPr lang="en-US"/>
              <a:t>Create a common viewpoint</a:t>
            </a:r>
          </a:p>
          <a:p>
            <a:pPr lvl="1">
              <a:spcAft>
                <a:spcPts val="0"/>
              </a:spcAft>
              <a:buClrTx/>
              <a:buSzPct val="100000"/>
              <a:buFont typeface="Arial" panose="020B0604020202020204" pitchFamily="34" charset="0"/>
              <a:buChar char="•"/>
            </a:pPr>
            <a:r>
              <a:rPr lang="en-US"/>
              <a:t>Others?</a:t>
            </a:r>
          </a:p>
        </p:txBody>
      </p:sp>
      <p:sp>
        <p:nvSpPr>
          <p:cNvPr id="10" name="ee4pHeader1">
            <a:extLst>
              <a:ext uri="{FF2B5EF4-FFF2-40B4-BE49-F238E27FC236}">
                <a16:creationId xmlns:a16="http://schemas.microsoft.com/office/drawing/2014/main" id="{8CA82D90-50EC-7FB4-0C01-80C90570EB62}"/>
              </a:ext>
            </a:extLst>
          </p:cNvPr>
          <p:cNvSpPr/>
          <p:nvPr>
            <p:custDataLst>
              <p:tags r:id="rId5"/>
            </p:custDataLst>
          </p:nvPr>
        </p:nvSpPr>
        <p:spPr bwMode="auto">
          <a:xfrm>
            <a:off x="4212892" y="3045824"/>
            <a:ext cx="2505038" cy="929257"/>
          </a:xfrm>
          <a:prstGeom prst="rect">
            <a:avLst/>
          </a:prstGeom>
          <a:solidFill>
            <a:schemeClr val="accent1">
              <a:lumMod val="100000"/>
            </a:schemeClr>
          </a:solidFill>
          <a:ln w="9525" cmpd="sng">
            <a:solidFill>
              <a:schemeClr val="accent1">
                <a:lumMod val="100000"/>
              </a:schemeClr>
            </a:solidFill>
            <a:prstDash val="solid"/>
            <a:miter lim="800000"/>
            <a:headEnd/>
            <a:tailEnd/>
          </a:ln>
          <a:effectLst/>
        </p:spPr>
        <p:txBody>
          <a:bodyPr lIns="90000" tIns="46800" rIns="90000" bIns="46800" anchor="ctr"/>
          <a:lstStyle/>
          <a:p>
            <a:pPr algn="ctr" eaLnBrk="0" hangingPunct="0">
              <a:spcBef>
                <a:spcPts val="0"/>
              </a:spcBef>
              <a:spcAft>
                <a:spcPct val="0"/>
              </a:spcAft>
            </a:pPr>
            <a:r>
              <a:rPr lang="en-US" sz="2400" b="1">
                <a:solidFill>
                  <a:schemeClr val="bg1"/>
                </a:solidFill>
                <a:latin typeface="Arial" panose="020B0604020202020204" pitchFamily="34" charset="0"/>
                <a:cs typeface="Arial" panose="020B0604020202020204" pitchFamily="34" charset="0"/>
              </a:rPr>
              <a:t>Who…</a:t>
            </a:r>
          </a:p>
          <a:p>
            <a:pPr algn="ctr" eaLnBrk="0" hangingPunct="0">
              <a:spcBef>
                <a:spcPts val="0"/>
              </a:spcBef>
              <a:spcAft>
                <a:spcPct val="0"/>
              </a:spcAft>
            </a:pPr>
            <a:r>
              <a:rPr lang="en-US" sz="1600">
                <a:solidFill>
                  <a:schemeClr val="bg1"/>
                </a:solidFill>
                <a:latin typeface="Arial" panose="020B0604020202020204" pitchFamily="34" charset="0"/>
                <a:cs typeface="Arial" panose="020B0604020202020204" pitchFamily="34" charset="0"/>
              </a:rPr>
              <a:t>Is your audience</a:t>
            </a:r>
          </a:p>
        </p:txBody>
      </p:sp>
      <p:sp>
        <p:nvSpPr>
          <p:cNvPr id="14" name="ee4pContent1">
            <a:extLst>
              <a:ext uri="{FF2B5EF4-FFF2-40B4-BE49-F238E27FC236}">
                <a16:creationId xmlns:a16="http://schemas.microsoft.com/office/drawing/2014/main" id="{9FA26A02-20F2-D710-F95E-0D3DD6079135}"/>
              </a:ext>
            </a:extLst>
          </p:cNvPr>
          <p:cNvSpPr txBox="1">
            <a:spLocks/>
          </p:cNvSpPr>
          <p:nvPr>
            <p:custDataLst>
              <p:tags r:id="rId6"/>
            </p:custDataLst>
          </p:nvPr>
        </p:nvSpPr>
        <p:spPr>
          <a:xfrm>
            <a:off x="4212892" y="3975080"/>
            <a:ext cx="2505038" cy="2084861"/>
          </a:xfrm>
          <a:prstGeom prst="rect">
            <a:avLst/>
          </a:prstGeom>
          <a:solidFill>
            <a:srgbClr val="FFFFFF">
              <a:lumMod val="100000"/>
            </a:srgbClr>
          </a:solidFill>
          <a:ln w="9525" cmpd="sng">
            <a:solidFill>
              <a:schemeClr val="accent1">
                <a:lumMod val="100000"/>
              </a:schemeClr>
            </a:solid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spcAft>
                <a:spcPts val="0"/>
              </a:spcAft>
              <a:buClrTx/>
              <a:buSzPct val="100000"/>
              <a:buFont typeface="Arial" panose="020B0604020202020204" pitchFamily="34" charset="0"/>
              <a:buChar char="•"/>
            </a:pPr>
            <a:r>
              <a:rPr lang="en-US"/>
              <a:t>Who is in the room?</a:t>
            </a:r>
          </a:p>
          <a:p>
            <a:pPr lvl="1">
              <a:spcAft>
                <a:spcPts val="0"/>
              </a:spcAft>
              <a:buClrTx/>
              <a:buSzPct val="100000"/>
              <a:buFont typeface="Arial" panose="020B0604020202020204" pitchFamily="34" charset="0"/>
              <a:buChar char="•"/>
            </a:pPr>
            <a:r>
              <a:rPr lang="en-US"/>
              <a:t>Who is not in the room, but may see the deck?</a:t>
            </a:r>
          </a:p>
          <a:p>
            <a:pPr lvl="1">
              <a:spcAft>
                <a:spcPts val="0"/>
              </a:spcAft>
              <a:buClrTx/>
              <a:buSzPct val="100000"/>
              <a:buFont typeface="Arial" panose="020B0604020202020204" pitchFamily="34" charset="0"/>
              <a:buChar char="•"/>
            </a:pPr>
            <a:r>
              <a:rPr lang="en-US"/>
              <a:t>What are their needs?</a:t>
            </a:r>
          </a:p>
          <a:p>
            <a:pPr lvl="1">
              <a:spcAft>
                <a:spcPts val="0"/>
              </a:spcAft>
              <a:buClrTx/>
              <a:buSzPct val="100000"/>
              <a:buFont typeface="Arial" panose="020B0604020202020204" pitchFamily="34" charset="0"/>
              <a:buChar char="•"/>
            </a:pPr>
            <a:r>
              <a:rPr lang="en-US"/>
              <a:t>What is their perspective?</a:t>
            </a:r>
          </a:p>
        </p:txBody>
      </p:sp>
      <p:sp>
        <p:nvSpPr>
          <p:cNvPr id="12" name="ee4pHeader3">
            <a:extLst>
              <a:ext uri="{FF2B5EF4-FFF2-40B4-BE49-F238E27FC236}">
                <a16:creationId xmlns:a16="http://schemas.microsoft.com/office/drawing/2014/main" id="{261D2B22-CE2A-452A-47B6-3F247CB75E92}"/>
              </a:ext>
            </a:extLst>
          </p:cNvPr>
          <p:cNvSpPr/>
          <p:nvPr>
            <p:custDataLst>
              <p:tags r:id="rId7"/>
            </p:custDataLst>
          </p:nvPr>
        </p:nvSpPr>
        <p:spPr bwMode="auto">
          <a:xfrm>
            <a:off x="7099671" y="3045824"/>
            <a:ext cx="2505038" cy="929257"/>
          </a:xfrm>
          <a:prstGeom prst="rect">
            <a:avLst/>
          </a:prstGeom>
          <a:solidFill>
            <a:schemeClr val="accent1">
              <a:lumMod val="100000"/>
            </a:schemeClr>
          </a:solidFill>
          <a:ln w="9525" cmpd="sng">
            <a:solidFill>
              <a:schemeClr val="accent1">
                <a:lumMod val="100000"/>
              </a:schemeClr>
            </a:solidFill>
            <a:prstDash val="solid"/>
            <a:miter lim="800000"/>
            <a:headEnd/>
            <a:tailEnd/>
          </a:ln>
          <a:effectLst/>
        </p:spPr>
        <p:txBody>
          <a:bodyPr lIns="90000" tIns="46800" rIns="90000" bIns="46800" anchor="ctr"/>
          <a:lstStyle/>
          <a:p>
            <a:pPr algn="ctr" eaLnBrk="0" hangingPunct="0">
              <a:spcBef>
                <a:spcPts val="0"/>
              </a:spcBef>
              <a:spcAft>
                <a:spcPct val="0"/>
              </a:spcAft>
            </a:pPr>
            <a:r>
              <a:rPr lang="en-US" sz="2400" b="1">
                <a:solidFill>
                  <a:schemeClr val="bg1"/>
                </a:solidFill>
                <a:latin typeface="Arial" panose="020B0604020202020204" pitchFamily="34" charset="0"/>
                <a:cs typeface="Arial" panose="020B0604020202020204" pitchFamily="34" charset="0"/>
              </a:rPr>
              <a:t>What…</a:t>
            </a:r>
          </a:p>
          <a:p>
            <a:pPr algn="ctr" eaLnBrk="0" hangingPunct="0">
              <a:spcBef>
                <a:spcPts val="0"/>
              </a:spcBef>
              <a:spcAft>
                <a:spcPct val="0"/>
              </a:spcAft>
            </a:pPr>
            <a:r>
              <a:rPr lang="en-US" sz="1600">
                <a:solidFill>
                  <a:schemeClr val="bg1"/>
                </a:solidFill>
                <a:latin typeface="Arial" panose="020B0604020202020204" pitchFamily="34" charset="0"/>
                <a:cs typeface="Arial" panose="020B0604020202020204" pitchFamily="34" charset="0"/>
              </a:rPr>
              <a:t>Is your key message</a:t>
            </a:r>
          </a:p>
        </p:txBody>
      </p:sp>
      <p:sp>
        <p:nvSpPr>
          <p:cNvPr id="16" name="ee4pContent1">
            <a:extLst>
              <a:ext uri="{FF2B5EF4-FFF2-40B4-BE49-F238E27FC236}">
                <a16:creationId xmlns:a16="http://schemas.microsoft.com/office/drawing/2014/main" id="{B0907226-B2EB-2E0B-6B17-E892E2A3D536}"/>
              </a:ext>
            </a:extLst>
          </p:cNvPr>
          <p:cNvSpPr txBox="1">
            <a:spLocks/>
          </p:cNvSpPr>
          <p:nvPr>
            <p:custDataLst>
              <p:tags r:id="rId8"/>
            </p:custDataLst>
          </p:nvPr>
        </p:nvSpPr>
        <p:spPr>
          <a:xfrm>
            <a:off x="7099671" y="3975080"/>
            <a:ext cx="2505038" cy="2084861"/>
          </a:xfrm>
          <a:prstGeom prst="rect">
            <a:avLst/>
          </a:prstGeom>
          <a:solidFill>
            <a:srgbClr val="FFFFFF">
              <a:lumMod val="100000"/>
            </a:srgbClr>
          </a:solidFill>
          <a:ln w="9525" cmpd="sng">
            <a:solidFill>
              <a:schemeClr val="accent1">
                <a:lumMod val="100000"/>
              </a:schemeClr>
            </a:solid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spcAft>
                <a:spcPts val="0"/>
              </a:spcAft>
              <a:buClrTx/>
              <a:buSzPct val="100000"/>
              <a:buFont typeface="Arial" panose="020B0604020202020204" pitchFamily="34" charset="0"/>
              <a:buChar char="•"/>
            </a:pPr>
            <a:r>
              <a:rPr lang="en-US"/>
              <a:t>Answer the key question…FIRST</a:t>
            </a:r>
          </a:p>
          <a:p>
            <a:pPr lvl="1">
              <a:spcAft>
                <a:spcPts val="0"/>
              </a:spcAft>
              <a:buClrTx/>
              <a:buSzPct val="100000"/>
              <a:buFont typeface="Arial" panose="020B0604020202020204" pitchFamily="34" charset="0"/>
              <a:buChar char="•"/>
            </a:pPr>
            <a:r>
              <a:rPr lang="en-US"/>
              <a:t>Frame in terms of ‘so-what’</a:t>
            </a:r>
          </a:p>
          <a:p>
            <a:pPr lvl="1">
              <a:spcAft>
                <a:spcPts val="0"/>
              </a:spcAft>
              <a:buClrTx/>
              <a:buSzPct val="100000"/>
              <a:buFont typeface="Arial" panose="020B0604020202020204" pitchFamily="34" charset="0"/>
              <a:buChar char="•"/>
            </a:pPr>
            <a:r>
              <a:rPr lang="en-US"/>
              <a:t>Include only what your audience needs to know</a:t>
            </a:r>
          </a:p>
        </p:txBody>
      </p:sp>
      <p:sp>
        <p:nvSpPr>
          <p:cNvPr id="17" name="ee4pContent1">
            <a:extLst>
              <a:ext uri="{FF2B5EF4-FFF2-40B4-BE49-F238E27FC236}">
                <a16:creationId xmlns:a16="http://schemas.microsoft.com/office/drawing/2014/main" id="{CF4F2F95-CB42-FBD0-65B7-0C10DBFC4DC0}"/>
              </a:ext>
            </a:extLst>
          </p:cNvPr>
          <p:cNvSpPr txBox="1">
            <a:spLocks/>
          </p:cNvSpPr>
          <p:nvPr>
            <p:custDataLst>
              <p:tags r:id="rId9"/>
            </p:custDataLst>
          </p:nvPr>
        </p:nvSpPr>
        <p:spPr>
          <a:xfrm>
            <a:off x="9986451" y="3975080"/>
            <a:ext cx="2505038" cy="2084861"/>
          </a:xfrm>
          <a:prstGeom prst="rect">
            <a:avLst/>
          </a:prstGeom>
          <a:solidFill>
            <a:srgbClr val="FFFFFF">
              <a:lumMod val="100000"/>
            </a:srgbClr>
          </a:solidFill>
          <a:ln w="9525" cmpd="sng">
            <a:solidFill>
              <a:schemeClr val="accent1">
                <a:lumMod val="100000"/>
              </a:schemeClr>
            </a:solid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spcAft>
                <a:spcPts val="0"/>
              </a:spcAft>
              <a:buClrTx/>
              <a:buSzPct val="100000"/>
              <a:buFont typeface="Arial" panose="020B0604020202020204" pitchFamily="34" charset="0"/>
              <a:buChar char="•"/>
            </a:pPr>
            <a:r>
              <a:rPr lang="en-US"/>
              <a:t>How can you build credibility</a:t>
            </a:r>
          </a:p>
          <a:p>
            <a:pPr lvl="1">
              <a:spcAft>
                <a:spcPts val="0"/>
              </a:spcAft>
              <a:buClrTx/>
              <a:buSzPct val="100000"/>
              <a:buFont typeface="Arial" panose="020B0604020202020204" pitchFamily="34" charset="0"/>
              <a:buChar char="•"/>
            </a:pPr>
            <a:r>
              <a:rPr lang="en-US"/>
              <a:t>Do we need data?</a:t>
            </a:r>
          </a:p>
          <a:p>
            <a:pPr lvl="1">
              <a:spcAft>
                <a:spcPts val="0"/>
              </a:spcAft>
              <a:buClrTx/>
              <a:buSzPct val="100000"/>
              <a:buFont typeface="Arial" panose="020B0604020202020204" pitchFamily="34" charset="0"/>
              <a:buChar char="•"/>
            </a:pPr>
            <a:r>
              <a:rPr lang="en-US"/>
              <a:t>Can you involve your audience?</a:t>
            </a:r>
          </a:p>
        </p:txBody>
      </p:sp>
      <p:sp>
        <p:nvSpPr>
          <p:cNvPr id="18" name="ee4pHeader3">
            <a:extLst>
              <a:ext uri="{FF2B5EF4-FFF2-40B4-BE49-F238E27FC236}">
                <a16:creationId xmlns:a16="http://schemas.microsoft.com/office/drawing/2014/main" id="{BB2E0F3D-B048-5FBA-DD4D-B7437E7ECAC6}"/>
              </a:ext>
            </a:extLst>
          </p:cNvPr>
          <p:cNvSpPr/>
          <p:nvPr>
            <p:custDataLst>
              <p:tags r:id="rId10"/>
            </p:custDataLst>
          </p:nvPr>
        </p:nvSpPr>
        <p:spPr bwMode="auto">
          <a:xfrm>
            <a:off x="9986451" y="3045824"/>
            <a:ext cx="2505038" cy="929257"/>
          </a:xfrm>
          <a:prstGeom prst="rect">
            <a:avLst/>
          </a:prstGeom>
          <a:solidFill>
            <a:schemeClr val="accent1">
              <a:lumMod val="100000"/>
            </a:schemeClr>
          </a:solidFill>
          <a:ln w="9525" cmpd="sng">
            <a:solidFill>
              <a:schemeClr val="accent1">
                <a:lumMod val="100000"/>
              </a:schemeClr>
            </a:solidFill>
            <a:prstDash val="solid"/>
            <a:miter lim="800000"/>
            <a:headEnd/>
            <a:tailEnd/>
          </a:ln>
          <a:effectLst/>
        </p:spPr>
        <p:txBody>
          <a:bodyPr lIns="90000" tIns="46800" rIns="90000" bIns="46800" anchor="ctr"/>
          <a:lstStyle/>
          <a:p>
            <a:pPr algn="ctr" eaLnBrk="0" hangingPunct="0">
              <a:spcBef>
                <a:spcPts val="0"/>
              </a:spcBef>
              <a:spcAft>
                <a:spcPct val="0"/>
              </a:spcAft>
            </a:pPr>
            <a:r>
              <a:rPr lang="en-US" sz="2400" b="1">
                <a:solidFill>
                  <a:schemeClr val="bg1"/>
                </a:solidFill>
                <a:latin typeface="Arial" panose="020B0604020202020204" pitchFamily="34" charset="0"/>
                <a:cs typeface="Arial" panose="020B0604020202020204" pitchFamily="34" charset="0"/>
              </a:rPr>
              <a:t>How…</a:t>
            </a:r>
          </a:p>
          <a:p>
            <a:pPr algn="ctr" eaLnBrk="0" hangingPunct="0">
              <a:spcBef>
                <a:spcPts val="0"/>
              </a:spcBef>
              <a:spcAft>
                <a:spcPct val="0"/>
              </a:spcAft>
            </a:pPr>
            <a:r>
              <a:rPr lang="en-US" sz="1600">
                <a:solidFill>
                  <a:schemeClr val="bg1"/>
                </a:solidFill>
                <a:latin typeface="Arial" panose="020B0604020202020204" pitchFamily="34" charset="0"/>
                <a:cs typeface="Arial" panose="020B0604020202020204" pitchFamily="34" charset="0"/>
              </a:rPr>
              <a:t>Can you communicate it?</a:t>
            </a:r>
          </a:p>
        </p:txBody>
      </p:sp>
      <p:grpSp>
        <p:nvGrpSpPr>
          <p:cNvPr id="2" name="Group 1">
            <a:extLst>
              <a:ext uri="{FF2B5EF4-FFF2-40B4-BE49-F238E27FC236}">
                <a16:creationId xmlns:a16="http://schemas.microsoft.com/office/drawing/2014/main" id="{C32FC06E-889E-E3FB-584D-0D1DCFC892E3}"/>
              </a:ext>
            </a:extLst>
          </p:cNvPr>
          <p:cNvGrpSpPr/>
          <p:nvPr/>
        </p:nvGrpSpPr>
        <p:grpSpPr>
          <a:xfrm>
            <a:off x="10874499" y="0"/>
            <a:ext cx="2943101" cy="914400"/>
            <a:chOff x="10874499" y="0"/>
            <a:chExt cx="2943101" cy="914400"/>
          </a:xfrm>
        </p:grpSpPr>
        <p:grpSp>
          <p:nvGrpSpPr>
            <p:cNvPr id="6" name="Group 5">
              <a:extLst>
                <a:ext uri="{FF2B5EF4-FFF2-40B4-BE49-F238E27FC236}">
                  <a16:creationId xmlns:a16="http://schemas.microsoft.com/office/drawing/2014/main" id="{7CB55921-852D-D5D6-8C17-CFF1BE10D47C}"/>
                </a:ext>
              </a:extLst>
            </p:cNvPr>
            <p:cNvGrpSpPr/>
            <p:nvPr/>
          </p:nvGrpSpPr>
          <p:grpSpPr>
            <a:xfrm>
              <a:off x="12903200" y="0"/>
              <a:ext cx="914400" cy="914400"/>
              <a:chOff x="12903200" y="0"/>
              <a:chExt cx="914400" cy="914400"/>
            </a:xfrm>
          </p:grpSpPr>
          <p:sp>
            <p:nvSpPr>
              <p:cNvPr id="19" name="Right Triangle 18">
                <a:extLst>
                  <a:ext uri="{FF2B5EF4-FFF2-40B4-BE49-F238E27FC236}">
                    <a16:creationId xmlns:a16="http://schemas.microsoft.com/office/drawing/2014/main" id="{8EAD4504-4CBC-DA42-4360-8D1A6173EB4C}"/>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20" name="Oval 20">
                <a:extLst>
                  <a:ext uri="{FF2B5EF4-FFF2-40B4-BE49-F238E27FC236}">
                    <a16:creationId xmlns:a16="http://schemas.microsoft.com/office/drawing/2014/main" id="{44CD9F35-31AA-DA83-B4C1-0C73A3AD9357}"/>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8" name="TextBox 7">
              <a:extLst>
                <a:ext uri="{FF2B5EF4-FFF2-40B4-BE49-F238E27FC236}">
                  <a16:creationId xmlns:a16="http://schemas.microsoft.com/office/drawing/2014/main" id="{1CF155A2-2206-F1D9-348B-05C35A0B67E7}"/>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21" name="TextBox 20">
            <a:extLst>
              <a:ext uri="{FF2B5EF4-FFF2-40B4-BE49-F238E27FC236}">
                <a16:creationId xmlns:a16="http://schemas.microsoft.com/office/drawing/2014/main" id="{40B47723-CB92-5240-7123-09D9AB88D5CF}"/>
              </a:ext>
            </a:extLst>
          </p:cNvPr>
          <p:cNvSpPr txBox="1"/>
          <p:nvPr/>
        </p:nvSpPr>
        <p:spPr>
          <a:xfrm>
            <a:off x="448969" y="51368"/>
            <a:ext cx="2043004" cy="276999"/>
          </a:xfrm>
          <a:prstGeom prst="rect">
            <a:avLst/>
          </a:prstGeom>
          <a:noFill/>
        </p:spPr>
        <p:txBody>
          <a:bodyPr wrap="square" lIns="0" tIns="45720" rIns="0" bIns="45720" rtlCol="0" anchor="ctr">
            <a:spAutoFit/>
          </a:bodyPr>
          <a:lstStyle/>
          <a:p>
            <a:pPr algn="l"/>
            <a:r>
              <a:rPr lang="en-US" b="1"/>
              <a:t>1) Structuring a slide deck</a:t>
            </a:r>
          </a:p>
        </p:txBody>
      </p:sp>
    </p:spTree>
    <p:extLst>
      <p:ext uri="{BB962C8B-B14F-4D97-AF65-F5344CB8AC3E}">
        <p14:creationId xmlns:p14="http://schemas.microsoft.com/office/powerpoint/2010/main" val="103012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61239D6-D9CD-001E-6E3D-9CCE15851447}"/>
              </a:ext>
            </a:extLst>
          </p:cNvPr>
          <p:cNvGraphicFramePr>
            <a:graphicFrameLocks noChangeAspect="1"/>
          </p:cNvGraphicFramePr>
          <p:nvPr>
            <p:custDataLst>
              <p:tags r:id="rId1"/>
            </p:custDataLst>
            <p:extLst>
              <p:ext uri="{D42A27DB-BD31-4B8C-83A1-F6EECF244321}">
                <p14:modId xmlns:p14="http://schemas.microsoft.com/office/powerpoint/2010/main" val="6394421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861239D6-D9CD-001E-6E3D-9CCE158514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09D7DC7-AF22-0CAA-B5AA-2EBBF6B9A27A}"/>
              </a:ext>
            </a:extLst>
          </p:cNvPr>
          <p:cNvSpPr>
            <a:spLocks noGrp="1"/>
          </p:cNvSpPr>
          <p:nvPr>
            <p:ph type="title"/>
          </p:nvPr>
        </p:nvSpPr>
        <p:spPr/>
        <p:txBody>
          <a:bodyPr vert="horz"/>
          <a:lstStyle/>
          <a:p>
            <a:r>
              <a:rPr lang="en-US">
                <a:solidFill>
                  <a:schemeClr val="accent2"/>
                </a:solidFill>
              </a:rPr>
              <a:t>Bringing it to life | </a:t>
            </a:r>
            <a:r>
              <a:rPr lang="en-US"/>
              <a:t>Pyramid principle elevates answer to the top</a:t>
            </a:r>
          </a:p>
        </p:txBody>
      </p:sp>
      <p:sp>
        <p:nvSpPr>
          <p:cNvPr id="4" name="Subtitle 3">
            <a:extLst>
              <a:ext uri="{FF2B5EF4-FFF2-40B4-BE49-F238E27FC236}">
                <a16:creationId xmlns:a16="http://schemas.microsoft.com/office/drawing/2014/main" id="{B6CC58D2-5582-78E9-40EB-EFEB3AA1B0FD}"/>
              </a:ext>
            </a:extLst>
          </p:cNvPr>
          <p:cNvSpPr>
            <a:spLocks noGrp="1"/>
          </p:cNvSpPr>
          <p:nvPr>
            <p:ph type="subTitle" idx="1"/>
          </p:nvPr>
        </p:nvSpPr>
        <p:spPr/>
        <p:txBody>
          <a:bodyPr/>
          <a:lstStyle/>
          <a:p>
            <a:r>
              <a:rPr lang="en-US"/>
              <a:t>Answer always comes first – supporting ideas (arguments and evidence grouped together logically)</a:t>
            </a:r>
          </a:p>
        </p:txBody>
      </p:sp>
      <p:sp>
        <p:nvSpPr>
          <p:cNvPr id="5" name="Footer Placeholder 4">
            <a:extLst>
              <a:ext uri="{FF2B5EF4-FFF2-40B4-BE49-F238E27FC236}">
                <a16:creationId xmlns:a16="http://schemas.microsoft.com/office/drawing/2014/main" id="{F9F28359-9765-16B2-4FF9-A4F4B59B4078}"/>
              </a:ext>
            </a:extLst>
          </p:cNvPr>
          <p:cNvSpPr>
            <a:spLocks noGrp="1"/>
          </p:cNvSpPr>
          <p:nvPr>
            <p:ph type="ftr" sz="quarter" idx="3"/>
          </p:nvPr>
        </p:nvSpPr>
        <p:spPr/>
        <p:txBody>
          <a:bodyPr/>
          <a:lstStyle/>
          <a:p>
            <a:r>
              <a:rPr lang="en-CA"/>
              <a:t>2024</a:t>
            </a:r>
          </a:p>
        </p:txBody>
      </p:sp>
      <p:sp>
        <p:nvSpPr>
          <p:cNvPr id="19" name="Freeform 15">
            <a:extLst>
              <a:ext uri="{FF2B5EF4-FFF2-40B4-BE49-F238E27FC236}">
                <a16:creationId xmlns:a16="http://schemas.microsoft.com/office/drawing/2014/main" id="{CFAE93E7-3AD0-D63E-90F7-EB1F31F515CC}"/>
              </a:ext>
            </a:extLst>
          </p:cNvPr>
          <p:cNvSpPr/>
          <p:nvPr/>
        </p:nvSpPr>
        <p:spPr>
          <a:xfrm>
            <a:off x="2277602" y="2418227"/>
            <a:ext cx="1695455" cy="1376207"/>
          </a:xfrm>
          <a:custGeom>
            <a:avLst/>
            <a:gdLst>
              <a:gd name="connsiteX0" fmla="*/ 867893 w 1735787"/>
              <a:gd name="connsiteY0" fmla="*/ 0 h 1408944"/>
              <a:gd name="connsiteX1" fmla="*/ 1735787 w 1735787"/>
              <a:gd name="connsiteY1" fmla="*/ 1408944 h 1408944"/>
              <a:gd name="connsiteX2" fmla="*/ 0 w 1735787"/>
              <a:gd name="connsiteY2" fmla="*/ 1408944 h 1408944"/>
              <a:gd name="connsiteX3" fmla="*/ 867893 w 1735787"/>
              <a:gd name="connsiteY3" fmla="*/ 0 h 1408944"/>
            </a:gdLst>
            <a:ahLst/>
            <a:cxnLst>
              <a:cxn ang="0">
                <a:pos x="connsiteX0" y="connsiteY0"/>
              </a:cxn>
              <a:cxn ang="0">
                <a:pos x="connsiteX1" y="connsiteY1"/>
              </a:cxn>
              <a:cxn ang="0">
                <a:pos x="connsiteX2" y="connsiteY2"/>
              </a:cxn>
              <a:cxn ang="0">
                <a:pos x="connsiteX3" y="connsiteY3"/>
              </a:cxn>
            </a:cxnLst>
            <a:rect l="l" t="t" r="r" b="b"/>
            <a:pathLst>
              <a:path w="1735787" h="1408944">
                <a:moveTo>
                  <a:pt x="867893" y="0"/>
                </a:moveTo>
                <a:lnTo>
                  <a:pt x="1735787" y="1408944"/>
                </a:lnTo>
                <a:lnTo>
                  <a:pt x="0" y="1408944"/>
                </a:lnTo>
                <a:lnTo>
                  <a:pt x="867893" y="0"/>
                </a:lnTo>
                <a:close/>
              </a:path>
            </a:pathLst>
          </a:custGeom>
          <a:solidFill>
            <a:schemeClr val="accent2">
              <a:lumMod val="20000"/>
              <a:lumOff val="80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288000" rIns="72000" bIns="72000" numCol="1" spcCol="0" rtlCol="0" fromWordArt="0" anchor="ctr" anchorCtr="0" forceAA="0" compatLnSpc="1">
            <a:prstTxWarp prst="textNoShape">
              <a:avLst/>
            </a:prstTxWarp>
            <a:noAutofit/>
          </a:bodyPr>
          <a:lstStyle/>
          <a:p>
            <a:pPr algn="ctr">
              <a:spcBef>
                <a:spcPts val="0"/>
              </a:spcBef>
              <a:spcAft>
                <a:spcPts val="0"/>
              </a:spcAft>
            </a:pPr>
            <a:r>
              <a:rPr lang="en-US" sz="2800">
                <a:solidFill>
                  <a:schemeClr val="tx1"/>
                </a:solidFill>
                <a:latin typeface="Arial" panose="020B0604020202020204" pitchFamily="34" charset="0"/>
                <a:cs typeface="Arial" panose="020B0604020202020204" pitchFamily="34" charset="0"/>
              </a:rPr>
              <a:t>01</a:t>
            </a:r>
          </a:p>
          <a:p>
            <a:pPr algn="ctr">
              <a:spcBef>
                <a:spcPts val="0"/>
              </a:spcBef>
              <a:spcAft>
                <a:spcPts val="0"/>
              </a:spcAft>
            </a:pPr>
            <a:r>
              <a:rPr lang="en-US" sz="1800">
                <a:solidFill>
                  <a:schemeClr val="tx1"/>
                </a:solidFill>
                <a:latin typeface="Arial" panose="020B0604020202020204" pitchFamily="34" charset="0"/>
                <a:cs typeface="Arial" panose="020B0604020202020204" pitchFamily="34" charset="0"/>
              </a:rPr>
              <a:t>Conclusion</a:t>
            </a:r>
          </a:p>
        </p:txBody>
      </p:sp>
      <p:sp>
        <p:nvSpPr>
          <p:cNvPr id="20" name="Freeform 13">
            <a:extLst>
              <a:ext uri="{FF2B5EF4-FFF2-40B4-BE49-F238E27FC236}">
                <a16:creationId xmlns:a16="http://schemas.microsoft.com/office/drawing/2014/main" id="{10D7B331-1207-8CAE-3CC2-75AFF4F4B540}"/>
              </a:ext>
            </a:extLst>
          </p:cNvPr>
          <p:cNvSpPr/>
          <p:nvPr/>
        </p:nvSpPr>
        <p:spPr>
          <a:xfrm>
            <a:off x="1363285" y="3902534"/>
            <a:ext cx="3524086" cy="1376207"/>
          </a:xfrm>
          <a:custGeom>
            <a:avLst/>
            <a:gdLst>
              <a:gd name="connsiteX0" fmla="*/ 867893 w 3607918"/>
              <a:gd name="connsiteY0" fmla="*/ 0 h 1408944"/>
              <a:gd name="connsiteX1" fmla="*/ 2740025 w 3607918"/>
              <a:gd name="connsiteY1" fmla="*/ 0 h 1408944"/>
              <a:gd name="connsiteX2" fmla="*/ 3607918 w 3607918"/>
              <a:gd name="connsiteY2" fmla="*/ 1408944 h 1408944"/>
              <a:gd name="connsiteX3" fmla="*/ 0 w 3607918"/>
              <a:gd name="connsiteY3" fmla="*/ 1408944 h 1408944"/>
              <a:gd name="connsiteX4" fmla="*/ 867893 w 3607918"/>
              <a:gd name="connsiteY4" fmla="*/ 0 h 1408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7918" h="1408944">
                <a:moveTo>
                  <a:pt x="867893" y="0"/>
                </a:moveTo>
                <a:lnTo>
                  <a:pt x="2740025" y="0"/>
                </a:lnTo>
                <a:lnTo>
                  <a:pt x="3607918" y="1408944"/>
                </a:lnTo>
                <a:lnTo>
                  <a:pt x="0" y="1408944"/>
                </a:lnTo>
                <a:lnTo>
                  <a:pt x="867893" y="0"/>
                </a:lnTo>
                <a:close/>
              </a:path>
            </a:pathLst>
          </a:custGeom>
          <a:solidFill>
            <a:schemeClr val="accent1">
              <a:lumMod val="75000"/>
            </a:schemeClr>
          </a:solidFill>
          <a:ln w="9525"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0"/>
              </a:spcBef>
              <a:spcAft>
                <a:spcPts val="0"/>
              </a:spcAft>
            </a:pPr>
            <a:r>
              <a:rPr lang="en-US" sz="2800">
                <a:solidFill>
                  <a:srgbClr val="FFFFFF"/>
                </a:solidFill>
                <a:latin typeface="Arial" panose="020B0604020202020204" pitchFamily="34" charset="0"/>
                <a:cs typeface="Arial" panose="020B0604020202020204" pitchFamily="34" charset="0"/>
              </a:rPr>
              <a:t>02</a:t>
            </a:r>
          </a:p>
          <a:p>
            <a:pPr algn="ctr">
              <a:spcBef>
                <a:spcPts val="0"/>
              </a:spcBef>
              <a:spcAft>
                <a:spcPts val="0"/>
              </a:spcAft>
            </a:pPr>
            <a:r>
              <a:rPr lang="en-US" sz="1800">
                <a:solidFill>
                  <a:srgbClr val="FFFFFF"/>
                </a:solidFill>
                <a:latin typeface="Arial" panose="020B0604020202020204" pitchFamily="34" charset="0"/>
                <a:cs typeface="Arial" panose="020B0604020202020204" pitchFamily="34" charset="0"/>
              </a:rPr>
              <a:t>Key arguments</a:t>
            </a:r>
          </a:p>
        </p:txBody>
      </p:sp>
      <p:sp>
        <p:nvSpPr>
          <p:cNvPr id="21" name="Freeform 12">
            <a:extLst>
              <a:ext uri="{FF2B5EF4-FFF2-40B4-BE49-F238E27FC236}">
                <a16:creationId xmlns:a16="http://schemas.microsoft.com/office/drawing/2014/main" id="{8588EB11-3221-FF26-F3B1-3ED5DE7FC861}"/>
              </a:ext>
            </a:extLst>
          </p:cNvPr>
          <p:cNvSpPr/>
          <p:nvPr/>
        </p:nvSpPr>
        <p:spPr>
          <a:xfrm>
            <a:off x="448969" y="5386840"/>
            <a:ext cx="5352720" cy="1376208"/>
          </a:xfrm>
          <a:custGeom>
            <a:avLst/>
            <a:gdLst>
              <a:gd name="connsiteX0" fmla="*/ 867894 w 5480051"/>
              <a:gd name="connsiteY0" fmla="*/ 0 h 1408945"/>
              <a:gd name="connsiteX1" fmla="*/ 4612157 w 5480051"/>
              <a:gd name="connsiteY1" fmla="*/ 0 h 1408945"/>
              <a:gd name="connsiteX2" fmla="*/ 5480051 w 5480051"/>
              <a:gd name="connsiteY2" fmla="*/ 1408945 h 1408945"/>
              <a:gd name="connsiteX3" fmla="*/ 0 w 5480051"/>
              <a:gd name="connsiteY3" fmla="*/ 1408945 h 1408945"/>
              <a:gd name="connsiteX4" fmla="*/ 867894 w 5480051"/>
              <a:gd name="connsiteY4" fmla="*/ 0 h 1408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051" h="1408945">
                <a:moveTo>
                  <a:pt x="867894" y="0"/>
                </a:moveTo>
                <a:lnTo>
                  <a:pt x="4612157" y="0"/>
                </a:lnTo>
                <a:lnTo>
                  <a:pt x="5480051" y="1408945"/>
                </a:lnTo>
                <a:lnTo>
                  <a:pt x="0" y="1408945"/>
                </a:lnTo>
                <a:lnTo>
                  <a:pt x="867894" y="0"/>
                </a:lnTo>
                <a:close/>
              </a:path>
            </a:pathLst>
          </a:custGeom>
          <a:solidFill>
            <a:schemeClr val="accent1"/>
          </a:solidFill>
          <a:ln w="9525" cap="flat" cmpd="sng" algn="ctr">
            <a:noFill/>
            <a:prstDash val="solid"/>
          </a:ln>
          <a:effectLst/>
          <a:extLst>
            <a:ext uri="{91240B29-F687-4F45-9708-019B960494DF}">
              <a14:hiddenLine xmlns:a14="http://schemas.microsoft.com/office/drawing/2010/main"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0"/>
              </a:spcBef>
              <a:spcAft>
                <a:spcPts val="0"/>
              </a:spcAft>
            </a:pPr>
            <a:r>
              <a:rPr lang="en-US" sz="2800">
                <a:solidFill>
                  <a:srgbClr val="FFFFFF"/>
                </a:solidFill>
                <a:latin typeface="Arial" panose="020B0604020202020204" pitchFamily="34" charset="0"/>
                <a:cs typeface="Arial" panose="020B0604020202020204" pitchFamily="34" charset="0"/>
              </a:rPr>
              <a:t>03</a:t>
            </a:r>
          </a:p>
          <a:p>
            <a:pPr algn="ctr">
              <a:spcBef>
                <a:spcPts val="0"/>
              </a:spcBef>
              <a:spcAft>
                <a:spcPts val="0"/>
              </a:spcAft>
            </a:pPr>
            <a:r>
              <a:rPr lang="en-US" sz="1800">
                <a:solidFill>
                  <a:srgbClr val="FFFFFF"/>
                </a:solidFill>
                <a:latin typeface="Arial" panose="020B0604020202020204" pitchFamily="34" charset="0"/>
                <a:cs typeface="Arial" panose="020B0604020202020204" pitchFamily="34" charset="0"/>
              </a:rPr>
              <a:t>Evidence</a:t>
            </a:r>
          </a:p>
        </p:txBody>
      </p:sp>
      <p:pic>
        <p:nvPicPr>
          <p:cNvPr id="32" name="Picture 31">
            <a:extLst>
              <a:ext uri="{FF2B5EF4-FFF2-40B4-BE49-F238E27FC236}">
                <a16:creationId xmlns:a16="http://schemas.microsoft.com/office/drawing/2014/main" id="{12EDF0EC-540F-18DD-CCAD-67A2B447949A}"/>
              </a:ext>
            </a:extLst>
          </p:cNvPr>
          <p:cNvPicPr>
            <a:picLocks noChangeAspect="1"/>
          </p:cNvPicPr>
          <p:nvPr/>
        </p:nvPicPr>
        <p:blipFill>
          <a:blip r:embed="rId5" cstate="screen">
            <a:clrChange>
              <a:clrFrom>
                <a:srgbClr val="F2F2F2"/>
              </a:clrFrom>
              <a:clrTo>
                <a:srgbClr val="F2F2F2">
                  <a:alpha val="0"/>
                </a:srgbClr>
              </a:clrTo>
            </a:clrChange>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7853680" y="2403312"/>
            <a:ext cx="3769360" cy="3910868"/>
          </a:xfrm>
          <a:prstGeom prst="rect">
            <a:avLst/>
          </a:prstGeom>
        </p:spPr>
      </p:pic>
      <p:grpSp>
        <p:nvGrpSpPr>
          <p:cNvPr id="2" name="Group 1">
            <a:extLst>
              <a:ext uri="{FF2B5EF4-FFF2-40B4-BE49-F238E27FC236}">
                <a16:creationId xmlns:a16="http://schemas.microsoft.com/office/drawing/2014/main" id="{EC7061AB-0AB3-FC07-BA33-DA7943E50669}"/>
              </a:ext>
            </a:extLst>
          </p:cNvPr>
          <p:cNvGrpSpPr/>
          <p:nvPr/>
        </p:nvGrpSpPr>
        <p:grpSpPr>
          <a:xfrm>
            <a:off x="10874499" y="0"/>
            <a:ext cx="2943101" cy="914400"/>
            <a:chOff x="10874499" y="0"/>
            <a:chExt cx="2943101" cy="914400"/>
          </a:xfrm>
        </p:grpSpPr>
        <p:grpSp>
          <p:nvGrpSpPr>
            <p:cNvPr id="6" name="Group 5">
              <a:extLst>
                <a:ext uri="{FF2B5EF4-FFF2-40B4-BE49-F238E27FC236}">
                  <a16:creationId xmlns:a16="http://schemas.microsoft.com/office/drawing/2014/main" id="{3E7C5B0F-3D32-875E-61FC-FFBD8BB694A3}"/>
                </a:ext>
              </a:extLst>
            </p:cNvPr>
            <p:cNvGrpSpPr/>
            <p:nvPr/>
          </p:nvGrpSpPr>
          <p:grpSpPr>
            <a:xfrm>
              <a:off x="12903200" y="0"/>
              <a:ext cx="914400" cy="914400"/>
              <a:chOff x="12903200" y="0"/>
              <a:chExt cx="914400" cy="914400"/>
            </a:xfrm>
          </p:grpSpPr>
          <p:sp>
            <p:nvSpPr>
              <p:cNvPr id="9" name="Right Triangle 8">
                <a:extLst>
                  <a:ext uri="{FF2B5EF4-FFF2-40B4-BE49-F238E27FC236}">
                    <a16:creationId xmlns:a16="http://schemas.microsoft.com/office/drawing/2014/main" id="{199B4CB0-95F4-F644-839D-AC79A5993D30}"/>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0" name="Oval 20">
                <a:extLst>
                  <a:ext uri="{FF2B5EF4-FFF2-40B4-BE49-F238E27FC236}">
                    <a16:creationId xmlns:a16="http://schemas.microsoft.com/office/drawing/2014/main" id="{49B6B7CA-7D64-CC6E-D2AE-FC72F77019C8}"/>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8" name="TextBox 7">
              <a:extLst>
                <a:ext uri="{FF2B5EF4-FFF2-40B4-BE49-F238E27FC236}">
                  <a16:creationId xmlns:a16="http://schemas.microsoft.com/office/drawing/2014/main" id="{D303691E-E4E6-ECA4-9FB8-DAC96D21BB5D}"/>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11" name="TextBox 10">
            <a:extLst>
              <a:ext uri="{FF2B5EF4-FFF2-40B4-BE49-F238E27FC236}">
                <a16:creationId xmlns:a16="http://schemas.microsoft.com/office/drawing/2014/main" id="{6EACE2CE-4E5C-47CB-3633-B5730A9ABA69}"/>
              </a:ext>
            </a:extLst>
          </p:cNvPr>
          <p:cNvSpPr txBox="1"/>
          <p:nvPr/>
        </p:nvSpPr>
        <p:spPr>
          <a:xfrm>
            <a:off x="448969" y="51368"/>
            <a:ext cx="2043004" cy="276999"/>
          </a:xfrm>
          <a:prstGeom prst="rect">
            <a:avLst/>
          </a:prstGeom>
          <a:noFill/>
        </p:spPr>
        <p:txBody>
          <a:bodyPr wrap="square" lIns="0" tIns="45720" rIns="0" bIns="45720" rtlCol="0" anchor="ctr">
            <a:spAutoFit/>
          </a:bodyPr>
          <a:lstStyle/>
          <a:p>
            <a:pPr algn="l"/>
            <a:r>
              <a:rPr lang="en-US" b="1"/>
              <a:t>1) Structuring a slide deck</a:t>
            </a:r>
          </a:p>
        </p:txBody>
      </p:sp>
      <p:sp>
        <p:nvSpPr>
          <p:cNvPr id="13" name="Rectangle 12">
            <a:extLst>
              <a:ext uri="{FF2B5EF4-FFF2-40B4-BE49-F238E27FC236}">
                <a16:creationId xmlns:a16="http://schemas.microsoft.com/office/drawing/2014/main" id="{9D27FD09-E01A-C36D-2681-37C2D265C175}"/>
              </a:ext>
            </a:extLst>
          </p:cNvPr>
          <p:cNvSpPr/>
          <p:nvPr/>
        </p:nvSpPr>
        <p:spPr bwMode="auto">
          <a:xfrm>
            <a:off x="6364341" y="2056151"/>
            <a:ext cx="2088339" cy="179848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81088"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Let me tell you this super cool analysis I ran: First, I started by cleaning the dataset, reading three market reports, and applying the following assumptions…</a:t>
            </a:r>
          </a:p>
        </p:txBody>
      </p:sp>
      <p:grpSp>
        <p:nvGrpSpPr>
          <p:cNvPr id="14" name="Group 13">
            <a:extLst>
              <a:ext uri="{FF2B5EF4-FFF2-40B4-BE49-F238E27FC236}">
                <a16:creationId xmlns:a16="http://schemas.microsoft.com/office/drawing/2014/main" id="{2BF8CA56-0CFC-4DE6-8935-579A16BE5E4B}"/>
              </a:ext>
            </a:extLst>
          </p:cNvPr>
          <p:cNvGrpSpPr>
            <a:grpSpLocks noChangeAspect="1"/>
          </p:cNvGrpSpPr>
          <p:nvPr/>
        </p:nvGrpSpPr>
        <p:grpSpPr>
          <a:xfrm>
            <a:off x="6094466" y="2093843"/>
            <a:ext cx="269875" cy="269875"/>
            <a:chOff x="628650" y="3463925"/>
            <a:chExt cx="269875" cy="269875"/>
          </a:xfrm>
        </p:grpSpPr>
        <p:sp>
          <p:nvSpPr>
            <p:cNvPr id="15" name="Oval 14">
              <a:extLst>
                <a:ext uri="{FF2B5EF4-FFF2-40B4-BE49-F238E27FC236}">
                  <a16:creationId xmlns:a16="http://schemas.microsoft.com/office/drawing/2014/main" id="{223BBC98-2D55-83F2-8D00-449BB99E3666}"/>
                </a:ext>
              </a:extLst>
            </p:cNvPr>
            <p:cNvSpPr>
              <a:spLocks noChangeArrowheads="1"/>
            </p:cNvSpPr>
            <p:nvPr/>
          </p:nvSpPr>
          <p:spPr bwMode="auto">
            <a:xfrm>
              <a:off x="628650" y="3463925"/>
              <a:ext cx="269875" cy="269875"/>
            </a:xfrm>
            <a:prstGeom prst="ellipse">
              <a:avLst/>
            </a:prstGeom>
            <a:solidFill>
              <a:srgbClr val="1A0B60"/>
            </a:solidFill>
            <a:ln>
              <a:noFill/>
            </a:ln>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16" name="Freeform 16">
              <a:extLst>
                <a:ext uri="{FF2B5EF4-FFF2-40B4-BE49-F238E27FC236}">
                  <a16:creationId xmlns:a16="http://schemas.microsoft.com/office/drawing/2014/main" id="{84F891C6-8F26-0BB4-6F94-B3C86664D6CC}"/>
                </a:ext>
              </a:extLst>
            </p:cNvPr>
            <p:cNvSpPr>
              <a:spLocks noEditPoints="1"/>
            </p:cNvSpPr>
            <p:nvPr/>
          </p:nvSpPr>
          <p:spPr bwMode="auto">
            <a:xfrm>
              <a:off x="700087" y="3549650"/>
              <a:ext cx="127000" cy="98425"/>
            </a:xfrm>
            <a:custGeom>
              <a:avLst/>
              <a:gdLst>
                <a:gd name="T0" fmla="*/ 154 w 596"/>
                <a:gd name="T1" fmla="*/ 204 h 464"/>
                <a:gd name="T2" fmla="*/ 191 w 596"/>
                <a:gd name="T3" fmla="*/ 276 h 464"/>
                <a:gd name="T4" fmla="*/ 229 w 596"/>
                <a:gd name="T5" fmla="*/ 352 h 464"/>
                <a:gd name="T6" fmla="*/ 118 w 596"/>
                <a:gd name="T7" fmla="*/ 464 h 464"/>
                <a:gd name="T8" fmla="*/ 0 w 596"/>
                <a:gd name="T9" fmla="*/ 329 h 464"/>
                <a:gd name="T10" fmla="*/ 202 w 596"/>
                <a:gd name="T11" fmla="*/ 0 h 464"/>
                <a:gd name="T12" fmla="*/ 253 w 596"/>
                <a:gd name="T13" fmla="*/ 68 h 464"/>
                <a:gd name="T14" fmla="*/ 196 w 596"/>
                <a:gd name="T15" fmla="*/ 116 h 464"/>
                <a:gd name="T16" fmla="*/ 154 w 596"/>
                <a:gd name="T17" fmla="*/ 204 h 464"/>
                <a:gd name="T18" fmla="*/ 538 w 596"/>
                <a:gd name="T19" fmla="*/ 116 h 464"/>
                <a:gd name="T20" fmla="*/ 596 w 596"/>
                <a:gd name="T21" fmla="*/ 68 h 464"/>
                <a:gd name="T22" fmla="*/ 545 w 596"/>
                <a:gd name="T23" fmla="*/ 0 h 464"/>
                <a:gd name="T24" fmla="*/ 343 w 596"/>
                <a:gd name="T25" fmla="*/ 329 h 464"/>
                <a:gd name="T26" fmla="*/ 461 w 596"/>
                <a:gd name="T27" fmla="*/ 464 h 464"/>
                <a:gd name="T28" fmla="*/ 571 w 596"/>
                <a:gd name="T29" fmla="*/ 352 h 464"/>
                <a:gd name="T30" fmla="*/ 534 w 596"/>
                <a:gd name="T31" fmla="*/ 276 h 464"/>
                <a:gd name="T32" fmla="*/ 497 w 596"/>
                <a:gd name="T33" fmla="*/ 204 h 464"/>
                <a:gd name="T34" fmla="*/ 538 w 596"/>
                <a:gd name="T35" fmla="*/ 116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6" h="464">
                  <a:moveTo>
                    <a:pt x="154" y="204"/>
                  </a:moveTo>
                  <a:cubicBezTo>
                    <a:pt x="154" y="225"/>
                    <a:pt x="166" y="249"/>
                    <a:pt x="191" y="276"/>
                  </a:cubicBezTo>
                  <a:cubicBezTo>
                    <a:pt x="216" y="304"/>
                    <a:pt x="229" y="329"/>
                    <a:pt x="229" y="352"/>
                  </a:cubicBezTo>
                  <a:cubicBezTo>
                    <a:pt x="229" y="426"/>
                    <a:pt x="192" y="464"/>
                    <a:pt x="118" y="464"/>
                  </a:cubicBezTo>
                  <a:cubicBezTo>
                    <a:pt x="40" y="464"/>
                    <a:pt x="0" y="419"/>
                    <a:pt x="0" y="329"/>
                  </a:cubicBezTo>
                  <a:cubicBezTo>
                    <a:pt x="0" y="194"/>
                    <a:pt x="67" y="85"/>
                    <a:pt x="202" y="0"/>
                  </a:cubicBezTo>
                  <a:cubicBezTo>
                    <a:pt x="253" y="68"/>
                    <a:pt x="253" y="68"/>
                    <a:pt x="253" y="68"/>
                  </a:cubicBezTo>
                  <a:cubicBezTo>
                    <a:pt x="196" y="116"/>
                    <a:pt x="196" y="116"/>
                    <a:pt x="196" y="116"/>
                  </a:cubicBezTo>
                  <a:cubicBezTo>
                    <a:pt x="168" y="140"/>
                    <a:pt x="154" y="169"/>
                    <a:pt x="154" y="204"/>
                  </a:cubicBezTo>
                  <a:close/>
                  <a:moveTo>
                    <a:pt x="538" y="116"/>
                  </a:moveTo>
                  <a:cubicBezTo>
                    <a:pt x="596" y="68"/>
                    <a:pt x="596" y="68"/>
                    <a:pt x="596" y="68"/>
                  </a:cubicBezTo>
                  <a:cubicBezTo>
                    <a:pt x="545" y="0"/>
                    <a:pt x="545" y="0"/>
                    <a:pt x="545" y="0"/>
                  </a:cubicBezTo>
                  <a:cubicBezTo>
                    <a:pt x="410" y="85"/>
                    <a:pt x="343" y="194"/>
                    <a:pt x="343" y="329"/>
                  </a:cubicBezTo>
                  <a:cubicBezTo>
                    <a:pt x="343" y="419"/>
                    <a:pt x="382" y="464"/>
                    <a:pt x="461" y="464"/>
                  </a:cubicBezTo>
                  <a:cubicBezTo>
                    <a:pt x="534" y="464"/>
                    <a:pt x="571" y="426"/>
                    <a:pt x="571" y="352"/>
                  </a:cubicBezTo>
                  <a:cubicBezTo>
                    <a:pt x="571" y="329"/>
                    <a:pt x="559" y="304"/>
                    <a:pt x="534" y="276"/>
                  </a:cubicBezTo>
                  <a:cubicBezTo>
                    <a:pt x="509" y="249"/>
                    <a:pt x="497" y="225"/>
                    <a:pt x="497" y="204"/>
                  </a:cubicBezTo>
                  <a:cubicBezTo>
                    <a:pt x="497" y="169"/>
                    <a:pt x="511" y="140"/>
                    <a:pt x="538" y="116"/>
                  </a:cubicBezTo>
                  <a:close/>
                </a:path>
              </a:pathLst>
            </a:custGeom>
            <a:solidFill>
              <a:srgbClr val="FFFFF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29BA74"/>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grpSp>
        <p:nvGrpSpPr>
          <p:cNvPr id="24" name="Group 23">
            <a:extLst>
              <a:ext uri="{FF2B5EF4-FFF2-40B4-BE49-F238E27FC236}">
                <a16:creationId xmlns:a16="http://schemas.microsoft.com/office/drawing/2014/main" id="{5DADA30F-01A5-9872-ED48-A52349953430}"/>
              </a:ext>
            </a:extLst>
          </p:cNvPr>
          <p:cNvGrpSpPr>
            <a:grpSpLocks noChangeAspect="1"/>
          </p:cNvGrpSpPr>
          <p:nvPr/>
        </p:nvGrpSpPr>
        <p:grpSpPr>
          <a:xfrm>
            <a:off x="10387481" y="2403311"/>
            <a:ext cx="269875" cy="269875"/>
            <a:chOff x="628650" y="3463925"/>
            <a:chExt cx="269875" cy="269875"/>
          </a:xfrm>
        </p:grpSpPr>
        <p:sp>
          <p:nvSpPr>
            <p:cNvPr id="25" name="Oval 24">
              <a:extLst>
                <a:ext uri="{FF2B5EF4-FFF2-40B4-BE49-F238E27FC236}">
                  <a16:creationId xmlns:a16="http://schemas.microsoft.com/office/drawing/2014/main" id="{7A084FBC-690C-A0E9-B056-6F1A26A6861B}"/>
                </a:ext>
              </a:extLst>
            </p:cNvPr>
            <p:cNvSpPr>
              <a:spLocks noChangeArrowheads="1"/>
            </p:cNvSpPr>
            <p:nvPr/>
          </p:nvSpPr>
          <p:spPr bwMode="auto">
            <a:xfrm>
              <a:off x="628650" y="3463925"/>
              <a:ext cx="269875" cy="269875"/>
            </a:xfrm>
            <a:prstGeom prst="ellipse">
              <a:avLst/>
            </a:prstGeom>
            <a:solidFill>
              <a:srgbClr val="1A0B60"/>
            </a:solidFill>
            <a:ln>
              <a:noFill/>
            </a:ln>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26" name="Freeform 16">
              <a:extLst>
                <a:ext uri="{FF2B5EF4-FFF2-40B4-BE49-F238E27FC236}">
                  <a16:creationId xmlns:a16="http://schemas.microsoft.com/office/drawing/2014/main" id="{EE242FF4-E92B-AE14-B690-8A1EE4C17F6D}"/>
                </a:ext>
              </a:extLst>
            </p:cNvPr>
            <p:cNvSpPr>
              <a:spLocks noEditPoints="1"/>
            </p:cNvSpPr>
            <p:nvPr/>
          </p:nvSpPr>
          <p:spPr bwMode="auto">
            <a:xfrm>
              <a:off x="700087" y="3549650"/>
              <a:ext cx="127000" cy="98425"/>
            </a:xfrm>
            <a:custGeom>
              <a:avLst/>
              <a:gdLst>
                <a:gd name="T0" fmla="*/ 154 w 596"/>
                <a:gd name="T1" fmla="*/ 204 h 464"/>
                <a:gd name="T2" fmla="*/ 191 w 596"/>
                <a:gd name="T3" fmla="*/ 276 h 464"/>
                <a:gd name="T4" fmla="*/ 229 w 596"/>
                <a:gd name="T5" fmla="*/ 352 h 464"/>
                <a:gd name="T6" fmla="*/ 118 w 596"/>
                <a:gd name="T7" fmla="*/ 464 h 464"/>
                <a:gd name="T8" fmla="*/ 0 w 596"/>
                <a:gd name="T9" fmla="*/ 329 h 464"/>
                <a:gd name="T10" fmla="*/ 202 w 596"/>
                <a:gd name="T11" fmla="*/ 0 h 464"/>
                <a:gd name="T12" fmla="*/ 253 w 596"/>
                <a:gd name="T13" fmla="*/ 68 h 464"/>
                <a:gd name="T14" fmla="*/ 196 w 596"/>
                <a:gd name="T15" fmla="*/ 116 h 464"/>
                <a:gd name="T16" fmla="*/ 154 w 596"/>
                <a:gd name="T17" fmla="*/ 204 h 464"/>
                <a:gd name="T18" fmla="*/ 538 w 596"/>
                <a:gd name="T19" fmla="*/ 116 h 464"/>
                <a:gd name="T20" fmla="*/ 596 w 596"/>
                <a:gd name="T21" fmla="*/ 68 h 464"/>
                <a:gd name="T22" fmla="*/ 545 w 596"/>
                <a:gd name="T23" fmla="*/ 0 h 464"/>
                <a:gd name="T24" fmla="*/ 343 w 596"/>
                <a:gd name="T25" fmla="*/ 329 h 464"/>
                <a:gd name="T26" fmla="*/ 461 w 596"/>
                <a:gd name="T27" fmla="*/ 464 h 464"/>
                <a:gd name="T28" fmla="*/ 571 w 596"/>
                <a:gd name="T29" fmla="*/ 352 h 464"/>
                <a:gd name="T30" fmla="*/ 534 w 596"/>
                <a:gd name="T31" fmla="*/ 276 h 464"/>
                <a:gd name="T32" fmla="*/ 497 w 596"/>
                <a:gd name="T33" fmla="*/ 204 h 464"/>
                <a:gd name="T34" fmla="*/ 538 w 596"/>
                <a:gd name="T35" fmla="*/ 116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6" h="464">
                  <a:moveTo>
                    <a:pt x="154" y="204"/>
                  </a:moveTo>
                  <a:cubicBezTo>
                    <a:pt x="154" y="225"/>
                    <a:pt x="166" y="249"/>
                    <a:pt x="191" y="276"/>
                  </a:cubicBezTo>
                  <a:cubicBezTo>
                    <a:pt x="216" y="304"/>
                    <a:pt x="229" y="329"/>
                    <a:pt x="229" y="352"/>
                  </a:cubicBezTo>
                  <a:cubicBezTo>
                    <a:pt x="229" y="426"/>
                    <a:pt x="192" y="464"/>
                    <a:pt x="118" y="464"/>
                  </a:cubicBezTo>
                  <a:cubicBezTo>
                    <a:pt x="40" y="464"/>
                    <a:pt x="0" y="419"/>
                    <a:pt x="0" y="329"/>
                  </a:cubicBezTo>
                  <a:cubicBezTo>
                    <a:pt x="0" y="194"/>
                    <a:pt x="67" y="85"/>
                    <a:pt x="202" y="0"/>
                  </a:cubicBezTo>
                  <a:cubicBezTo>
                    <a:pt x="253" y="68"/>
                    <a:pt x="253" y="68"/>
                    <a:pt x="253" y="68"/>
                  </a:cubicBezTo>
                  <a:cubicBezTo>
                    <a:pt x="196" y="116"/>
                    <a:pt x="196" y="116"/>
                    <a:pt x="196" y="116"/>
                  </a:cubicBezTo>
                  <a:cubicBezTo>
                    <a:pt x="168" y="140"/>
                    <a:pt x="154" y="169"/>
                    <a:pt x="154" y="204"/>
                  </a:cubicBezTo>
                  <a:close/>
                  <a:moveTo>
                    <a:pt x="538" y="116"/>
                  </a:moveTo>
                  <a:cubicBezTo>
                    <a:pt x="596" y="68"/>
                    <a:pt x="596" y="68"/>
                    <a:pt x="596" y="68"/>
                  </a:cubicBezTo>
                  <a:cubicBezTo>
                    <a:pt x="545" y="0"/>
                    <a:pt x="545" y="0"/>
                    <a:pt x="545" y="0"/>
                  </a:cubicBezTo>
                  <a:cubicBezTo>
                    <a:pt x="410" y="85"/>
                    <a:pt x="343" y="194"/>
                    <a:pt x="343" y="329"/>
                  </a:cubicBezTo>
                  <a:cubicBezTo>
                    <a:pt x="343" y="419"/>
                    <a:pt x="382" y="464"/>
                    <a:pt x="461" y="464"/>
                  </a:cubicBezTo>
                  <a:cubicBezTo>
                    <a:pt x="534" y="464"/>
                    <a:pt x="571" y="426"/>
                    <a:pt x="571" y="352"/>
                  </a:cubicBezTo>
                  <a:cubicBezTo>
                    <a:pt x="571" y="329"/>
                    <a:pt x="559" y="304"/>
                    <a:pt x="534" y="276"/>
                  </a:cubicBezTo>
                  <a:cubicBezTo>
                    <a:pt x="509" y="249"/>
                    <a:pt x="497" y="225"/>
                    <a:pt x="497" y="204"/>
                  </a:cubicBezTo>
                  <a:cubicBezTo>
                    <a:pt x="497" y="169"/>
                    <a:pt x="511" y="140"/>
                    <a:pt x="538" y="116"/>
                  </a:cubicBezTo>
                  <a:close/>
                </a:path>
              </a:pathLst>
            </a:custGeom>
            <a:solidFill>
              <a:srgbClr val="FFFFF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29BA74"/>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27" name="Rectangle 26">
            <a:extLst>
              <a:ext uri="{FF2B5EF4-FFF2-40B4-BE49-F238E27FC236}">
                <a16:creationId xmlns:a16="http://schemas.microsoft.com/office/drawing/2014/main" id="{41573015-47BA-A8D4-92C5-26F7865DF0B8}"/>
              </a:ext>
            </a:extLst>
          </p:cNvPr>
          <p:cNvSpPr/>
          <p:nvPr/>
        </p:nvSpPr>
        <p:spPr bwMode="auto">
          <a:xfrm>
            <a:off x="8317806" y="6340906"/>
            <a:ext cx="3193473" cy="96245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1081088" rtl="0" eaLnBrk="1" fontAlgn="base" latinLnBrk="0" hangingPunct="1">
              <a:lnSpc>
                <a:spcPct val="100000"/>
              </a:lnSpc>
              <a:spcBef>
                <a:spcPct val="0"/>
              </a:spcBef>
              <a:spcAft>
                <a:spcPct val="0"/>
              </a:spcAft>
              <a:buClrTx/>
              <a:buSzTx/>
              <a:buFontTx/>
              <a:buNone/>
              <a:tabLst/>
            </a:pPr>
            <a:r>
              <a:rPr lang="en-US" sz="1600"/>
              <a:t>Entering workman’s comp increases revenue by $XXM, margins by XX%, but carries X, Y and Z regulatory considerations</a:t>
            </a:r>
            <a:endParaRPr kumimoji="0" lang="en-US" sz="1600" b="0" i="0" u="none" strike="noStrike" cap="none" normalizeH="0" baseline="0">
              <a:ln>
                <a:noFill/>
              </a:ln>
              <a:solidFill>
                <a:schemeClr val="tx1"/>
              </a:solidFill>
              <a:effectLst/>
              <a:latin typeface="Arial" charset="0"/>
            </a:endParaRPr>
          </a:p>
        </p:txBody>
      </p:sp>
      <p:sp>
        <p:nvSpPr>
          <p:cNvPr id="31" name="Rectangle 30">
            <a:extLst>
              <a:ext uri="{FF2B5EF4-FFF2-40B4-BE49-F238E27FC236}">
                <a16:creationId xmlns:a16="http://schemas.microsoft.com/office/drawing/2014/main" id="{6959B24A-F8E7-AF22-90EC-57738B07CEB4}"/>
              </a:ext>
            </a:extLst>
          </p:cNvPr>
          <p:cNvSpPr/>
          <p:nvPr/>
        </p:nvSpPr>
        <p:spPr bwMode="auto">
          <a:xfrm>
            <a:off x="11500879" y="3021409"/>
            <a:ext cx="918295" cy="49389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r" defTabSz="1081088"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p:txBody>
      </p:sp>
      <p:grpSp>
        <p:nvGrpSpPr>
          <p:cNvPr id="28" name="Group 27">
            <a:extLst>
              <a:ext uri="{FF2B5EF4-FFF2-40B4-BE49-F238E27FC236}">
                <a16:creationId xmlns:a16="http://schemas.microsoft.com/office/drawing/2014/main" id="{B2F0DA48-2A7D-5C4C-F022-B43A82DCD1BF}"/>
              </a:ext>
            </a:extLst>
          </p:cNvPr>
          <p:cNvGrpSpPr>
            <a:grpSpLocks noChangeAspect="1"/>
          </p:cNvGrpSpPr>
          <p:nvPr/>
        </p:nvGrpSpPr>
        <p:grpSpPr>
          <a:xfrm>
            <a:off x="8317742" y="6399904"/>
            <a:ext cx="269875" cy="269875"/>
            <a:chOff x="628650" y="3463925"/>
            <a:chExt cx="269875" cy="269875"/>
          </a:xfrm>
        </p:grpSpPr>
        <p:sp>
          <p:nvSpPr>
            <p:cNvPr id="29" name="Oval 28">
              <a:extLst>
                <a:ext uri="{FF2B5EF4-FFF2-40B4-BE49-F238E27FC236}">
                  <a16:creationId xmlns:a16="http://schemas.microsoft.com/office/drawing/2014/main" id="{3290CA11-8B24-9ED0-E344-AFC7BCFF1B99}"/>
                </a:ext>
              </a:extLst>
            </p:cNvPr>
            <p:cNvSpPr>
              <a:spLocks noChangeArrowheads="1"/>
            </p:cNvSpPr>
            <p:nvPr/>
          </p:nvSpPr>
          <p:spPr bwMode="auto">
            <a:xfrm>
              <a:off x="628650" y="3463925"/>
              <a:ext cx="269875" cy="269875"/>
            </a:xfrm>
            <a:prstGeom prst="ellipse">
              <a:avLst/>
            </a:prstGeom>
            <a:solidFill>
              <a:srgbClr val="1A0B60"/>
            </a:solidFill>
            <a:ln>
              <a:noFill/>
            </a:ln>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sp>
          <p:nvSpPr>
            <p:cNvPr id="30" name="Freeform 16">
              <a:extLst>
                <a:ext uri="{FF2B5EF4-FFF2-40B4-BE49-F238E27FC236}">
                  <a16:creationId xmlns:a16="http://schemas.microsoft.com/office/drawing/2014/main" id="{D23982C8-CB9E-A462-4EB6-2D9DB88C8B70}"/>
                </a:ext>
              </a:extLst>
            </p:cNvPr>
            <p:cNvSpPr>
              <a:spLocks noEditPoints="1"/>
            </p:cNvSpPr>
            <p:nvPr/>
          </p:nvSpPr>
          <p:spPr bwMode="auto">
            <a:xfrm>
              <a:off x="700087" y="3549650"/>
              <a:ext cx="127000" cy="98425"/>
            </a:xfrm>
            <a:custGeom>
              <a:avLst/>
              <a:gdLst>
                <a:gd name="T0" fmla="*/ 154 w 596"/>
                <a:gd name="T1" fmla="*/ 204 h 464"/>
                <a:gd name="T2" fmla="*/ 191 w 596"/>
                <a:gd name="T3" fmla="*/ 276 h 464"/>
                <a:gd name="T4" fmla="*/ 229 w 596"/>
                <a:gd name="T5" fmla="*/ 352 h 464"/>
                <a:gd name="T6" fmla="*/ 118 w 596"/>
                <a:gd name="T7" fmla="*/ 464 h 464"/>
                <a:gd name="T8" fmla="*/ 0 w 596"/>
                <a:gd name="T9" fmla="*/ 329 h 464"/>
                <a:gd name="T10" fmla="*/ 202 w 596"/>
                <a:gd name="T11" fmla="*/ 0 h 464"/>
                <a:gd name="T12" fmla="*/ 253 w 596"/>
                <a:gd name="T13" fmla="*/ 68 h 464"/>
                <a:gd name="T14" fmla="*/ 196 w 596"/>
                <a:gd name="T15" fmla="*/ 116 h 464"/>
                <a:gd name="T16" fmla="*/ 154 w 596"/>
                <a:gd name="T17" fmla="*/ 204 h 464"/>
                <a:gd name="T18" fmla="*/ 538 w 596"/>
                <a:gd name="T19" fmla="*/ 116 h 464"/>
                <a:gd name="T20" fmla="*/ 596 w 596"/>
                <a:gd name="T21" fmla="*/ 68 h 464"/>
                <a:gd name="T22" fmla="*/ 545 w 596"/>
                <a:gd name="T23" fmla="*/ 0 h 464"/>
                <a:gd name="T24" fmla="*/ 343 w 596"/>
                <a:gd name="T25" fmla="*/ 329 h 464"/>
                <a:gd name="T26" fmla="*/ 461 w 596"/>
                <a:gd name="T27" fmla="*/ 464 h 464"/>
                <a:gd name="T28" fmla="*/ 571 w 596"/>
                <a:gd name="T29" fmla="*/ 352 h 464"/>
                <a:gd name="T30" fmla="*/ 534 w 596"/>
                <a:gd name="T31" fmla="*/ 276 h 464"/>
                <a:gd name="T32" fmla="*/ 497 w 596"/>
                <a:gd name="T33" fmla="*/ 204 h 464"/>
                <a:gd name="T34" fmla="*/ 538 w 596"/>
                <a:gd name="T35" fmla="*/ 116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6" h="464">
                  <a:moveTo>
                    <a:pt x="154" y="204"/>
                  </a:moveTo>
                  <a:cubicBezTo>
                    <a:pt x="154" y="225"/>
                    <a:pt x="166" y="249"/>
                    <a:pt x="191" y="276"/>
                  </a:cubicBezTo>
                  <a:cubicBezTo>
                    <a:pt x="216" y="304"/>
                    <a:pt x="229" y="329"/>
                    <a:pt x="229" y="352"/>
                  </a:cubicBezTo>
                  <a:cubicBezTo>
                    <a:pt x="229" y="426"/>
                    <a:pt x="192" y="464"/>
                    <a:pt x="118" y="464"/>
                  </a:cubicBezTo>
                  <a:cubicBezTo>
                    <a:pt x="40" y="464"/>
                    <a:pt x="0" y="419"/>
                    <a:pt x="0" y="329"/>
                  </a:cubicBezTo>
                  <a:cubicBezTo>
                    <a:pt x="0" y="194"/>
                    <a:pt x="67" y="85"/>
                    <a:pt x="202" y="0"/>
                  </a:cubicBezTo>
                  <a:cubicBezTo>
                    <a:pt x="253" y="68"/>
                    <a:pt x="253" y="68"/>
                    <a:pt x="253" y="68"/>
                  </a:cubicBezTo>
                  <a:cubicBezTo>
                    <a:pt x="196" y="116"/>
                    <a:pt x="196" y="116"/>
                    <a:pt x="196" y="116"/>
                  </a:cubicBezTo>
                  <a:cubicBezTo>
                    <a:pt x="168" y="140"/>
                    <a:pt x="154" y="169"/>
                    <a:pt x="154" y="204"/>
                  </a:cubicBezTo>
                  <a:close/>
                  <a:moveTo>
                    <a:pt x="538" y="116"/>
                  </a:moveTo>
                  <a:cubicBezTo>
                    <a:pt x="596" y="68"/>
                    <a:pt x="596" y="68"/>
                    <a:pt x="596" y="68"/>
                  </a:cubicBezTo>
                  <a:cubicBezTo>
                    <a:pt x="545" y="0"/>
                    <a:pt x="545" y="0"/>
                    <a:pt x="545" y="0"/>
                  </a:cubicBezTo>
                  <a:cubicBezTo>
                    <a:pt x="410" y="85"/>
                    <a:pt x="343" y="194"/>
                    <a:pt x="343" y="329"/>
                  </a:cubicBezTo>
                  <a:cubicBezTo>
                    <a:pt x="343" y="419"/>
                    <a:pt x="382" y="464"/>
                    <a:pt x="461" y="464"/>
                  </a:cubicBezTo>
                  <a:cubicBezTo>
                    <a:pt x="534" y="464"/>
                    <a:pt x="571" y="426"/>
                    <a:pt x="571" y="352"/>
                  </a:cubicBezTo>
                  <a:cubicBezTo>
                    <a:pt x="571" y="329"/>
                    <a:pt x="559" y="304"/>
                    <a:pt x="534" y="276"/>
                  </a:cubicBezTo>
                  <a:cubicBezTo>
                    <a:pt x="509" y="249"/>
                    <a:pt x="497" y="225"/>
                    <a:pt x="497" y="204"/>
                  </a:cubicBezTo>
                  <a:cubicBezTo>
                    <a:pt x="497" y="169"/>
                    <a:pt x="511" y="140"/>
                    <a:pt x="538" y="116"/>
                  </a:cubicBezTo>
                  <a:close/>
                </a:path>
              </a:pathLst>
            </a:custGeom>
            <a:solidFill>
              <a:srgbClr val="FFFFFF"/>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rgbClr val="29BA74"/>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p>
              <a:endParaRPr lang="en-US">
                <a:solidFill>
                  <a:srgbClr val="575757"/>
                </a:solidFill>
              </a:endParaRPr>
            </a:p>
          </p:txBody>
        </p:sp>
      </p:grpSp>
      <p:sp>
        <p:nvSpPr>
          <p:cNvPr id="17" name="Rectangle 16">
            <a:extLst>
              <a:ext uri="{FF2B5EF4-FFF2-40B4-BE49-F238E27FC236}">
                <a16:creationId xmlns:a16="http://schemas.microsoft.com/office/drawing/2014/main" id="{61725AC3-7BD0-7E1A-F2CE-3B032F34DC27}"/>
              </a:ext>
            </a:extLst>
          </p:cNvPr>
          <p:cNvSpPr/>
          <p:nvPr/>
        </p:nvSpPr>
        <p:spPr bwMode="auto">
          <a:xfrm>
            <a:off x="10657356" y="2056150"/>
            <a:ext cx="2381820" cy="1164569"/>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b" anchorCtr="0" compatLnSpc="1">
            <a:prstTxWarp prst="textNoShape">
              <a:avLst/>
            </a:prstTxWarp>
          </a:bodyPr>
          <a:lstStyle/>
          <a:p>
            <a:pPr marL="0" marR="0" indent="0" algn="r" defTabSz="1081088"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Arial" charset="0"/>
              </a:rPr>
              <a:t>Please just tell me if we need to enter the Workman’s comp LOB</a:t>
            </a:r>
          </a:p>
        </p:txBody>
      </p:sp>
    </p:spTree>
    <p:extLst>
      <p:ext uri="{BB962C8B-B14F-4D97-AF65-F5344CB8AC3E}">
        <p14:creationId xmlns:p14="http://schemas.microsoft.com/office/powerpoint/2010/main" val="4054217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2224C33E-4763-43D5-3C83-56D92F3AC678}"/>
              </a:ext>
            </a:extLst>
          </p:cNvPr>
          <p:cNvGraphicFramePr>
            <a:graphicFrameLocks noChangeAspect="1"/>
          </p:cNvGraphicFramePr>
          <p:nvPr>
            <p:custDataLst>
              <p:tags r:id="rId1"/>
            </p:custDataLst>
            <p:extLst>
              <p:ext uri="{D42A27DB-BD31-4B8C-83A1-F6EECF244321}">
                <p14:modId xmlns:p14="http://schemas.microsoft.com/office/powerpoint/2010/main" val="3964553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5" name="think-cell data - do not delete" hidden="1">
                        <a:extLst>
                          <a:ext uri="{FF2B5EF4-FFF2-40B4-BE49-F238E27FC236}">
                            <a16:creationId xmlns:a16="http://schemas.microsoft.com/office/drawing/2014/main" id="{2224C33E-4763-43D5-3C83-56D92F3AC67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9714945A-A913-12EB-DE03-AB23D85AA21D}"/>
              </a:ext>
            </a:extLst>
          </p:cNvPr>
          <p:cNvSpPr>
            <a:spLocks noGrp="1"/>
          </p:cNvSpPr>
          <p:nvPr>
            <p:ph type="title"/>
          </p:nvPr>
        </p:nvSpPr>
        <p:spPr/>
        <p:txBody>
          <a:bodyPr vert="horz" anchor="t"/>
          <a:lstStyle/>
          <a:p>
            <a:r>
              <a:rPr lang="en-US"/>
              <a:t>In practice, most presentations have ~5 parts</a:t>
            </a:r>
          </a:p>
        </p:txBody>
      </p:sp>
      <p:sp>
        <p:nvSpPr>
          <p:cNvPr id="27" name="Text Placeholder 26">
            <a:extLst>
              <a:ext uri="{FF2B5EF4-FFF2-40B4-BE49-F238E27FC236}">
                <a16:creationId xmlns:a16="http://schemas.microsoft.com/office/drawing/2014/main" id="{742D45B8-E462-11C1-C8FE-761DC50030ED}"/>
              </a:ext>
            </a:extLst>
          </p:cNvPr>
          <p:cNvSpPr>
            <a:spLocks noGrp="1"/>
          </p:cNvSpPr>
          <p:nvPr>
            <p:ph type="subTitle" idx="1"/>
          </p:nvPr>
        </p:nvSpPr>
        <p:spPr/>
        <p:txBody>
          <a:bodyPr anchor="t"/>
          <a:lstStyle/>
          <a:p>
            <a:r>
              <a:rPr lang="en-US"/>
              <a:t>Start by writing out your key messages, and detail underneath as “slide titles” – recommend doing it as a group if applicable</a:t>
            </a:r>
          </a:p>
        </p:txBody>
      </p:sp>
      <p:sp>
        <p:nvSpPr>
          <p:cNvPr id="5" name="Footer Placeholder 4">
            <a:extLst>
              <a:ext uri="{FF2B5EF4-FFF2-40B4-BE49-F238E27FC236}">
                <a16:creationId xmlns:a16="http://schemas.microsoft.com/office/drawing/2014/main" id="{6C40D254-74F0-8563-69D5-61A4A6F7E92C}"/>
              </a:ext>
            </a:extLst>
          </p:cNvPr>
          <p:cNvSpPr>
            <a:spLocks noGrp="1"/>
          </p:cNvSpPr>
          <p:nvPr>
            <p:ph type="ftr" sz="quarter" idx="3"/>
          </p:nvPr>
        </p:nvSpPr>
        <p:spPr/>
        <p:txBody>
          <a:bodyPr/>
          <a:lstStyle/>
          <a:p>
            <a:r>
              <a:rPr lang="en-CA"/>
              <a:t>2024</a:t>
            </a:r>
          </a:p>
        </p:txBody>
      </p:sp>
      <p:pic>
        <p:nvPicPr>
          <p:cNvPr id="29" name="Picture 28">
            <a:extLst>
              <a:ext uri="{FF2B5EF4-FFF2-40B4-BE49-F238E27FC236}">
                <a16:creationId xmlns:a16="http://schemas.microsoft.com/office/drawing/2014/main" id="{3880BBE4-8904-15E2-2E66-4C300C279151}"/>
              </a:ext>
            </a:extLst>
          </p:cNvPr>
          <p:cNvPicPr>
            <a:picLocks noChangeAspect="1"/>
          </p:cNvPicPr>
          <p:nvPr/>
        </p:nvPicPr>
        <p:blipFill>
          <a:blip r:embed="rId6">
            <a:clrChange>
              <a:clrFrom>
                <a:srgbClr val="F2F2F2"/>
              </a:clrFrom>
              <a:clrTo>
                <a:srgbClr val="F2F2F2">
                  <a:alpha val="0"/>
                </a:srgbClr>
              </a:clrTo>
            </a:clrChange>
          </a:blip>
          <a:stretch>
            <a:fillRect/>
          </a:stretch>
        </p:blipFill>
        <p:spPr>
          <a:xfrm>
            <a:off x="436334" y="2202154"/>
            <a:ext cx="5852975" cy="3535921"/>
          </a:xfrm>
          <a:prstGeom prst="rect">
            <a:avLst/>
          </a:prstGeom>
        </p:spPr>
      </p:pic>
      <p:pic>
        <p:nvPicPr>
          <p:cNvPr id="40" name="Picture 39">
            <a:extLst>
              <a:ext uri="{FF2B5EF4-FFF2-40B4-BE49-F238E27FC236}">
                <a16:creationId xmlns:a16="http://schemas.microsoft.com/office/drawing/2014/main" id="{9A647E79-8C31-F9AA-CFC9-DAA062D89235}"/>
              </a:ext>
            </a:extLst>
          </p:cNvPr>
          <p:cNvPicPr>
            <a:picLocks noChangeAspect="1"/>
          </p:cNvPicPr>
          <p:nvPr/>
        </p:nvPicPr>
        <p:blipFill>
          <a:blip r:embed="rId7">
            <a:clrChange>
              <a:clrFrom>
                <a:srgbClr val="F2F2F2"/>
              </a:clrFrom>
              <a:clrTo>
                <a:srgbClr val="F2F2F2">
                  <a:alpha val="0"/>
                </a:srgbClr>
              </a:clrTo>
            </a:clrChange>
          </a:blip>
          <a:stretch>
            <a:fillRect/>
          </a:stretch>
        </p:blipFill>
        <p:spPr>
          <a:xfrm>
            <a:off x="6859074" y="2179801"/>
            <a:ext cx="6545650" cy="3598155"/>
          </a:xfrm>
          <a:prstGeom prst="rect">
            <a:avLst/>
          </a:prstGeom>
        </p:spPr>
      </p:pic>
      <p:sp>
        <p:nvSpPr>
          <p:cNvPr id="41" name="AutoShape 3">
            <a:extLst>
              <a:ext uri="{FF2B5EF4-FFF2-40B4-BE49-F238E27FC236}">
                <a16:creationId xmlns:a16="http://schemas.microsoft.com/office/drawing/2014/main" id="{03B8AFBD-8F14-F4B0-C8AE-B0F34829921E}"/>
              </a:ext>
            </a:extLst>
          </p:cNvPr>
          <p:cNvSpPr>
            <a:spLocks noChangeArrowheads="1"/>
          </p:cNvSpPr>
          <p:nvPr>
            <p:custDataLst>
              <p:tags r:id="rId2"/>
            </p:custDataLst>
          </p:nvPr>
        </p:nvSpPr>
        <p:spPr bwMode="auto">
          <a:xfrm>
            <a:off x="6541197" y="2424053"/>
            <a:ext cx="367603" cy="3089101"/>
          </a:xfrm>
          <a:prstGeom prst="homePlate">
            <a:avLst>
              <a:gd name="adj" fmla="val 100000"/>
            </a:avLst>
          </a:prstGeom>
          <a:solidFill>
            <a:schemeClr val="accent1">
              <a:lumMod val="100000"/>
            </a:schemeClr>
          </a:solidFill>
          <a:ln>
            <a:noFill/>
          </a:ln>
          <a:effectLst/>
        </p:spPr>
        <p:txBody>
          <a:bodyPr wrap="none" lIns="0" tIns="0" rIns="0" bIns="0" anchor="ctr"/>
          <a:lstStyle/>
          <a:p>
            <a:endParaRPr lang="en-US"/>
          </a:p>
        </p:txBody>
      </p:sp>
      <p:sp>
        <p:nvSpPr>
          <p:cNvPr id="42" name="TextBox 41">
            <a:extLst>
              <a:ext uri="{FF2B5EF4-FFF2-40B4-BE49-F238E27FC236}">
                <a16:creationId xmlns:a16="http://schemas.microsoft.com/office/drawing/2014/main" id="{7777D51D-5091-2142-EE56-4B7F78D8C3A7}"/>
              </a:ext>
            </a:extLst>
          </p:cNvPr>
          <p:cNvSpPr txBox="1"/>
          <p:nvPr/>
        </p:nvSpPr>
        <p:spPr>
          <a:xfrm>
            <a:off x="595900" y="6219190"/>
            <a:ext cx="12808823" cy="400110"/>
          </a:xfrm>
          <a:prstGeom prst="rect">
            <a:avLst/>
          </a:prstGeom>
          <a:noFill/>
        </p:spPr>
        <p:txBody>
          <a:bodyPr wrap="square" lIns="0" tIns="45720" rIns="0" bIns="45720" rtlCol="0">
            <a:spAutoFit/>
          </a:bodyPr>
          <a:lstStyle/>
          <a:p>
            <a:r>
              <a:rPr lang="en-US" sz="2000" b="1" i="1"/>
              <a:t>Let’s put this into practice:</a:t>
            </a:r>
            <a:r>
              <a:rPr lang="en-US" sz="2000" i="1"/>
              <a:t> Do any of you have a presentation you need to deliver?</a:t>
            </a:r>
          </a:p>
        </p:txBody>
      </p:sp>
      <p:grpSp>
        <p:nvGrpSpPr>
          <p:cNvPr id="2" name="Group 1">
            <a:extLst>
              <a:ext uri="{FF2B5EF4-FFF2-40B4-BE49-F238E27FC236}">
                <a16:creationId xmlns:a16="http://schemas.microsoft.com/office/drawing/2014/main" id="{7AA3F96F-F4CD-9C81-1547-BF226F41755A}"/>
              </a:ext>
            </a:extLst>
          </p:cNvPr>
          <p:cNvGrpSpPr/>
          <p:nvPr/>
        </p:nvGrpSpPr>
        <p:grpSpPr>
          <a:xfrm>
            <a:off x="10874499" y="0"/>
            <a:ext cx="2943101" cy="914400"/>
            <a:chOff x="10874499" y="0"/>
            <a:chExt cx="2943101" cy="914400"/>
          </a:xfrm>
        </p:grpSpPr>
        <p:grpSp>
          <p:nvGrpSpPr>
            <p:cNvPr id="3" name="Group 2">
              <a:extLst>
                <a:ext uri="{FF2B5EF4-FFF2-40B4-BE49-F238E27FC236}">
                  <a16:creationId xmlns:a16="http://schemas.microsoft.com/office/drawing/2014/main" id="{2716E654-F39D-1B69-B985-EDC42544D087}"/>
                </a:ext>
              </a:extLst>
            </p:cNvPr>
            <p:cNvGrpSpPr/>
            <p:nvPr/>
          </p:nvGrpSpPr>
          <p:grpSpPr>
            <a:xfrm>
              <a:off x="12903200" y="0"/>
              <a:ext cx="914400" cy="914400"/>
              <a:chOff x="12903200" y="0"/>
              <a:chExt cx="914400" cy="914400"/>
            </a:xfrm>
          </p:grpSpPr>
          <p:sp>
            <p:nvSpPr>
              <p:cNvPr id="6" name="Right Triangle 5">
                <a:extLst>
                  <a:ext uri="{FF2B5EF4-FFF2-40B4-BE49-F238E27FC236}">
                    <a16:creationId xmlns:a16="http://schemas.microsoft.com/office/drawing/2014/main" id="{28A26BC0-C859-5670-383B-41A64CF08097}"/>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7" name="Oval 20">
                <a:extLst>
                  <a:ext uri="{FF2B5EF4-FFF2-40B4-BE49-F238E27FC236}">
                    <a16:creationId xmlns:a16="http://schemas.microsoft.com/office/drawing/2014/main" id="{E16CFAA2-9F03-9458-374B-E32E5F7705C2}"/>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4" name="TextBox 3">
              <a:extLst>
                <a:ext uri="{FF2B5EF4-FFF2-40B4-BE49-F238E27FC236}">
                  <a16:creationId xmlns:a16="http://schemas.microsoft.com/office/drawing/2014/main" id="{CE939013-12A7-5ABF-3A77-3707A43B27B2}"/>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10" name="TextBox 9">
            <a:extLst>
              <a:ext uri="{FF2B5EF4-FFF2-40B4-BE49-F238E27FC236}">
                <a16:creationId xmlns:a16="http://schemas.microsoft.com/office/drawing/2014/main" id="{2960BF67-2816-38FE-B20B-C5A8329BF4AA}"/>
              </a:ext>
            </a:extLst>
          </p:cNvPr>
          <p:cNvSpPr txBox="1"/>
          <p:nvPr/>
        </p:nvSpPr>
        <p:spPr>
          <a:xfrm>
            <a:off x="448969" y="51368"/>
            <a:ext cx="2043004" cy="276999"/>
          </a:xfrm>
          <a:prstGeom prst="rect">
            <a:avLst/>
          </a:prstGeom>
          <a:noFill/>
        </p:spPr>
        <p:txBody>
          <a:bodyPr wrap="square" lIns="0" tIns="45720" rIns="0" bIns="45720" rtlCol="0" anchor="ctr">
            <a:spAutoFit/>
          </a:bodyPr>
          <a:lstStyle/>
          <a:p>
            <a:pPr algn="l"/>
            <a:r>
              <a:rPr lang="en-US" b="1"/>
              <a:t>1) Structuring a slide deck</a:t>
            </a:r>
          </a:p>
        </p:txBody>
      </p:sp>
    </p:spTree>
    <p:extLst>
      <p:ext uri="{BB962C8B-B14F-4D97-AF65-F5344CB8AC3E}">
        <p14:creationId xmlns:p14="http://schemas.microsoft.com/office/powerpoint/2010/main" val="39629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41" grpId="0" animBg="1"/>
      <p:bldP spid="4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0AB0E9A-E0CC-845C-0FE6-0550603B589C}"/>
              </a:ext>
            </a:extLst>
          </p:cNvPr>
          <p:cNvGraphicFramePr>
            <a:graphicFrameLocks noChangeAspect="1"/>
          </p:cNvGraphicFramePr>
          <p:nvPr>
            <p:custDataLst>
              <p:tags r:id="rId1"/>
            </p:custDataLst>
            <p:extLst>
              <p:ext uri="{D42A27DB-BD31-4B8C-83A1-F6EECF244321}">
                <p14:modId xmlns:p14="http://schemas.microsoft.com/office/powerpoint/2010/main" val="2938457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12" name="think-cell data - do not delete" hidden="1">
                        <a:extLst>
                          <a:ext uri="{FF2B5EF4-FFF2-40B4-BE49-F238E27FC236}">
                            <a16:creationId xmlns:a16="http://schemas.microsoft.com/office/drawing/2014/main" id="{00AB0E9A-E0CC-845C-0FE6-0550603B58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1DBD33EC-11DE-9DAE-A0DE-FBF70426D8D7}"/>
              </a:ext>
            </a:extLst>
          </p:cNvPr>
          <p:cNvSpPr>
            <a:spLocks noGrp="1"/>
          </p:cNvSpPr>
          <p:nvPr>
            <p:ph type="title"/>
          </p:nvPr>
        </p:nvSpPr>
        <p:spPr/>
        <p:txBody>
          <a:bodyPr vert="horz"/>
          <a:lstStyle/>
          <a:p>
            <a:r>
              <a:rPr lang="en-US"/>
              <a:t>What makes a great slide?</a:t>
            </a:r>
          </a:p>
        </p:txBody>
      </p:sp>
      <p:sp>
        <p:nvSpPr>
          <p:cNvPr id="10" name="Subtitle 9">
            <a:extLst>
              <a:ext uri="{FF2B5EF4-FFF2-40B4-BE49-F238E27FC236}">
                <a16:creationId xmlns:a16="http://schemas.microsoft.com/office/drawing/2014/main" id="{D9C2FBA7-1EDF-AEF5-8237-D943FF52B68E}"/>
              </a:ext>
            </a:extLst>
          </p:cNvPr>
          <p:cNvSpPr>
            <a:spLocks noGrp="1"/>
          </p:cNvSpPr>
          <p:nvPr>
            <p:ph type="subTitle" idx="1"/>
          </p:nvPr>
        </p:nvSpPr>
        <p:spPr/>
        <p:txBody>
          <a:bodyPr/>
          <a:lstStyle/>
          <a:p>
            <a:endParaRPr lang="en-US"/>
          </a:p>
        </p:txBody>
      </p:sp>
      <p:sp>
        <p:nvSpPr>
          <p:cNvPr id="8" name="Footer Placeholder 7">
            <a:extLst>
              <a:ext uri="{FF2B5EF4-FFF2-40B4-BE49-F238E27FC236}">
                <a16:creationId xmlns:a16="http://schemas.microsoft.com/office/drawing/2014/main" id="{CB316722-CBDB-996C-7B30-D0FCD4580C97}"/>
              </a:ext>
            </a:extLst>
          </p:cNvPr>
          <p:cNvSpPr>
            <a:spLocks noGrp="1"/>
          </p:cNvSpPr>
          <p:nvPr>
            <p:ph type="ftr" sz="quarter" idx="3"/>
          </p:nvPr>
        </p:nvSpPr>
        <p:spPr/>
        <p:txBody>
          <a:bodyPr/>
          <a:lstStyle/>
          <a:p>
            <a:r>
              <a:rPr lang="en-CA"/>
              <a:t>2024</a:t>
            </a:r>
          </a:p>
        </p:txBody>
      </p:sp>
      <p:sp>
        <p:nvSpPr>
          <p:cNvPr id="15" name="TextBox 14">
            <a:extLst>
              <a:ext uri="{FF2B5EF4-FFF2-40B4-BE49-F238E27FC236}">
                <a16:creationId xmlns:a16="http://schemas.microsoft.com/office/drawing/2014/main" id="{B27E5867-79DE-BB95-0401-88BC7AAF6733}"/>
              </a:ext>
            </a:extLst>
          </p:cNvPr>
          <p:cNvSpPr txBox="1"/>
          <p:nvPr/>
        </p:nvSpPr>
        <p:spPr>
          <a:xfrm>
            <a:off x="448970" y="51368"/>
            <a:ext cx="2043004" cy="276999"/>
          </a:xfrm>
          <a:prstGeom prst="rect">
            <a:avLst/>
          </a:prstGeom>
          <a:noFill/>
        </p:spPr>
        <p:txBody>
          <a:bodyPr wrap="square" lIns="0" tIns="45720" rIns="0" bIns="45720" rtlCol="0" anchor="ctr">
            <a:spAutoFit/>
          </a:bodyPr>
          <a:lstStyle/>
          <a:p>
            <a:pPr algn="l"/>
            <a:r>
              <a:rPr lang="en-US" b="1"/>
              <a:t>2) Creating the slide</a:t>
            </a:r>
          </a:p>
        </p:txBody>
      </p:sp>
      <p:grpSp>
        <p:nvGrpSpPr>
          <p:cNvPr id="16" name="Group 15">
            <a:extLst>
              <a:ext uri="{FF2B5EF4-FFF2-40B4-BE49-F238E27FC236}">
                <a16:creationId xmlns:a16="http://schemas.microsoft.com/office/drawing/2014/main" id="{44F92C3F-10DE-3EA8-8130-B15D280AC055}"/>
              </a:ext>
            </a:extLst>
          </p:cNvPr>
          <p:cNvGrpSpPr/>
          <p:nvPr/>
        </p:nvGrpSpPr>
        <p:grpSpPr>
          <a:xfrm>
            <a:off x="10874499" y="0"/>
            <a:ext cx="2943101" cy="914400"/>
            <a:chOff x="10874499" y="0"/>
            <a:chExt cx="2943101" cy="914400"/>
          </a:xfrm>
        </p:grpSpPr>
        <p:grpSp>
          <p:nvGrpSpPr>
            <p:cNvPr id="17" name="Group 16">
              <a:extLst>
                <a:ext uri="{FF2B5EF4-FFF2-40B4-BE49-F238E27FC236}">
                  <a16:creationId xmlns:a16="http://schemas.microsoft.com/office/drawing/2014/main" id="{B1F5F517-1CA1-86B8-DBF9-5A6E13B20702}"/>
                </a:ext>
              </a:extLst>
            </p:cNvPr>
            <p:cNvGrpSpPr/>
            <p:nvPr/>
          </p:nvGrpSpPr>
          <p:grpSpPr>
            <a:xfrm>
              <a:off x="12903200" y="0"/>
              <a:ext cx="914400" cy="914400"/>
              <a:chOff x="12903200" y="0"/>
              <a:chExt cx="914400" cy="914400"/>
            </a:xfrm>
          </p:grpSpPr>
          <p:sp>
            <p:nvSpPr>
              <p:cNvPr id="19" name="Right Triangle 18">
                <a:extLst>
                  <a:ext uri="{FF2B5EF4-FFF2-40B4-BE49-F238E27FC236}">
                    <a16:creationId xmlns:a16="http://schemas.microsoft.com/office/drawing/2014/main" id="{104EC493-52B6-C137-8D79-0E9149053525}"/>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20" name="Oval 20">
                <a:extLst>
                  <a:ext uri="{FF2B5EF4-FFF2-40B4-BE49-F238E27FC236}">
                    <a16:creationId xmlns:a16="http://schemas.microsoft.com/office/drawing/2014/main" id="{8CE9A502-DF05-CB59-455D-5749EF804FA6}"/>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18" name="TextBox 17">
              <a:extLst>
                <a:ext uri="{FF2B5EF4-FFF2-40B4-BE49-F238E27FC236}">
                  <a16:creationId xmlns:a16="http://schemas.microsoft.com/office/drawing/2014/main" id="{FF497A1E-F57C-217D-E1FF-F8CCDDBCB456}"/>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grpSp>
        <p:nvGrpSpPr>
          <p:cNvPr id="32" name="Group 31">
            <a:extLst>
              <a:ext uri="{FF2B5EF4-FFF2-40B4-BE49-F238E27FC236}">
                <a16:creationId xmlns:a16="http://schemas.microsoft.com/office/drawing/2014/main" id="{6F8EB9CB-D5EB-6DC7-2E1B-2B14013C06A2}"/>
              </a:ext>
            </a:extLst>
          </p:cNvPr>
          <p:cNvGrpSpPr>
            <a:grpSpLocks/>
          </p:cNvGrpSpPr>
          <p:nvPr/>
        </p:nvGrpSpPr>
        <p:grpSpPr>
          <a:xfrm>
            <a:off x="663367" y="2353349"/>
            <a:ext cx="4387174" cy="4394369"/>
            <a:chOff x="4101480" y="1965708"/>
            <a:chExt cx="3766758" cy="3772936"/>
          </a:xfrm>
        </p:grpSpPr>
        <p:sp>
          <p:nvSpPr>
            <p:cNvPr id="33" name="Freeform: Shape 32">
              <a:extLst>
                <a:ext uri="{FF2B5EF4-FFF2-40B4-BE49-F238E27FC236}">
                  <a16:creationId xmlns:a16="http://schemas.microsoft.com/office/drawing/2014/main" id="{1F3B506F-CCCE-F5D8-F6CB-8D8FC0FAC47C}"/>
                </a:ext>
              </a:extLst>
            </p:cNvPr>
            <p:cNvSpPr/>
            <p:nvPr/>
          </p:nvSpPr>
          <p:spPr>
            <a:xfrm>
              <a:off x="5766675" y="3944849"/>
              <a:ext cx="2101563" cy="1793795"/>
            </a:xfrm>
            <a:custGeom>
              <a:avLst/>
              <a:gdLst>
                <a:gd name="connsiteX0" fmla="*/ 1836467 w 2151555"/>
                <a:gd name="connsiteY0" fmla="*/ 0 h 1836466"/>
                <a:gd name="connsiteX1" fmla="*/ 1836467 w 2151555"/>
                <a:gd name="connsiteY1" fmla="*/ 1 h 1836466"/>
                <a:gd name="connsiteX2" fmla="*/ 1836467 w 2151555"/>
                <a:gd name="connsiteY2" fmla="*/ 1 h 1836466"/>
                <a:gd name="connsiteX3" fmla="*/ 315088 w 2151555"/>
                <a:gd name="connsiteY3" fmla="*/ 0 h 1836466"/>
                <a:gd name="connsiteX4" fmla="*/ 1754764 w 2151555"/>
                <a:gd name="connsiteY4" fmla="*/ 73849 h 1836466"/>
                <a:gd name="connsiteX5" fmla="*/ 1836467 w 2151555"/>
                <a:gd name="connsiteY5" fmla="*/ 1 h 1836466"/>
                <a:gd name="connsiteX6" fmla="*/ 1910315 w 2151555"/>
                <a:gd name="connsiteY6" fmla="*/ 81704 h 1836466"/>
                <a:gd name="connsiteX7" fmla="*/ 1836467 w 2151555"/>
                <a:gd name="connsiteY7" fmla="*/ 1521378 h 1836466"/>
                <a:gd name="connsiteX8" fmla="*/ 315088 w 2151555"/>
                <a:gd name="connsiteY8" fmla="*/ 1521378 h 1836466"/>
                <a:gd name="connsiteX9" fmla="*/ 241239 w 2151555"/>
                <a:gd name="connsiteY9" fmla="*/ 81703 h 18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1555" h="1836466">
                  <a:moveTo>
                    <a:pt x="1836467" y="0"/>
                  </a:moveTo>
                  <a:lnTo>
                    <a:pt x="1836467" y="1"/>
                  </a:lnTo>
                  <a:lnTo>
                    <a:pt x="1836467" y="1"/>
                  </a:lnTo>
                  <a:close/>
                  <a:moveTo>
                    <a:pt x="315088" y="0"/>
                  </a:moveTo>
                  <a:cubicBezTo>
                    <a:pt x="708948" y="393860"/>
                    <a:pt x="1332227" y="418477"/>
                    <a:pt x="1754764" y="73849"/>
                  </a:cubicBezTo>
                  <a:lnTo>
                    <a:pt x="1836467" y="1"/>
                  </a:lnTo>
                  <a:lnTo>
                    <a:pt x="1910315" y="81704"/>
                  </a:lnTo>
                  <a:cubicBezTo>
                    <a:pt x="2254944" y="504240"/>
                    <a:pt x="2230327" y="1127518"/>
                    <a:pt x="1836467" y="1521378"/>
                  </a:cubicBezTo>
                  <a:cubicBezTo>
                    <a:pt x="1416350" y="1941496"/>
                    <a:pt x="735206" y="1941496"/>
                    <a:pt x="315088" y="1521378"/>
                  </a:cubicBezTo>
                  <a:cubicBezTo>
                    <a:pt x="-78772" y="1127518"/>
                    <a:pt x="-103389" y="504240"/>
                    <a:pt x="241239" y="81703"/>
                  </a:cubicBezTo>
                  <a:close/>
                </a:path>
              </a:pathLst>
            </a:custGeom>
            <a:solidFill>
              <a:schemeClr val="accent1">
                <a:lumMod val="20000"/>
                <a:lumOff val="80000"/>
              </a:schemeClr>
            </a:solidFill>
            <a:ln w="12573">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5040" tIns="95040" rIns="95040" bIns="95040" numCol="1" spcCol="0" rtlCol="0" fromWordArt="0" anchor="ctr" anchorCtr="0" forceAA="0" compatLnSpc="1">
              <a:prstTxWarp prst="textNoShape">
                <a:avLst/>
              </a:prstTxWarp>
              <a:noAutofit/>
            </a:bodyPr>
            <a:lstStyle/>
            <a:p>
              <a:pPr algn="ctr"/>
              <a:r>
                <a:rPr lang="en-US" sz="2000">
                  <a:solidFill>
                    <a:schemeClr val="tx1"/>
                  </a:solidFill>
                  <a:cs typeface="Segoe UI" panose="020B0502040204020203" pitchFamily="34" charset="0"/>
                </a:rPr>
                <a:t>D. Language</a:t>
              </a:r>
            </a:p>
          </p:txBody>
        </p:sp>
        <p:sp>
          <p:nvSpPr>
            <p:cNvPr id="34" name="Freeform: Shape 33">
              <a:extLst>
                <a:ext uri="{FF2B5EF4-FFF2-40B4-BE49-F238E27FC236}">
                  <a16:creationId xmlns:a16="http://schemas.microsoft.com/office/drawing/2014/main" id="{AB0C1E90-CACC-18FA-18D9-87A48A9E0BA5}"/>
                </a:ext>
              </a:extLst>
            </p:cNvPr>
            <p:cNvSpPr/>
            <p:nvPr/>
          </p:nvSpPr>
          <p:spPr>
            <a:xfrm>
              <a:off x="4101480" y="1965708"/>
              <a:ext cx="2101563" cy="1793795"/>
            </a:xfrm>
            <a:custGeom>
              <a:avLst/>
              <a:gdLst>
                <a:gd name="connsiteX0" fmla="*/ 315088 w 2151555"/>
                <a:gd name="connsiteY0" fmla="*/ 1836465 h 1836466"/>
                <a:gd name="connsiteX1" fmla="*/ 315088 w 2151555"/>
                <a:gd name="connsiteY1" fmla="*/ 1836466 h 1836466"/>
                <a:gd name="connsiteX2" fmla="*/ 315088 w 2151555"/>
                <a:gd name="connsiteY2" fmla="*/ 1836465 h 1836466"/>
                <a:gd name="connsiteX3" fmla="*/ 1075778 w 2151555"/>
                <a:gd name="connsiteY3" fmla="*/ 0 h 1836466"/>
                <a:gd name="connsiteX4" fmla="*/ 1836467 w 2151555"/>
                <a:gd name="connsiteY4" fmla="*/ 315088 h 1836466"/>
                <a:gd name="connsiteX5" fmla="*/ 1910316 w 2151555"/>
                <a:gd name="connsiteY5" fmla="*/ 1754763 h 1836466"/>
                <a:gd name="connsiteX6" fmla="*/ 1836467 w 2151555"/>
                <a:gd name="connsiteY6" fmla="*/ 1836466 h 1836466"/>
                <a:gd name="connsiteX7" fmla="*/ 396791 w 2151555"/>
                <a:gd name="connsiteY7" fmla="*/ 1762617 h 1836466"/>
                <a:gd name="connsiteX8" fmla="*/ 315088 w 2151555"/>
                <a:gd name="connsiteY8" fmla="*/ 1836465 h 1836466"/>
                <a:gd name="connsiteX9" fmla="*/ 241240 w 2151555"/>
                <a:gd name="connsiteY9" fmla="*/ 1754762 h 1836466"/>
                <a:gd name="connsiteX10" fmla="*/ 315088 w 2151555"/>
                <a:gd name="connsiteY10" fmla="*/ 315088 h 1836466"/>
                <a:gd name="connsiteX11" fmla="*/ 1075778 w 2151555"/>
                <a:gd name="connsiteY11" fmla="*/ 0 h 18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51555" h="1836466">
                  <a:moveTo>
                    <a:pt x="315088" y="1836465"/>
                  </a:moveTo>
                  <a:lnTo>
                    <a:pt x="315088" y="1836466"/>
                  </a:lnTo>
                  <a:lnTo>
                    <a:pt x="315088" y="1836465"/>
                  </a:lnTo>
                  <a:close/>
                  <a:moveTo>
                    <a:pt x="1075778" y="0"/>
                  </a:moveTo>
                  <a:cubicBezTo>
                    <a:pt x="1351093" y="0"/>
                    <a:pt x="1626408" y="105029"/>
                    <a:pt x="1836467" y="315088"/>
                  </a:cubicBezTo>
                  <a:cubicBezTo>
                    <a:pt x="2230327" y="708948"/>
                    <a:pt x="2254944" y="1332226"/>
                    <a:pt x="1910316" y="1754763"/>
                  </a:cubicBezTo>
                  <a:lnTo>
                    <a:pt x="1836467" y="1836466"/>
                  </a:lnTo>
                  <a:cubicBezTo>
                    <a:pt x="1442608" y="1442606"/>
                    <a:pt x="819329" y="1417989"/>
                    <a:pt x="396791" y="1762617"/>
                  </a:cubicBezTo>
                  <a:lnTo>
                    <a:pt x="315088" y="1836465"/>
                  </a:lnTo>
                  <a:lnTo>
                    <a:pt x="241240" y="1754762"/>
                  </a:lnTo>
                  <a:cubicBezTo>
                    <a:pt x="-103389" y="1332226"/>
                    <a:pt x="-78772" y="708948"/>
                    <a:pt x="315088" y="315088"/>
                  </a:cubicBezTo>
                  <a:cubicBezTo>
                    <a:pt x="525147" y="105029"/>
                    <a:pt x="800462" y="0"/>
                    <a:pt x="1075778" y="0"/>
                  </a:cubicBezTo>
                  <a:close/>
                </a:path>
              </a:pathLst>
            </a:custGeom>
            <a:solidFill>
              <a:srgbClr val="FFFFFF"/>
            </a:solidFill>
            <a:ln w="12573">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5040" tIns="95040" rIns="95040" bIns="95040" numCol="1" spcCol="0" rtlCol="0" fromWordArt="0" anchor="ctr" anchorCtr="0" forceAA="0" compatLnSpc="1">
              <a:prstTxWarp prst="textNoShape">
                <a:avLst/>
              </a:prstTxWarp>
              <a:noAutofit/>
            </a:bodyPr>
            <a:lstStyle/>
            <a:p>
              <a:pPr algn="ctr"/>
              <a:r>
                <a:rPr lang="en-US" sz="2000">
                  <a:solidFill>
                    <a:schemeClr val="tx1"/>
                  </a:solidFill>
                  <a:cs typeface="Segoe UI" panose="020B0502040204020203" pitchFamily="34" charset="0"/>
                </a:rPr>
                <a:t>A. Titles,</a:t>
              </a:r>
            </a:p>
            <a:p>
              <a:pPr algn="ctr"/>
              <a:r>
                <a:rPr lang="en-US" sz="2000">
                  <a:solidFill>
                    <a:schemeClr val="tx1"/>
                  </a:solidFill>
                  <a:cs typeface="Segoe UI" panose="020B0502040204020203" pitchFamily="34" charset="0"/>
                </a:rPr>
                <a:t>sub-titles</a:t>
              </a:r>
            </a:p>
            <a:p>
              <a:pPr algn="ctr"/>
              <a:r>
                <a:rPr lang="en-US" sz="2000">
                  <a:solidFill>
                    <a:schemeClr val="tx1"/>
                  </a:solidFill>
                  <a:cs typeface="Segoe UI" panose="020B0502040204020203" pitchFamily="34" charset="0"/>
                </a:rPr>
                <a:t>and</a:t>
              </a:r>
            </a:p>
            <a:p>
              <a:pPr algn="ctr"/>
              <a:r>
                <a:rPr lang="en-US" sz="2000">
                  <a:solidFill>
                    <a:schemeClr val="tx1"/>
                  </a:solidFill>
                  <a:cs typeface="Segoe UI" panose="020B0502040204020203" pitchFamily="34" charset="0"/>
                </a:rPr>
                <a:t>footnotes</a:t>
              </a:r>
            </a:p>
          </p:txBody>
        </p:sp>
        <p:sp>
          <p:nvSpPr>
            <p:cNvPr id="35" name="Freeform: Shape 34">
              <a:extLst>
                <a:ext uri="{FF2B5EF4-FFF2-40B4-BE49-F238E27FC236}">
                  <a16:creationId xmlns:a16="http://schemas.microsoft.com/office/drawing/2014/main" id="{2BEC1D64-921E-560A-B3E3-2F737250400A}"/>
                </a:ext>
              </a:extLst>
            </p:cNvPr>
            <p:cNvSpPr/>
            <p:nvPr/>
          </p:nvSpPr>
          <p:spPr>
            <a:xfrm>
              <a:off x="6074442" y="1965708"/>
              <a:ext cx="1793795" cy="2101562"/>
            </a:xfrm>
            <a:custGeom>
              <a:avLst/>
              <a:gdLst>
                <a:gd name="connsiteX0" fmla="*/ 0 w 1836466"/>
                <a:gd name="connsiteY0" fmla="*/ 315086 h 2151554"/>
                <a:gd name="connsiteX1" fmla="*/ 0 w 1836466"/>
                <a:gd name="connsiteY1" fmla="*/ 315087 h 2151554"/>
                <a:gd name="connsiteX2" fmla="*/ 0 w 1836466"/>
                <a:gd name="connsiteY2" fmla="*/ 315087 h 2151554"/>
                <a:gd name="connsiteX3" fmla="*/ 812295 w 1836466"/>
                <a:gd name="connsiteY3" fmla="*/ 1230 h 2151554"/>
                <a:gd name="connsiteX4" fmla="*/ 1521378 w 1836466"/>
                <a:gd name="connsiteY4" fmla="*/ 315088 h 2151554"/>
                <a:gd name="connsiteX5" fmla="*/ 1521378 w 1836466"/>
                <a:gd name="connsiteY5" fmla="*/ 1836466 h 2151554"/>
                <a:gd name="connsiteX6" fmla="*/ 81704 w 1836466"/>
                <a:gd name="connsiteY6" fmla="*/ 1910314 h 2151554"/>
                <a:gd name="connsiteX7" fmla="*/ 0 w 1836466"/>
                <a:gd name="connsiteY7" fmla="*/ 1836465 h 2151554"/>
                <a:gd name="connsiteX8" fmla="*/ 73849 w 1836466"/>
                <a:gd name="connsiteY8" fmla="*/ 396790 h 2151554"/>
                <a:gd name="connsiteX9" fmla="*/ 0 w 1836466"/>
                <a:gd name="connsiteY9" fmla="*/ 315087 h 2151554"/>
                <a:gd name="connsiteX10" fmla="*/ 81703 w 1836466"/>
                <a:gd name="connsiteY10" fmla="*/ 241238 h 2151554"/>
                <a:gd name="connsiteX11" fmla="*/ 812295 w 1836466"/>
                <a:gd name="connsiteY11" fmla="*/ 1230 h 21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36466" h="2151554">
                  <a:moveTo>
                    <a:pt x="0" y="315086"/>
                  </a:moveTo>
                  <a:lnTo>
                    <a:pt x="0" y="315087"/>
                  </a:lnTo>
                  <a:lnTo>
                    <a:pt x="0" y="315087"/>
                  </a:lnTo>
                  <a:close/>
                  <a:moveTo>
                    <a:pt x="812295" y="1230"/>
                  </a:moveTo>
                  <a:cubicBezTo>
                    <a:pt x="1070164" y="13538"/>
                    <a:pt x="1324448" y="118157"/>
                    <a:pt x="1521378" y="315088"/>
                  </a:cubicBezTo>
                  <a:cubicBezTo>
                    <a:pt x="1941495" y="735205"/>
                    <a:pt x="1941496" y="1416349"/>
                    <a:pt x="1521378" y="1836466"/>
                  </a:cubicBezTo>
                  <a:cubicBezTo>
                    <a:pt x="1127518" y="2230326"/>
                    <a:pt x="504241" y="2254943"/>
                    <a:pt x="81704" y="1910314"/>
                  </a:cubicBezTo>
                  <a:lnTo>
                    <a:pt x="0" y="1836465"/>
                  </a:lnTo>
                  <a:cubicBezTo>
                    <a:pt x="393860" y="1442606"/>
                    <a:pt x="418477" y="819328"/>
                    <a:pt x="73849" y="396790"/>
                  </a:cubicBezTo>
                  <a:lnTo>
                    <a:pt x="0" y="315087"/>
                  </a:lnTo>
                  <a:lnTo>
                    <a:pt x="81703" y="241238"/>
                  </a:lnTo>
                  <a:cubicBezTo>
                    <a:pt x="292972" y="68924"/>
                    <a:pt x="554426" y="-11078"/>
                    <a:pt x="812295" y="1230"/>
                  </a:cubicBezTo>
                  <a:close/>
                </a:path>
              </a:pathLst>
            </a:custGeom>
            <a:solidFill>
              <a:schemeClr val="accent1"/>
            </a:solidFill>
            <a:ln w="12573">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5040" tIns="95040" rIns="95040" bIns="95040" numCol="1" spcCol="0" rtlCol="0" fromWordArt="0" anchor="ctr" anchorCtr="0" forceAA="0" compatLnSpc="1">
              <a:prstTxWarp prst="textNoShape">
                <a:avLst/>
              </a:prstTxWarp>
              <a:noAutofit/>
            </a:bodyPr>
            <a:lstStyle/>
            <a:p>
              <a:pPr algn="ctr"/>
              <a:r>
                <a:rPr lang="en-US" sz="2000">
                  <a:solidFill>
                    <a:schemeClr val="bg1"/>
                  </a:solidFill>
                  <a:cs typeface="Segoe UI" panose="020B0502040204020203" pitchFamily="34" charset="0"/>
                </a:rPr>
                <a:t>C. Visuals</a:t>
              </a:r>
            </a:p>
          </p:txBody>
        </p:sp>
        <p:sp>
          <p:nvSpPr>
            <p:cNvPr id="36" name="Freeform: Shape 35">
              <a:extLst>
                <a:ext uri="{FF2B5EF4-FFF2-40B4-BE49-F238E27FC236}">
                  <a16:creationId xmlns:a16="http://schemas.microsoft.com/office/drawing/2014/main" id="{8CAA28AA-C25F-989E-0D1C-D96C8F58561E}"/>
                </a:ext>
              </a:extLst>
            </p:cNvPr>
            <p:cNvSpPr/>
            <p:nvPr/>
          </p:nvSpPr>
          <p:spPr>
            <a:xfrm>
              <a:off x="4101481" y="3637082"/>
              <a:ext cx="1793794" cy="2101562"/>
            </a:xfrm>
            <a:custGeom>
              <a:avLst/>
              <a:gdLst>
                <a:gd name="connsiteX0" fmla="*/ 1836465 w 1836465"/>
                <a:gd name="connsiteY0" fmla="*/ 1836466 h 2151554"/>
                <a:gd name="connsiteX1" fmla="*/ 1836465 w 1836465"/>
                <a:gd name="connsiteY1" fmla="*/ 1836467 h 2151554"/>
                <a:gd name="connsiteX2" fmla="*/ 1836464 w 1836465"/>
                <a:gd name="connsiteY2" fmla="*/ 1836466 h 2151554"/>
                <a:gd name="connsiteX3" fmla="*/ 1024171 w 1836465"/>
                <a:gd name="connsiteY3" fmla="*/ 1230 h 2151554"/>
                <a:gd name="connsiteX4" fmla="*/ 1754761 w 1836465"/>
                <a:gd name="connsiteY4" fmla="*/ 241239 h 2151554"/>
                <a:gd name="connsiteX5" fmla="*/ 1836465 w 1836465"/>
                <a:gd name="connsiteY5" fmla="*/ 315088 h 2151554"/>
                <a:gd name="connsiteX6" fmla="*/ 1762616 w 1836465"/>
                <a:gd name="connsiteY6" fmla="*/ 1754763 h 2151554"/>
                <a:gd name="connsiteX7" fmla="*/ 1836464 w 1836465"/>
                <a:gd name="connsiteY7" fmla="*/ 1836466 h 2151554"/>
                <a:gd name="connsiteX8" fmla="*/ 1754762 w 1836465"/>
                <a:gd name="connsiteY8" fmla="*/ 1910315 h 2151554"/>
                <a:gd name="connsiteX9" fmla="*/ 315087 w 1836465"/>
                <a:gd name="connsiteY9" fmla="*/ 1836466 h 2151554"/>
                <a:gd name="connsiteX10" fmla="*/ 315087 w 1836465"/>
                <a:gd name="connsiteY10" fmla="*/ 315087 h 2151554"/>
                <a:gd name="connsiteX11" fmla="*/ 1024171 w 1836465"/>
                <a:gd name="connsiteY11" fmla="*/ 1230 h 21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36465" h="2151554">
                  <a:moveTo>
                    <a:pt x="1836465" y="1836466"/>
                  </a:moveTo>
                  <a:lnTo>
                    <a:pt x="1836465" y="1836467"/>
                  </a:lnTo>
                  <a:lnTo>
                    <a:pt x="1836464" y="1836466"/>
                  </a:lnTo>
                  <a:close/>
                  <a:moveTo>
                    <a:pt x="1024171" y="1230"/>
                  </a:moveTo>
                  <a:cubicBezTo>
                    <a:pt x="1282040" y="-11078"/>
                    <a:pt x="1543493" y="68925"/>
                    <a:pt x="1754761" y="241239"/>
                  </a:cubicBezTo>
                  <a:lnTo>
                    <a:pt x="1836465" y="315088"/>
                  </a:lnTo>
                  <a:cubicBezTo>
                    <a:pt x="1442605" y="708947"/>
                    <a:pt x="1417988" y="1332226"/>
                    <a:pt x="1762616" y="1754763"/>
                  </a:cubicBezTo>
                  <a:lnTo>
                    <a:pt x="1836464" y="1836466"/>
                  </a:lnTo>
                  <a:lnTo>
                    <a:pt x="1754762" y="1910315"/>
                  </a:lnTo>
                  <a:cubicBezTo>
                    <a:pt x="1332225" y="2254943"/>
                    <a:pt x="708948" y="2230326"/>
                    <a:pt x="315087" y="1836466"/>
                  </a:cubicBezTo>
                  <a:cubicBezTo>
                    <a:pt x="-105030" y="1416348"/>
                    <a:pt x="-105030" y="735204"/>
                    <a:pt x="315087" y="315087"/>
                  </a:cubicBezTo>
                  <a:cubicBezTo>
                    <a:pt x="512017" y="118157"/>
                    <a:pt x="766302" y="13538"/>
                    <a:pt x="1024171" y="1230"/>
                  </a:cubicBezTo>
                  <a:close/>
                </a:path>
              </a:pathLst>
            </a:custGeom>
            <a:solidFill>
              <a:schemeClr val="accent2"/>
            </a:solidFill>
            <a:ln w="12573">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5040" tIns="95040" rIns="95040" bIns="95040" numCol="1" spcCol="0" rtlCol="0" fromWordArt="0" anchor="ctr" anchorCtr="0" forceAA="0" compatLnSpc="1">
              <a:prstTxWarp prst="textNoShape">
                <a:avLst/>
              </a:prstTxWarp>
              <a:noAutofit/>
            </a:bodyPr>
            <a:lstStyle/>
            <a:p>
              <a:pPr algn="ctr"/>
              <a:r>
                <a:rPr lang="en-US" sz="2000">
                  <a:solidFill>
                    <a:schemeClr val="bg1"/>
                  </a:solidFill>
                  <a:cs typeface="Segoe UI" panose="020B0502040204020203" pitchFamily="34" charset="0"/>
                </a:rPr>
                <a:t>B. Slide </a:t>
              </a:r>
            </a:p>
            <a:p>
              <a:pPr algn="ctr"/>
              <a:r>
                <a:rPr lang="en-US" sz="2000">
                  <a:solidFill>
                    <a:schemeClr val="bg1"/>
                  </a:solidFill>
                  <a:cs typeface="Segoe UI" panose="020B0502040204020203" pitchFamily="34" charset="0"/>
                </a:rPr>
                <a:t>layouts </a:t>
              </a:r>
            </a:p>
            <a:p>
              <a:pPr algn="ctr"/>
              <a:r>
                <a:rPr lang="en-US" sz="2000">
                  <a:solidFill>
                    <a:schemeClr val="bg1"/>
                  </a:solidFill>
                  <a:cs typeface="Segoe UI" panose="020B0502040204020203" pitchFamily="34" charset="0"/>
                </a:rPr>
                <a:t>and body</a:t>
              </a:r>
            </a:p>
          </p:txBody>
        </p:sp>
      </p:grpSp>
      <p:graphicFrame>
        <p:nvGraphicFramePr>
          <p:cNvPr id="31" name="Tabelle 3">
            <a:extLst>
              <a:ext uri="{FF2B5EF4-FFF2-40B4-BE49-F238E27FC236}">
                <a16:creationId xmlns:a16="http://schemas.microsoft.com/office/drawing/2014/main" id="{E9024CD8-63D2-7501-A795-C7CA9AC21189}"/>
              </a:ext>
            </a:extLst>
          </p:cNvPr>
          <p:cNvGraphicFramePr>
            <a:graphicFrameLocks noGrp="1"/>
          </p:cNvGraphicFramePr>
          <p:nvPr>
            <p:extLst>
              <p:ext uri="{D42A27DB-BD31-4B8C-83A1-F6EECF244321}">
                <p14:modId xmlns:p14="http://schemas.microsoft.com/office/powerpoint/2010/main" val="3876481871"/>
              </p:ext>
            </p:extLst>
          </p:nvPr>
        </p:nvGraphicFramePr>
        <p:xfrm>
          <a:off x="6133672" y="2355821"/>
          <a:ext cx="7127361" cy="4636008"/>
        </p:xfrm>
        <a:graphic>
          <a:graphicData uri="http://schemas.openxmlformats.org/drawingml/2006/table">
            <a:tbl>
              <a:tblPr firstRow="1" bandRow="1">
                <a:tableStyleId>{5C22544A-7EE6-4342-B048-85BDC9FD1C3A}</a:tableStyleId>
              </a:tblPr>
              <a:tblGrid>
                <a:gridCol w="1425515">
                  <a:extLst>
                    <a:ext uri="{9D8B030D-6E8A-4147-A177-3AD203B41FA5}">
                      <a16:colId xmlns:a16="http://schemas.microsoft.com/office/drawing/2014/main" val="20000"/>
                    </a:ext>
                  </a:extLst>
                </a:gridCol>
                <a:gridCol w="5701846">
                  <a:extLst>
                    <a:ext uri="{9D8B030D-6E8A-4147-A177-3AD203B41FA5}">
                      <a16:colId xmlns:a16="http://schemas.microsoft.com/office/drawing/2014/main" val="20001"/>
                    </a:ext>
                  </a:extLst>
                </a:gridCol>
              </a:tblGrid>
              <a:tr h="1106424">
                <a:tc>
                  <a:txBody>
                    <a:bodyPr/>
                    <a:lstStyle/>
                    <a:p>
                      <a:pPr algn="l"/>
                      <a:r>
                        <a:rPr lang="en-US" sz="1800" b="1">
                          <a:solidFill>
                            <a:schemeClr val="tx1"/>
                          </a:solidFill>
                          <a:latin typeface="Arial" panose="020B0604020202020204" pitchFamily="34" charset="0"/>
                          <a:cs typeface="Arial" panose="020B0604020202020204" pitchFamily="34" charset="0"/>
                        </a:rPr>
                        <a:t>Clear / coherent</a:t>
                      </a:r>
                    </a:p>
                  </a:txBody>
                  <a:tcPr marT="100584" marB="10058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accent1">
                          <a:lumMod val="100000"/>
                        </a:schemeClr>
                      </a:solidFill>
                      <a:prstDash val="solid"/>
                      <a:round/>
                      <a:headEnd type="none" w="med" len="med"/>
                      <a:tailEnd type="none" w="med" len="med"/>
                    </a:lnB>
                    <a:solidFill>
                      <a:srgbClr val="D9D9D9"/>
                    </a:solidFill>
                  </a:tcPr>
                </a:tc>
                <a:tc>
                  <a:txBody>
                    <a:bodyPr/>
                    <a:lstStyle/>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a:solidFill>
                            <a:schemeClr val="tx1"/>
                          </a:solidFill>
                          <a:latin typeface="Arial" panose="020B0604020202020204" pitchFamily="34" charset="0"/>
                          <a:cs typeface="Arial" panose="020B0604020202020204" pitchFamily="34" charset="0"/>
                        </a:rPr>
                        <a:t>Reader “gets” the point you are trying to make</a:t>
                      </a:r>
                    </a:p>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a:solidFill>
                            <a:schemeClr val="tx1"/>
                          </a:solidFill>
                          <a:latin typeface="Arial" panose="020B0604020202020204" pitchFamily="34" charset="0"/>
                          <a:cs typeface="Arial" panose="020B0604020202020204" pitchFamily="34" charset="0"/>
                        </a:rPr>
                        <a:t>Provide the right context for the data and information you are presenting</a:t>
                      </a:r>
                    </a:p>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a:solidFill>
                            <a:schemeClr val="tx1"/>
                          </a:solidFill>
                          <a:latin typeface="Arial" panose="020B0604020202020204" pitchFamily="34" charset="0"/>
                          <a:cs typeface="Arial" panose="020B0604020202020204" pitchFamily="34" charset="0"/>
                        </a:rPr>
                        <a:t>Conclusion is logical and consistent with the data and sub bullet points on the page</a:t>
                      </a:r>
                    </a:p>
                  </a:txBody>
                  <a:tcPr marT="100584" marB="10058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2700" cap="flat" cmpd="sng" algn="ctr">
                      <a:solidFill>
                        <a:schemeClr val="accent1">
                          <a:lumMod val="10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06424">
                <a:tc>
                  <a:txBody>
                    <a:bodyPr/>
                    <a:lstStyle/>
                    <a:p>
                      <a:pPr algn="l"/>
                      <a:r>
                        <a:rPr lang="en-US" sz="1800" b="1">
                          <a:solidFill>
                            <a:schemeClr val="tx1"/>
                          </a:solidFill>
                          <a:latin typeface="Arial" panose="020B0604020202020204" pitchFamily="34" charset="0"/>
                          <a:cs typeface="Arial" panose="020B0604020202020204" pitchFamily="34" charset="0"/>
                        </a:rPr>
                        <a:t>Simple</a:t>
                      </a:r>
                    </a:p>
                  </a:txBody>
                  <a:tcPr marT="100584" marB="10058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accent1">
                          <a:lumMod val="100000"/>
                        </a:schemeClr>
                      </a:solidFill>
                      <a:prstDash val="solid"/>
                      <a:round/>
                      <a:headEnd type="none" w="med" len="med"/>
                      <a:tailEnd type="none" w="med" len="med"/>
                    </a:lnT>
                    <a:lnB w="12700" cap="flat" cmpd="sng" algn="ctr">
                      <a:solidFill>
                        <a:schemeClr val="accent1">
                          <a:lumMod val="100000"/>
                        </a:schemeClr>
                      </a:solidFill>
                      <a:prstDash val="solid"/>
                      <a:round/>
                      <a:headEnd type="none" w="med" len="med"/>
                      <a:tailEnd type="none" w="med" len="med"/>
                    </a:lnB>
                    <a:solidFill>
                      <a:srgbClr val="D9D9D9"/>
                    </a:solidFill>
                  </a:tcPr>
                </a:tc>
                <a:tc>
                  <a:txBody>
                    <a:bodyPr/>
                    <a:lstStyle/>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kern="1200">
                          <a:solidFill>
                            <a:schemeClr val="tx1"/>
                          </a:solidFill>
                          <a:latin typeface="Arial" panose="020B0604020202020204" pitchFamily="34" charset="0"/>
                          <a:ea typeface="+mn-ea"/>
                          <a:cs typeface="Arial" panose="020B0604020202020204" pitchFamily="34" charset="0"/>
                        </a:rPr>
                        <a:t>One message per slide</a:t>
                      </a:r>
                    </a:p>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kern="1200">
                          <a:solidFill>
                            <a:schemeClr val="tx1"/>
                          </a:solidFill>
                          <a:latin typeface="Arial" panose="020B0604020202020204" pitchFamily="34" charset="0"/>
                          <a:ea typeface="+mn-ea"/>
                          <a:cs typeface="Arial" panose="020B0604020202020204" pitchFamily="34" charset="0"/>
                        </a:rPr>
                        <a:t>Everything on the slide serves the main point</a:t>
                      </a:r>
                    </a:p>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kern="1200">
                          <a:solidFill>
                            <a:schemeClr val="tx1"/>
                          </a:solidFill>
                          <a:latin typeface="Arial" panose="020B0604020202020204" pitchFamily="34" charset="0"/>
                          <a:ea typeface="+mn-ea"/>
                          <a:cs typeface="Arial" panose="020B0604020202020204" pitchFamily="34" charset="0"/>
                        </a:rPr>
                        <a:t>Avoid unnecessary buzzwords/technical jargon</a:t>
                      </a:r>
                    </a:p>
                  </a:txBody>
                  <a:tcPr marT="100584" marB="10058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accent1">
                          <a:lumMod val="100000"/>
                        </a:schemeClr>
                      </a:solidFill>
                      <a:prstDash val="solid"/>
                      <a:round/>
                      <a:headEnd type="none" w="med" len="med"/>
                      <a:tailEnd type="none" w="med" len="med"/>
                    </a:lnT>
                    <a:lnB w="12700" cap="flat" cmpd="sng" algn="ctr">
                      <a:solidFill>
                        <a:schemeClr val="accent1">
                          <a:lumMod val="10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04672">
                <a:tc>
                  <a:txBody>
                    <a:bodyPr/>
                    <a:lstStyle/>
                    <a:p>
                      <a:pPr algn="l"/>
                      <a:r>
                        <a:rPr lang="en-US" sz="1800" b="1">
                          <a:solidFill>
                            <a:schemeClr val="tx1"/>
                          </a:solidFill>
                          <a:latin typeface="Arial" panose="020B0604020202020204" pitchFamily="34" charset="0"/>
                          <a:cs typeface="Arial" panose="020B0604020202020204" pitchFamily="34" charset="0"/>
                        </a:rPr>
                        <a:t>Powerful</a:t>
                      </a:r>
                    </a:p>
                  </a:txBody>
                  <a:tcPr marT="100584" marB="10058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accent1">
                          <a:lumMod val="100000"/>
                        </a:schemeClr>
                      </a:solidFill>
                      <a:prstDash val="solid"/>
                      <a:round/>
                      <a:headEnd type="none" w="med" len="med"/>
                      <a:tailEnd type="none" w="med" len="med"/>
                    </a:lnT>
                    <a:lnB w="12700" cap="flat" cmpd="sng" algn="ctr">
                      <a:solidFill>
                        <a:schemeClr val="accent1">
                          <a:lumMod val="100000"/>
                        </a:schemeClr>
                      </a:solidFill>
                      <a:prstDash val="solid"/>
                      <a:round/>
                      <a:headEnd type="none" w="med" len="med"/>
                      <a:tailEnd type="none" w="med" len="med"/>
                    </a:lnB>
                    <a:solidFill>
                      <a:srgbClr val="D9D9D9"/>
                    </a:solidFill>
                  </a:tcPr>
                </a:tc>
                <a:tc>
                  <a:txBody>
                    <a:bodyPr/>
                    <a:lstStyle/>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a:solidFill>
                            <a:schemeClr val="tx1"/>
                          </a:solidFill>
                          <a:latin typeface="Arial" panose="020B0604020202020204" pitchFamily="34" charset="0"/>
                          <a:cs typeface="Arial" panose="020B0604020202020204" pitchFamily="34" charset="0"/>
                        </a:rPr>
                        <a:t>High-quality, compelling visuals that make messages ‘pop’</a:t>
                      </a:r>
                    </a:p>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a:solidFill>
                            <a:schemeClr val="tx1"/>
                          </a:solidFill>
                          <a:latin typeface="Arial" panose="020B0604020202020204" pitchFamily="34" charset="0"/>
                          <a:cs typeface="Arial" panose="020B0604020202020204" pitchFamily="34" charset="0"/>
                        </a:rPr>
                        <a:t>Clear links between the visual / data and the key message</a:t>
                      </a:r>
                    </a:p>
                  </a:txBody>
                  <a:tcPr marT="100584" marB="10058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accent1">
                          <a:lumMod val="100000"/>
                        </a:schemeClr>
                      </a:solidFill>
                      <a:prstDash val="solid"/>
                      <a:round/>
                      <a:headEnd type="none" w="med" len="med"/>
                      <a:tailEnd type="none" w="med" len="med"/>
                    </a:lnT>
                    <a:lnB w="12700" cap="flat" cmpd="sng" algn="ctr">
                      <a:solidFill>
                        <a:schemeClr val="accent1">
                          <a:lumMod val="10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106424">
                <a:tc>
                  <a:txBody>
                    <a:bodyPr/>
                    <a:lstStyle/>
                    <a:p>
                      <a:pPr algn="l"/>
                      <a:r>
                        <a:rPr lang="en-US" sz="1800" b="1">
                          <a:solidFill>
                            <a:schemeClr val="tx1"/>
                          </a:solidFill>
                          <a:latin typeface="Arial" panose="020B0604020202020204" pitchFamily="34" charset="0"/>
                          <a:cs typeface="Arial" panose="020B0604020202020204" pitchFamily="34" charset="0"/>
                        </a:rPr>
                        <a:t>Honest</a:t>
                      </a:r>
                    </a:p>
                  </a:txBody>
                  <a:tcPr marT="100584" marB="10058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accent1">
                          <a:lumMod val="100000"/>
                        </a:schemeClr>
                      </a:solid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a:solidFill>
                            <a:schemeClr val="tx1"/>
                          </a:solidFill>
                          <a:latin typeface="Arial" panose="020B0604020202020204" pitchFamily="34" charset="0"/>
                          <a:cs typeface="Arial" panose="020B0604020202020204" pitchFamily="34" charset="0"/>
                        </a:rPr>
                        <a:t>Use transparent logic that makes obvious and consistent connections between data and conclusions</a:t>
                      </a:r>
                    </a:p>
                    <a:p>
                      <a:pPr marL="285750" lvl="1" indent="-285750" algn="l" defTabSz="914400" rtl="0" eaLnBrk="1" latinLnBrk="0" hangingPunct="1">
                        <a:buClr>
                          <a:schemeClr val="accent1">
                            <a:lumMod val="100000"/>
                          </a:schemeClr>
                        </a:buClr>
                        <a:buSzPct val="100000"/>
                        <a:buFont typeface="Arial" panose="020B0604020202020204" pitchFamily="34" charset="0"/>
                        <a:buChar char="•"/>
                      </a:pPr>
                      <a:r>
                        <a:rPr lang="en-US" sz="1600" b="0">
                          <a:solidFill>
                            <a:schemeClr val="tx1"/>
                          </a:solidFill>
                          <a:latin typeface="Arial" panose="020B0604020202020204" pitchFamily="34" charset="0"/>
                          <a:cs typeface="Arial" panose="020B0604020202020204" pitchFamily="34" charset="0"/>
                        </a:rPr>
                        <a:t>Don’t misrepresent reality by selectively highlighting facts, mislabeling axes, etc.</a:t>
                      </a:r>
                    </a:p>
                  </a:txBody>
                  <a:tcPr marT="100584" marB="100584">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2700" cap="flat" cmpd="sng" algn="ctr">
                      <a:solidFill>
                        <a:schemeClr val="accent1">
                          <a:lumMod val="100000"/>
                        </a:schemeClr>
                      </a:solid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 name="TextBox 1">
            <a:extLst>
              <a:ext uri="{FF2B5EF4-FFF2-40B4-BE49-F238E27FC236}">
                <a16:creationId xmlns:a16="http://schemas.microsoft.com/office/drawing/2014/main" id="{14F93D7E-18F0-AD8B-3A0D-5ADA60AA4835}"/>
              </a:ext>
            </a:extLst>
          </p:cNvPr>
          <p:cNvSpPr txBox="1"/>
          <p:nvPr/>
        </p:nvSpPr>
        <p:spPr>
          <a:xfrm>
            <a:off x="448969" y="1868630"/>
            <a:ext cx="4592175" cy="400110"/>
          </a:xfrm>
          <a:prstGeom prst="rect">
            <a:avLst/>
          </a:prstGeom>
          <a:noFill/>
        </p:spPr>
        <p:txBody>
          <a:bodyPr wrap="square" lIns="0" tIns="45720" rIns="0" bIns="45720" rtlCol="0">
            <a:spAutoFit/>
          </a:bodyPr>
          <a:lstStyle/>
          <a:p>
            <a:pPr algn="l"/>
            <a:r>
              <a:rPr lang="en-US" sz="2000" b="1">
                <a:solidFill>
                  <a:schemeClr val="accent2"/>
                </a:solidFill>
              </a:rPr>
              <a:t>Four complementary elements</a:t>
            </a:r>
          </a:p>
        </p:txBody>
      </p:sp>
      <p:sp>
        <p:nvSpPr>
          <p:cNvPr id="3" name="TextBox 2">
            <a:extLst>
              <a:ext uri="{FF2B5EF4-FFF2-40B4-BE49-F238E27FC236}">
                <a16:creationId xmlns:a16="http://schemas.microsoft.com/office/drawing/2014/main" id="{D54EA43F-8CC7-F9C2-0D51-37F84F4F5E43}"/>
              </a:ext>
            </a:extLst>
          </p:cNvPr>
          <p:cNvSpPr txBox="1"/>
          <p:nvPr/>
        </p:nvSpPr>
        <p:spPr>
          <a:xfrm>
            <a:off x="6133672" y="1868630"/>
            <a:ext cx="6154220" cy="400110"/>
          </a:xfrm>
          <a:prstGeom prst="rect">
            <a:avLst/>
          </a:prstGeom>
          <a:noFill/>
        </p:spPr>
        <p:txBody>
          <a:bodyPr wrap="square" lIns="0" tIns="45720" rIns="0" bIns="45720" rtlCol="0">
            <a:spAutoFit/>
          </a:bodyPr>
          <a:lstStyle/>
          <a:p>
            <a:pPr algn="l"/>
            <a:r>
              <a:rPr lang="en-US" sz="2000" b="1">
                <a:solidFill>
                  <a:schemeClr val="accent2"/>
                </a:solidFill>
              </a:rPr>
              <a:t>Four characteristic features</a:t>
            </a:r>
          </a:p>
        </p:txBody>
      </p:sp>
    </p:spTree>
    <p:extLst>
      <p:ext uri="{BB962C8B-B14F-4D97-AF65-F5344CB8AC3E}">
        <p14:creationId xmlns:p14="http://schemas.microsoft.com/office/powerpoint/2010/main" val="3112730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C969B29-9222-5C3D-38A6-0CE055600766}"/>
              </a:ext>
            </a:extLst>
          </p:cNvPr>
          <p:cNvGraphicFramePr>
            <a:graphicFrameLocks noChangeAspect="1"/>
          </p:cNvGraphicFramePr>
          <p:nvPr>
            <p:custDataLst>
              <p:tags r:id="rId1"/>
            </p:custDataLst>
            <p:extLst>
              <p:ext uri="{D42A27DB-BD31-4B8C-83A1-F6EECF244321}">
                <p14:modId xmlns:p14="http://schemas.microsoft.com/office/powerpoint/2010/main" val="26723440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3C969B29-9222-5C3D-38A6-0CE0556007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D6E4857-A742-10A9-9198-CE75B8D23E6B}"/>
              </a:ext>
            </a:extLst>
          </p:cNvPr>
          <p:cNvSpPr>
            <a:spLocks noGrp="1"/>
          </p:cNvSpPr>
          <p:nvPr>
            <p:ph type="title"/>
          </p:nvPr>
        </p:nvSpPr>
        <p:spPr/>
        <p:txBody>
          <a:bodyPr vert="horz"/>
          <a:lstStyle/>
          <a:p>
            <a:r>
              <a:rPr lang="en-US">
                <a:solidFill>
                  <a:schemeClr val="accent2"/>
                </a:solidFill>
              </a:rPr>
              <a:t>Titles / Sub-titles | </a:t>
            </a:r>
            <a:r>
              <a:rPr lang="en-US"/>
              <a:t>Help share </a:t>
            </a:r>
            <a:r>
              <a:rPr lang="en-US" u="sng"/>
              <a:t>most important</a:t>
            </a:r>
            <a:r>
              <a:rPr lang="en-US"/>
              <a:t> message(s)</a:t>
            </a:r>
          </a:p>
        </p:txBody>
      </p:sp>
      <p:sp>
        <p:nvSpPr>
          <p:cNvPr id="3" name="Subtitle 2">
            <a:extLst>
              <a:ext uri="{FF2B5EF4-FFF2-40B4-BE49-F238E27FC236}">
                <a16:creationId xmlns:a16="http://schemas.microsoft.com/office/drawing/2014/main" id="{A51E9C8C-B9EA-717D-6B80-D70A7BC0BD94}"/>
              </a:ext>
            </a:extLst>
          </p:cNvPr>
          <p:cNvSpPr>
            <a:spLocks noGrp="1"/>
          </p:cNvSpPr>
          <p:nvPr>
            <p:ph type="subTitle" idx="1"/>
          </p:nvPr>
        </p:nvSpPr>
        <p:spPr/>
        <p:txBody>
          <a:bodyPr/>
          <a:lstStyle/>
          <a:p>
            <a:r>
              <a:rPr lang="en-US"/>
              <a:t>Headlines dictate whether and how the reader will take in the rest of what you have to say</a:t>
            </a:r>
          </a:p>
        </p:txBody>
      </p:sp>
      <p:sp>
        <p:nvSpPr>
          <p:cNvPr id="53" name="Content Placeholder 52">
            <a:extLst>
              <a:ext uri="{FF2B5EF4-FFF2-40B4-BE49-F238E27FC236}">
                <a16:creationId xmlns:a16="http://schemas.microsoft.com/office/drawing/2014/main" id="{351C7B66-32D8-BD29-2C24-6979766EB307}"/>
              </a:ext>
            </a:extLst>
          </p:cNvPr>
          <p:cNvSpPr>
            <a:spLocks noGrp="1"/>
          </p:cNvSpPr>
          <p:nvPr>
            <p:ph sz="quarter" idx="14"/>
          </p:nvPr>
        </p:nvSpPr>
        <p:spPr>
          <a:xfrm>
            <a:off x="1548011" y="2109724"/>
            <a:ext cx="11355189" cy="4449408"/>
          </a:xfrm>
        </p:spPr>
        <p:txBody>
          <a:bodyPr anchor="ctr"/>
          <a:lstStyle/>
          <a:p>
            <a:r>
              <a:rPr lang="en-US" sz="1800"/>
              <a:t>Slide titles should highlight the key message, match the body of the slide, and–when combined–tell your overall story</a:t>
            </a:r>
          </a:p>
          <a:p>
            <a:endParaRPr lang="en-US" sz="1800"/>
          </a:p>
          <a:p>
            <a:r>
              <a:rPr lang="en-US" sz="1800"/>
              <a:t>Good slide titles are concise and specific</a:t>
            </a:r>
          </a:p>
          <a:p>
            <a:endParaRPr lang="en-US" sz="1800"/>
          </a:p>
          <a:p>
            <a:r>
              <a:rPr lang="en-US" sz="1800"/>
              <a:t>Titles should provide the “so what"/actionable next step</a:t>
            </a:r>
          </a:p>
          <a:p>
            <a:endParaRPr lang="en-US" sz="1800"/>
          </a:p>
          <a:p>
            <a:r>
              <a:rPr lang="en-US" sz="1800"/>
              <a:t>Slide titles link the story together</a:t>
            </a:r>
          </a:p>
          <a:p>
            <a:endParaRPr lang="en-US" sz="1800"/>
          </a:p>
          <a:p>
            <a:r>
              <a:rPr lang="en-US" sz="1800"/>
              <a:t>Subtitles provide additional context to tell readers how to process the body of the slide…</a:t>
            </a:r>
            <a:br>
              <a:rPr lang="en-US" sz="1800"/>
            </a:br>
            <a:r>
              <a:rPr lang="en-US" sz="1800"/>
              <a:t>…</a:t>
            </a:r>
            <a:r>
              <a:rPr lang="en-US" sz="1800" b="1" u="sng"/>
              <a:t>BUT</a:t>
            </a:r>
            <a:r>
              <a:rPr lang="en-US" sz="1800"/>
              <a:t> don’t use it to add on another / competing point to the main title and slide body</a:t>
            </a:r>
            <a:endParaRPr lang="en-US" sz="1800" b="1" u="sng"/>
          </a:p>
        </p:txBody>
      </p:sp>
      <p:sp>
        <p:nvSpPr>
          <p:cNvPr id="14" name="TextBox 13">
            <a:extLst>
              <a:ext uri="{FF2B5EF4-FFF2-40B4-BE49-F238E27FC236}">
                <a16:creationId xmlns:a16="http://schemas.microsoft.com/office/drawing/2014/main" id="{3D181E2C-397C-E551-BD58-680EC58E031F}"/>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2A) Creating the slide: Titles, sub-titles and footnotes</a:t>
            </a:r>
          </a:p>
        </p:txBody>
      </p:sp>
      <p:grpSp>
        <p:nvGrpSpPr>
          <p:cNvPr id="24" name="Group 23">
            <a:extLst>
              <a:ext uri="{FF2B5EF4-FFF2-40B4-BE49-F238E27FC236}">
                <a16:creationId xmlns:a16="http://schemas.microsoft.com/office/drawing/2014/main" id="{DA7D718B-F0BF-10D9-2A6F-B0B6C3410E12}"/>
              </a:ext>
            </a:extLst>
          </p:cNvPr>
          <p:cNvGrpSpPr/>
          <p:nvPr/>
        </p:nvGrpSpPr>
        <p:grpSpPr>
          <a:xfrm>
            <a:off x="10874499" y="0"/>
            <a:ext cx="2943101" cy="914400"/>
            <a:chOff x="10874499" y="0"/>
            <a:chExt cx="2943101" cy="914400"/>
          </a:xfrm>
        </p:grpSpPr>
        <p:grpSp>
          <p:nvGrpSpPr>
            <p:cNvPr id="25" name="Group 24">
              <a:extLst>
                <a:ext uri="{FF2B5EF4-FFF2-40B4-BE49-F238E27FC236}">
                  <a16:creationId xmlns:a16="http://schemas.microsoft.com/office/drawing/2014/main" id="{90DA4B20-9A8F-1821-B36D-DE2A08B742CB}"/>
                </a:ext>
              </a:extLst>
            </p:cNvPr>
            <p:cNvGrpSpPr/>
            <p:nvPr/>
          </p:nvGrpSpPr>
          <p:grpSpPr>
            <a:xfrm>
              <a:off x="12903200" y="0"/>
              <a:ext cx="914400" cy="914400"/>
              <a:chOff x="12903200" y="0"/>
              <a:chExt cx="914400" cy="914400"/>
            </a:xfrm>
          </p:grpSpPr>
          <p:sp>
            <p:nvSpPr>
              <p:cNvPr id="27" name="Right Triangle 26">
                <a:extLst>
                  <a:ext uri="{FF2B5EF4-FFF2-40B4-BE49-F238E27FC236}">
                    <a16:creationId xmlns:a16="http://schemas.microsoft.com/office/drawing/2014/main" id="{850BF710-0BF9-0F1F-9282-1D3FE9388039}"/>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28" name="Oval 20">
                <a:extLst>
                  <a:ext uri="{FF2B5EF4-FFF2-40B4-BE49-F238E27FC236}">
                    <a16:creationId xmlns:a16="http://schemas.microsoft.com/office/drawing/2014/main" id="{85FF5492-A9D1-1C9E-8A1D-4B6A9F85C45D}"/>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26" name="TextBox 25">
              <a:extLst>
                <a:ext uri="{FF2B5EF4-FFF2-40B4-BE49-F238E27FC236}">
                  <a16:creationId xmlns:a16="http://schemas.microsoft.com/office/drawing/2014/main" id="{3F321891-EABE-5306-E2AB-283451AB142B}"/>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grpSp>
        <p:nvGrpSpPr>
          <p:cNvPr id="4" name="ee4p_icon_group">
            <a:extLst>
              <a:ext uri="{FF2B5EF4-FFF2-40B4-BE49-F238E27FC236}">
                <a16:creationId xmlns:a16="http://schemas.microsoft.com/office/drawing/2014/main" id="{4C3A57F4-418C-784C-270F-D8AE46F91308}"/>
              </a:ext>
            </a:extLst>
          </p:cNvPr>
          <p:cNvGrpSpPr/>
          <p:nvPr/>
        </p:nvGrpSpPr>
        <p:grpSpPr>
          <a:xfrm>
            <a:off x="636752" y="2093936"/>
            <a:ext cx="673933" cy="673932"/>
            <a:chOff x="4031999" y="2889000"/>
            <a:chExt cx="1080000" cy="1080001"/>
          </a:xfrm>
        </p:grpSpPr>
        <p:sp>
          <p:nvSpPr>
            <p:cNvPr id="5" name="ee4p_icon_frame" hidden="1">
              <a:extLst>
                <a:ext uri="{FF2B5EF4-FFF2-40B4-BE49-F238E27FC236}">
                  <a16:creationId xmlns:a16="http://schemas.microsoft.com/office/drawing/2014/main" id="{91A59837-926F-4643-E352-9B872D9E6B0B}"/>
                </a:ext>
              </a:extLst>
            </p:cNvPr>
            <p:cNvSpPr/>
            <p:nvPr/>
          </p:nvSpPr>
          <p:spPr>
            <a:xfrm>
              <a:off x="4031999" y="2889000"/>
              <a:ext cx="1080000" cy="1080001"/>
            </a:xfrm>
            <a:prstGeom prst="rect">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ee4p_icon">
              <a:extLst>
                <a:ext uri="{FF2B5EF4-FFF2-40B4-BE49-F238E27FC236}">
                  <a16:creationId xmlns:a16="http://schemas.microsoft.com/office/drawing/2014/main" id="{0E98E126-AE91-C70D-84F4-89E6BC9C17B4}"/>
                </a:ext>
              </a:extLst>
            </p:cNvPr>
            <p:cNvSpPr>
              <a:spLocks noChangeAspect="1"/>
            </p:cNvSpPr>
            <p:nvPr/>
          </p:nvSpPr>
          <p:spPr>
            <a:xfrm>
              <a:off x="4207323" y="2921406"/>
              <a:ext cx="729352" cy="1015187"/>
            </a:xfrm>
            <a:custGeom>
              <a:avLst/>
              <a:gdLst>
                <a:gd name="connsiteX0" fmla="*/ 719193 w 729352"/>
                <a:gd name="connsiteY0" fmla="*/ 138752 h 1015187"/>
                <a:gd name="connsiteX1" fmla="*/ 590194 w 729352"/>
                <a:gd name="connsiteY1" fmla="*/ 138752 h 1015187"/>
                <a:gd name="connsiteX2" fmla="*/ 590194 w 729352"/>
                <a:gd name="connsiteY2" fmla="*/ 159072 h 1015187"/>
                <a:gd name="connsiteX3" fmla="*/ 709033 w 729352"/>
                <a:gd name="connsiteY3" fmla="*/ 159072 h 1015187"/>
                <a:gd name="connsiteX4" fmla="*/ 709033 w 729352"/>
                <a:gd name="connsiteY4" fmla="*/ 994867 h 1015187"/>
                <a:gd name="connsiteX5" fmla="*/ 20320 w 729352"/>
                <a:gd name="connsiteY5" fmla="*/ 994867 h 1015187"/>
                <a:gd name="connsiteX6" fmla="*/ 20320 w 729352"/>
                <a:gd name="connsiteY6" fmla="*/ 159072 h 1015187"/>
                <a:gd name="connsiteX7" fmla="*/ 189653 w 729352"/>
                <a:gd name="connsiteY7" fmla="*/ 159072 h 1015187"/>
                <a:gd name="connsiteX8" fmla="*/ 189653 w 729352"/>
                <a:gd name="connsiteY8" fmla="*/ 212954 h 1015187"/>
                <a:gd name="connsiteX9" fmla="*/ 199813 w 729352"/>
                <a:gd name="connsiteY9" fmla="*/ 223114 h 1015187"/>
                <a:gd name="connsiteX10" fmla="*/ 529539 w 729352"/>
                <a:gd name="connsiteY10" fmla="*/ 223114 h 1015187"/>
                <a:gd name="connsiteX11" fmla="*/ 539699 w 729352"/>
                <a:gd name="connsiteY11" fmla="*/ 212954 h 1015187"/>
                <a:gd name="connsiteX12" fmla="*/ 539699 w 729352"/>
                <a:gd name="connsiteY12" fmla="*/ 84531 h 1015187"/>
                <a:gd name="connsiteX13" fmla="*/ 529539 w 729352"/>
                <a:gd name="connsiteY13" fmla="*/ 74371 h 1015187"/>
                <a:gd name="connsiteX14" fmla="*/ 463465 w 729352"/>
                <a:gd name="connsiteY14" fmla="*/ 74371 h 1015187"/>
                <a:gd name="connsiteX15" fmla="*/ 364676 w 729352"/>
                <a:gd name="connsiteY15" fmla="*/ 0 h 1015187"/>
                <a:gd name="connsiteX16" fmla="*/ 265887 w 729352"/>
                <a:gd name="connsiteY16" fmla="*/ 74507 h 1015187"/>
                <a:gd name="connsiteX17" fmla="*/ 199813 w 729352"/>
                <a:gd name="connsiteY17" fmla="*/ 74507 h 1015187"/>
                <a:gd name="connsiteX18" fmla="*/ 189653 w 729352"/>
                <a:gd name="connsiteY18" fmla="*/ 84667 h 1015187"/>
                <a:gd name="connsiteX19" fmla="*/ 189653 w 729352"/>
                <a:gd name="connsiteY19" fmla="*/ 138853 h 1015187"/>
                <a:gd name="connsiteX20" fmla="*/ 10160 w 729352"/>
                <a:gd name="connsiteY20" fmla="*/ 138853 h 1015187"/>
                <a:gd name="connsiteX21" fmla="*/ 0 w 729352"/>
                <a:gd name="connsiteY21" fmla="*/ 149013 h 1015187"/>
                <a:gd name="connsiteX22" fmla="*/ 0 w 729352"/>
                <a:gd name="connsiteY22" fmla="*/ 1005027 h 1015187"/>
                <a:gd name="connsiteX23" fmla="*/ 10160 w 729352"/>
                <a:gd name="connsiteY23" fmla="*/ 1015187 h 1015187"/>
                <a:gd name="connsiteX24" fmla="*/ 719193 w 729352"/>
                <a:gd name="connsiteY24" fmla="*/ 1015187 h 1015187"/>
                <a:gd name="connsiteX25" fmla="*/ 729353 w 729352"/>
                <a:gd name="connsiteY25" fmla="*/ 1005027 h 1015187"/>
                <a:gd name="connsiteX26" fmla="*/ 729353 w 729352"/>
                <a:gd name="connsiteY26" fmla="*/ 148912 h 1015187"/>
                <a:gd name="connsiteX27" fmla="*/ 719193 w 729352"/>
                <a:gd name="connsiteY27" fmla="*/ 138752 h 1015187"/>
                <a:gd name="connsiteX28" fmla="*/ 209973 w 729352"/>
                <a:gd name="connsiteY28" fmla="*/ 94725 h 1015187"/>
                <a:gd name="connsiteX29" fmla="*/ 275336 w 729352"/>
                <a:gd name="connsiteY29" fmla="*/ 94725 h 1015187"/>
                <a:gd name="connsiteX30" fmla="*/ 285496 w 729352"/>
                <a:gd name="connsiteY30" fmla="*/ 84565 h 1015187"/>
                <a:gd name="connsiteX31" fmla="*/ 364676 w 729352"/>
                <a:gd name="connsiteY31" fmla="*/ 20218 h 1015187"/>
                <a:gd name="connsiteX32" fmla="*/ 443857 w 729352"/>
                <a:gd name="connsiteY32" fmla="*/ 84565 h 1015187"/>
                <a:gd name="connsiteX33" fmla="*/ 454017 w 729352"/>
                <a:gd name="connsiteY33" fmla="*/ 94725 h 1015187"/>
                <a:gd name="connsiteX34" fmla="*/ 519379 w 729352"/>
                <a:gd name="connsiteY34" fmla="*/ 94725 h 1015187"/>
                <a:gd name="connsiteX35" fmla="*/ 519379 w 729352"/>
                <a:gd name="connsiteY35" fmla="*/ 202794 h 1015187"/>
                <a:gd name="connsiteX36" fmla="*/ 209973 w 729352"/>
                <a:gd name="connsiteY36" fmla="*/ 202794 h 1015187"/>
                <a:gd name="connsiteX37" fmla="*/ 316958 w 729352"/>
                <a:gd name="connsiteY37" fmla="*/ 305274 h 1015187"/>
                <a:gd name="connsiteX38" fmla="*/ 296401 w 729352"/>
                <a:gd name="connsiteY38" fmla="*/ 330877 h 1015187"/>
                <a:gd name="connsiteX39" fmla="*/ 296401 w 729352"/>
                <a:gd name="connsiteY39" fmla="*/ 447175 h 1015187"/>
                <a:gd name="connsiteX40" fmla="*/ 286241 w 729352"/>
                <a:gd name="connsiteY40" fmla="*/ 457335 h 1015187"/>
                <a:gd name="connsiteX41" fmla="*/ 164558 w 729352"/>
                <a:gd name="connsiteY41" fmla="*/ 457335 h 1015187"/>
                <a:gd name="connsiteX42" fmla="*/ 154398 w 729352"/>
                <a:gd name="connsiteY42" fmla="*/ 447175 h 1015187"/>
                <a:gd name="connsiteX43" fmla="*/ 154398 w 729352"/>
                <a:gd name="connsiteY43" fmla="*/ 325493 h 1015187"/>
                <a:gd name="connsiteX44" fmla="*/ 164558 w 729352"/>
                <a:gd name="connsiteY44" fmla="*/ 315333 h 1015187"/>
                <a:gd name="connsiteX45" fmla="*/ 239708 w 729352"/>
                <a:gd name="connsiteY45" fmla="*/ 315333 h 1015187"/>
                <a:gd name="connsiteX46" fmla="*/ 239708 w 729352"/>
                <a:gd name="connsiteY46" fmla="*/ 335653 h 1015187"/>
                <a:gd name="connsiteX47" fmla="*/ 174718 w 729352"/>
                <a:gd name="connsiteY47" fmla="*/ 335653 h 1015187"/>
                <a:gd name="connsiteX48" fmla="*/ 174718 w 729352"/>
                <a:gd name="connsiteY48" fmla="*/ 436982 h 1015187"/>
                <a:gd name="connsiteX49" fmla="*/ 276081 w 729352"/>
                <a:gd name="connsiteY49" fmla="*/ 436982 h 1015187"/>
                <a:gd name="connsiteX50" fmla="*/ 276081 w 729352"/>
                <a:gd name="connsiteY50" fmla="*/ 356176 h 1015187"/>
                <a:gd name="connsiteX51" fmla="*/ 233307 w 729352"/>
                <a:gd name="connsiteY51" fmla="*/ 409380 h 1015187"/>
                <a:gd name="connsiteX52" fmla="*/ 225417 w 729352"/>
                <a:gd name="connsiteY52" fmla="*/ 413173 h 1015187"/>
                <a:gd name="connsiteX53" fmla="*/ 225417 w 729352"/>
                <a:gd name="connsiteY53" fmla="*/ 413173 h 1015187"/>
                <a:gd name="connsiteX54" fmla="*/ 217492 w 729352"/>
                <a:gd name="connsiteY54" fmla="*/ 409346 h 1015187"/>
                <a:gd name="connsiteX55" fmla="*/ 190873 w 729352"/>
                <a:gd name="connsiteY55" fmla="*/ 375886 h 1015187"/>
                <a:gd name="connsiteX56" fmla="*/ 206756 w 729352"/>
                <a:gd name="connsiteY56" fmla="*/ 363254 h 1015187"/>
                <a:gd name="connsiteX57" fmla="*/ 225484 w 729352"/>
                <a:gd name="connsiteY57" fmla="*/ 386723 h 1015187"/>
                <a:gd name="connsiteX58" fmla="*/ 301142 w 729352"/>
                <a:gd name="connsiteY58" fmla="*/ 292473 h 1015187"/>
                <a:gd name="connsiteX59" fmla="*/ 316958 w 729352"/>
                <a:gd name="connsiteY59" fmla="*/ 521039 h 1015187"/>
                <a:gd name="connsiteX60" fmla="*/ 296401 w 729352"/>
                <a:gd name="connsiteY60" fmla="*/ 546676 h 1015187"/>
                <a:gd name="connsiteX61" fmla="*/ 296401 w 729352"/>
                <a:gd name="connsiteY61" fmla="*/ 662974 h 1015187"/>
                <a:gd name="connsiteX62" fmla="*/ 286241 w 729352"/>
                <a:gd name="connsiteY62" fmla="*/ 673134 h 1015187"/>
                <a:gd name="connsiteX63" fmla="*/ 164558 w 729352"/>
                <a:gd name="connsiteY63" fmla="*/ 673134 h 1015187"/>
                <a:gd name="connsiteX64" fmla="*/ 154398 w 729352"/>
                <a:gd name="connsiteY64" fmla="*/ 662974 h 1015187"/>
                <a:gd name="connsiteX65" fmla="*/ 154398 w 729352"/>
                <a:gd name="connsiteY65" fmla="*/ 541257 h 1015187"/>
                <a:gd name="connsiteX66" fmla="*/ 164558 w 729352"/>
                <a:gd name="connsiteY66" fmla="*/ 531097 h 1015187"/>
                <a:gd name="connsiteX67" fmla="*/ 239708 w 729352"/>
                <a:gd name="connsiteY67" fmla="*/ 531097 h 1015187"/>
                <a:gd name="connsiteX68" fmla="*/ 239708 w 729352"/>
                <a:gd name="connsiteY68" fmla="*/ 551417 h 1015187"/>
                <a:gd name="connsiteX69" fmla="*/ 174718 w 729352"/>
                <a:gd name="connsiteY69" fmla="*/ 551417 h 1015187"/>
                <a:gd name="connsiteX70" fmla="*/ 174718 w 729352"/>
                <a:gd name="connsiteY70" fmla="*/ 652780 h 1015187"/>
                <a:gd name="connsiteX71" fmla="*/ 276081 w 729352"/>
                <a:gd name="connsiteY71" fmla="*/ 652780 h 1015187"/>
                <a:gd name="connsiteX72" fmla="*/ 276081 w 729352"/>
                <a:gd name="connsiteY72" fmla="*/ 571940 h 1015187"/>
                <a:gd name="connsiteX73" fmla="*/ 233307 w 729352"/>
                <a:gd name="connsiteY73" fmla="*/ 625179 h 1015187"/>
                <a:gd name="connsiteX74" fmla="*/ 225417 w 729352"/>
                <a:gd name="connsiteY74" fmla="*/ 628972 h 1015187"/>
                <a:gd name="connsiteX75" fmla="*/ 225417 w 729352"/>
                <a:gd name="connsiteY75" fmla="*/ 628972 h 1015187"/>
                <a:gd name="connsiteX76" fmla="*/ 217492 w 729352"/>
                <a:gd name="connsiteY76" fmla="*/ 625145 h 1015187"/>
                <a:gd name="connsiteX77" fmla="*/ 190873 w 729352"/>
                <a:gd name="connsiteY77" fmla="*/ 591718 h 1015187"/>
                <a:gd name="connsiteX78" fmla="*/ 206756 w 729352"/>
                <a:gd name="connsiteY78" fmla="*/ 579052 h 1015187"/>
                <a:gd name="connsiteX79" fmla="*/ 225484 w 729352"/>
                <a:gd name="connsiteY79" fmla="*/ 602556 h 1015187"/>
                <a:gd name="connsiteX80" fmla="*/ 301142 w 729352"/>
                <a:gd name="connsiteY80" fmla="*/ 508305 h 1015187"/>
                <a:gd name="connsiteX81" fmla="*/ 174718 w 729352"/>
                <a:gd name="connsiteY81" fmla="*/ 767249 h 1015187"/>
                <a:gd name="connsiteX82" fmla="*/ 174718 w 729352"/>
                <a:gd name="connsiteY82" fmla="*/ 868578 h 1015187"/>
                <a:gd name="connsiteX83" fmla="*/ 276081 w 729352"/>
                <a:gd name="connsiteY83" fmla="*/ 868578 h 1015187"/>
                <a:gd name="connsiteX84" fmla="*/ 276081 w 729352"/>
                <a:gd name="connsiteY84" fmla="*/ 787739 h 1015187"/>
                <a:gd name="connsiteX85" fmla="*/ 233307 w 729352"/>
                <a:gd name="connsiteY85" fmla="*/ 840977 h 1015187"/>
                <a:gd name="connsiteX86" fmla="*/ 225417 w 729352"/>
                <a:gd name="connsiteY86" fmla="*/ 844770 h 1015187"/>
                <a:gd name="connsiteX87" fmla="*/ 225417 w 729352"/>
                <a:gd name="connsiteY87" fmla="*/ 844770 h 1015187"/>
                <a:gd name="connsiteX88" fmla="*/ 217492 w 729352"/>
                <a:gd name="connsiteY88" fmla="*/ 840943 h 1015187"/>
                <a:gd name="connsiteX89" fmla="*/ 190873 w 729352"/>
                <a:gd name="connsiteY89" fmla="*/ 807483 h 1015187"/>
                <a:gd name="connsiteX90" fmla="*/ 206756 w 729352"/>
                <a:gd name="connsiteY90" fmla="*/ 794851 h 1015187"/>
                <a:gd name="connsiteX91" fmla="*/ 225484 w 729352"/>
                <a:gd name="connsiteY91" fmla="*/ 818320 h 1015187"/>
                <a:gd name="connsiteX92" fmla="*/ 301142 w 729352"/>
                <a:gd name="connsiteY92" fmla="*/ 724069 h 1015187"/>
                <a:gd name="connsiteX93" fmla="*/ 316992 w 729352"/>
                <a:gd name="connsiteY93" fmla="*/ 736803 h 1015187"/>
                <a:gd name="connsiteX94" fmla="*/ 296435 w 729352"/>
                <a:gd name="connsiteY94" fmla="*/ 762406 h 1015187"/>
                <a:gd name="connsiteX95" fmla="*/ 296435 w 729352"/>
                <a:gd name="connsiteY95" fmla="*/ 878705 h 1015187"/>
                <a:gd name="connsiteX96" fmla="*/ 286275 w 729352"/>
                <a:gd name="connsiteY96" fmla="*/ 888865 h 1015187"/>
                <a:gd name="connsiteX97" fmla="*/ 164558 w 729352"/>
                <a:gd name="connsiteY97" fmla="*/ 888865 h 1015187"/>
                <a:gd name="connsiteX98" fmla="*/ 154398 w 729352"/>
                <a:gd name="connsiteY98" fmla="*/ 878705 h 1015187"/>
                <a:gd name="connsiteX99" fmla="*/ 154398 w 729352"/>
                <a:gd name="connsiteY99" fmla="*/ 757056 h 1015187"/>
                <a:gd name="connsiteX100" fmla="*/ 164558 w 729352"/>
                <a:gd name="connsiteY100" fmla="*/ 746896 h 1015187"/>
                <a:gd name="connsiteX101" fmla="*/ 239708 w 729352"/>
                <a:gd name="connsiteY101" fmla="*/ 746896 h 1015187"/>
                <a:gd name="connsiteX102" fmla="*/ 239708 w 729352"/>
                <a:gd name="connsiteY102" fmla="*/ 767216 h 1015187"/>
                <a:gd name="connsiteX103" fmla="*/ 456421 w 729352"/>
                <a:gd name="connsiteY103" fmla="*/ 363559 h 1015187"/>
                <a:gd name="connsiteX104" fmla="*/ 456421 w 729352"/>
                <a:gd name="connsiteY104" fmla="*/ 458385 h 1015187"/>
                <a:gd name="connsiteX105" fmla="*/ 476741 w 729352"/>
                <a:gd name="connsiteY105" fmla="*/ 458385 h 1015187"/>
                <a:gd name="connsiteX106" fmla="*/ 476741 w 729352"/>
                <a:gd name="connsiteY106" fmla="*/ 402133 h 1015187"/>
                <a:gd name="connsiteX107" fmla="*/ 554634 w 729352"/>
                <a:gd name="connsiteY107" fmla="*/ 402133 h 1015187"/>
                <a:gd name="connsiteX108" fmla="*/ 554634 w 729352"/>
                <a:gd name="connsiteY108" fmla="*/ 458216 h 1015187"/>
                <a:gd name="connsiteX109" fmla="*/ 574954 w 729352"/>
                <a:gd name="connsiteY109" fmla="*/ 458216 h 1015187"/>
                <a:gd name="connsiteX110" fmla="*/ 574954 w 729352"/>
                <a:gd name="connsiteY110" fmla="*/ 363389 h 1015187"/>
                <a:gd name="connsiteX111" fmla="*/ 515688 w 729352"/>
                <a:gd name="connsiteY111" fmla="*/ 304123 h 1015187"/>
                <a:gd name="connsiteX112" fmla="*/ 456421 w 729352"/>
                <a:gd name="connsiteY112" fmla="*/ 363389 h 1015187"/>
                <a:gd name="connsiteX113" fmla="*/ 554634 w 729352"/>
                <a:gd name="connsiteY113" fmla="*/ 363559 h 1015187"/>
                <a:gd name="connsiteX114" fmla="*/ 554634 w 729352"/>
                <a:gd name="connsiteY114" fmla="*/ 381847 h 1015187"/>
                <a:gd name="connsiteX115" fmla="*/ 476741 w 729352"/>
                <a:gd name="connsiteY115" fmla="*/ 381847 h 1015187"/>
                <a:gd name="connsiteX116" fmla="*/ 476741 w 729352"/>
                <a:gd name="connsiteY116" fmla="*/ 363559 h 1015187"/>
                <a:gd name="connsiteX117" fmla="*/ 515688 w 729352"/>
                <a:gd name="connsiteY117" fmla="*/ 324612 h 1015187"/>
                <a:gd name="connsiteX118" fmla="*/ 554634 w 729352"/>
                <a:gd name="connsiteY118" fmla="*/ 363559 h 1015187"/>
                <a:gd name="connsiteX119" fmla="*/ 574954 w 729352"/>
                <a:gd name="connsiteY119" fmla="*/ 628972 h 1015187"/>
                <a:gd name="connsiteX120" fmla="*/ 549961 w 729352"/>
                <a:gd name="connsiteY120" fmla="*/ 590262 h 1015187"/>
                <a:gd name="connsiteX121" fmla="*/ 558936 w 729352"/>
                <a:gd name="connsiteY121" fmla="*/ 564253 h 1015187"/>
                <a:gd name="connsiteX122" fmla="*/ 558936 w 729352"/>
                <a:gd name="connsiteY122" fmla="*/ 562593 h 1015187"/>
                <a:gd name="connsiteX123" fmla="*/ 516433 w 729352"/>
                <a:gd name="connsiteY123" fmla="*/ 520090 h 1015187"/>
                <a:gd name="connsiteX124" fmla="*/ 468105 w 729352"/>
                <a:gd name="connsiteY124" fmla="*/ 520090 h 1015187"/>
                <a:gd name="connsiteX125" fmla="*/ 457945 w 729352"/>
                <a:gd name="connsiteY125" fmla="*/ 530250 h 1015187"/>
                <a:gd name="connsiteX126" fmla="*/ 457945 w 729352"/>
                <a:gd name="connsiteY126" fmla="*/ 662974 h 1015187"/>
                <a:gd name="connsiteX127" fmla="*/ 468105 w 729352"/>
                <a:gd name="connsiteY127" fmla="*/ 673134 h 1015187"/>
                <a:gd name="connsiteX128" fmla="*/ 532452 w 729352"/>
                <a:gd name="connsiteY128" fmla="*/ 673134 h 1015187"/>
                <a:gd name="connsiteX129" fmla="*/ 574988 w 729352"/>
                <a:gd name="connsiteY129" fmla="*/ 630597 h 1015187"/>
                <a:gd name="connsiteX130" fmla="*/ 478265 w 729352"/>
                <a:gd name="connsiteY130" fmla="*/ 540410 h 1015187"/>
                <a:gd name="connsiteX131" fmla="*/ 516433 w 729352"/>
                <a:gd name="connsiteY131" fmla="*/ 540410 h 1015187"/>
                <a:gd name="connsiteX132" fmla="*/ 538616 w 729352"/>
                <a:gd name="connsiteY132" fmla="*/ 562593 h 1015187"/>
                <a:gd name="connsiteX133" fmla="*/ 538616 w 729352"/>
                <a:gd name="connsiteY133" fmla="*/ 564253 h 1015187"/>
                <a:gd name="connsiteX134" fmla="*/ 516433 w 729352"/>
                <a:gd name="connsiteY134" fmla="*/ 586435 h 1015187"/>
                <a:gd name="connsiteX135" fmla="*/ 478265 w 729352"/>
                <a:gd name="connsiteY135" fmla="*/ 586435 h 1015187"/>
                <a:gd name="connsiteX136" fmla="*/ 554634 w 729352"/>
                <a:gd name="connsiteY136" fmla="*/ 630597 h 1015187"/>
                <a:gd name="connsiteX137" fmla="*/ 532418 w 729352"/>
                <a:gd name="connsiteY137" fmla="*/ 652814 h 1015187"/>
                <a:gd name="connsiteX138" fmla="*/ 478231 w 729352"/>
                <a:gd name="connsiteY138" fmla="*/ 652814 h 1015187"/>
                <a:gd name="connsiteX139" fmla="*/ 478231 w 729352"/>
                <a:gd name="connsiteY139" fmla="*/ 606755 h 1015187"/>
                <a:gd name="connsiteX140" fmla="*/ 532418 w 729352"/>
                <a:gd name="connsiteY140" fmla="*/ 606755 h 1015187"/>
                <a:gd name="connsiteX141" fmla="*/ 554634 w 729352"/>
                <a:gd name="connsiteY141" fmla="*/ 628972 h 1015187"/>
                <a:gd name="connsiteX142" fmla="*/ 470645 w 729352"/>
                <a:gd name="connsiteY142" fmla="*/ 782218 h 1015187"/>
                <a:gd name="connsiteX143" fmla="*/ 470645 w 729352"/>
                <a:gd name="connsiteY143" fmla="*/ 836879 h 1015187"/>
                <a:gd name="connsiteX144" fmla="*/ 502344 w 729352"/>
                <a:gd name="connsiteY144" fmla="*/ 868578 h 1015187"/>
                <a:gd name="connsiteX145" fmla="*/ 522901 w 729352"/>
                <a:gd name="connsiteY145" fmla="*/ 868578 h 1015187"/>
                <a:gd name="connsiteX146" fmla="*/ 554634 w 729352"/>
                <a:gd name="connsiteY146" fmla="*/ 836879 h 1015187"/>
                <a:gd name="connsiteX147" fmla="*/ 574954 w 729352"/>
                <a:gd name="connsiteY147" fmla="*/ 836879 h 1015187"/>
                <a:gd name="connsiteX148" fmla="*/ 522901 w 729352"/>
                <a:gd name="connsiteY148" fmla="*/ 888898 h 1015187"/>
                <a:gd name="connsiteX149" fmla="*/ 502344 w 729352"/>
                <a:gd name="connsiteY149" fmla="*/ 888898 h 1015187"/>
                <a:gd name="connsiteX150" fmla="*/ 450325 w 729352"/>
                <a:gd name="connsiteY150" fmla="*/ 836879 h 1015187"/>
                <a:gd name="connsiteX151" fmla="*/ 450325 w 729352"/>
                <a:gd name="connsiteY151" fmla="*/ 782185 h 1015187"/>
                <a:gd name="connsiteX152" fmla="*/ 502344 w 729352"/>
                <a:gd name="connsiteY152" fmla="*/ 730132 h 1015187"/>
                <a:gd name="connsiteX153" fmla="*/ 522901 w 729352"/>
                <a:gd name="connsiteY153" fmla="*/ 730132 h 1015187"/>
                <a:gd name="connsiteX154" fmla="*/ 574954 w 729352"/>
                <a:gd name="connsiteY154" fmla="*/ 782185 h 1015187"/>
                <a:gd name="connsiteX155" fmla="*/ 554634 w 729352"/>
                <a:gd name="connsiteY155" fmla="*/ 782185 h 1015187"/>
                <a:gd name="connsiteX156" fmla="*/ 522901 w 729352"/>
                <a:gd name="connsiteY156" fmla="*/ 750452 h 1015187"/>
                <a:gd name="connsiteX157" fmla="*/ 502344 w 729352"/>
                <a:gd name="connsiteY157" fmla="*/ 750452 h 1015187"/>
                <a:gd name="connsiteX158" fmla="*/ 470645 w 729352"/>
                <a:gd name="connsiteY158" fmla="*/ 782185 h 1015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Lst>
              <a:rect l="l" t="t" r="r" b="b"/>
              <a:pathLst>
                <a:path w="729352" h="1015187">
                  <a:moveTo>
                    <a:pt x="719193" y="138752"/>
                  </a:moveTo>
                  <a:lnTo>
                    <a:pt x="590194" y="138752"/>
                  </a:lnTo>
                  <a:lnTo>
                    <a:pt x="590194" y="159072"/>
                  </a:lnTo>
                  <a:lnTo>
                    <a:pt x="709033" y="159072"/>
                  </a:lnTo>
                  <a:lnTo>
                    <a:pt x="709033" y="994867"/>
                  </a:lnTo>
                  <a:lnTo>
                    <a:pt x="20320" y="994867"/>
                  </a:lnTo>
                  <a:lnTo>
                    <a:pt x="20320" y="159072"/>
                  </a:lnTo>
                  <a:lnTo>
                    <a:pt x="189653" y="159072"/>
                  </a:lnTo>
                  <a:lnTo>
                    <a:pt x="189653" y="212954"/>
                  </a:lnTo>
                  <a:cubicBezTo>
                    <a:pt x="189653" y="218565"/>
                    <a:pt x="194202" y="223114"/>
                    <a:pt x="199813" y="223114"/>
                  </a:cubicBezTo>
                  <a:lnTo>
                    <a:pt x="529539" y="223114"/>
                  </a:lnTo>
                  <a:cubicBezTo>
                    <a:pt x="535151" y="223114"/>
                    <a:pt x="539699" y="218565"/>
                    <a:pt x="539699" y="212954"/>
                  </a:cubicBezTo>
                  <a:lnTo>
                    <a:pt x="539699" y="84531"/>
                  </a:lnTo>
                  <a:cubicBezTo>
                    <a:pt x="539699" y="78920"/>
                    <a:pt x="535151" y="74371"/>
                    <a:pt x="529539" y="74371"/>
                  </a:cubicBezTo>
                  <a:lnTo>
                    <a:pt x="463465" y="74371"/>
                  </a:lnTo>
                  <a:cubicBezTo>
                    <a:pt x="457539" y="32546"/>
                    <a:pt x="415476" y="0"/>
                    <a:pt x="364676" y="0"/>
                  </a:cubicBezTo>
                  <a:cubicBezTo>
                    <a:pt x="313876" y="0"/>
                    <a:pt x="271814" y="32546"/>
                    <a:pt x="265887" y="74507"/>
                  </a:cubicBezTo>
                  <a:lnTo>
                    <a:pt x="199813" y="74507"/>
                  </a:lnTo>
                  <a:cubicBezTo>
                    <a:pt x="194202" y="74507"/>
                    <a:pt x="189653" y="79055"/>
                    <a:pt x="189653" y="84667"/>
                  </a:cubicBezTo>
                  <a:lnTo>
                    <a:pt x="189653" y="138853"/>
                  </a:lnTo>
                  <a:lnTo>
                    <a:pt x="10160" y="138853"/>
                  </a:lnTo>
                  <a:cubicBezTo>
                    <a:pt x="4549" y="138853"/>
                    <a:pt x="0" y="143402"/>
                    <a:pt x="0" y="149013"/>
                  </a:cubicBezTo>
                  <a:lnTo>
                    <a:pt x="0" y="1005027"/>
                  </a:lnTo>
                  <a:cubicBezTo>
                    <a:pt x="0" y="1010639"/>
                    <a:pt x="4549" y="1015187"/>
                    <a:pt x="10160" y="1015187"/>
                  </a:cubicBezTo>
                  <a:lnTo>
                    <a:pt x="719193" y="1015187"/>
                  </a:lnTo>
                  <a:cubicBezTo>
                    <a:pt x="724804" y="1015187"/>
                    <a:pt x="729353" y="1010639"/>
                    <a:pt x="729353" y="1005027"/>
                  </a:cubicBezTo>
                  <a:lnTo>
                    <a:pt x="729353" y="148912"/>
                  </a:lnTo>
                  <a:cubicBezTo>
                    <a:pt x="729353" y="143300"/>
                    <a:pt x="724804" y="138752"/>
                    <a:pt x="719193" y="138752"/>
                  </a:cubicBezTo>
                  <a:close/>
                  <a:moveTo>
                    <a:pt x="209973" y="94725"/>
                  </a:moveTo>
                  <a:lnTo>
                    <a:pt x="275336" y="94725"/>
                  </a:lnTo>
                  <a:cubicBezTo>
                    <a:pt x="280948" y="94725"/>
                    <a:pt x="285496" y="90176"/>
                    <a:pt x="285496" y="84565"/>
                  </a:cubicBezTo>
                  <a:cubicBezTo>
                    <a:pt x="285496" y="49174"/>
                    <a:pt x="321022" y="20218"/>
                    <a:pt x="364676" y="20218"/>
                  </a:cubicBezTo>
                  <a:cubicBezTo>
                    <a:pt x="408330" y="20218"/>
                    <a:pt x="443857" y="49039"/>
                    <a:pt x="443857" y="84565"/>
                  </a:cubicBezTo>
                  <a:cubicBezTo>
                    <a:pt x="443857" y="90176"/>
                    <a:pt x="448405" y="94725"/>
                    <a:pt x="454017" y="94725"/>
                  </a:cubicBezTo>
                  <a:lnTo>
                    <a:pt x="519379" y="94725"/>
                  </a:lnTo>
                  <a:lnTo>
                    <a:pt x="519379" y="202794"/>
                  </a:lnTo>
                  <a:lnTo>
                    <a:pt x="209973" y="202794"/>
                  </a:lnTo>
                  <a:close/>
                  <a:moveTo>
                    <a:pt x="316958" y="305274"/>
                  </a:moveTo>
                  <a:lnTo>
                    <a:pt x="296401" y="330877"/>
                  </a:lnTo>
                  <a:lnTo>
                    <a:pt x="296401" y="447175"/>
                  </a:lnTo>
                  <a:cubicBezTo>
                    <a:pt x="296401" y="452787"/>
                    <a:pt x="291853" y="457335"/>
                    <a:pt x="286241" y="457335"/>
                  </a:cubicBezTo>
                  <a:lnTo>
                    <a:pt x="164558" y="457335"/>
                  </a:lnTo>
                  <a:cubicBezTo>
                    <a:pt x="158947" y="457335"/>
                    <a:pt x="154398" y="452787"/>
                    <a:pt x="154398" y="447175"/>
                  </a:cubicBezTo>
                  <a:lnTo>
                    <a:pt x="154398" y="325493"/>
                  </a:lnTo>
                  <a:cubicBezTo>
                    <a:pt x="154398" y="319882"/>
                    <a:pt x="158947" y="315333"/>
                    <a:pt x="164558" y="315333"/>
                  </a:cubicBezTo>
                  <a:lnTo>
                    <a:pt x="239708" y="315333"/>
                  </a:lnTo>
                  <a:lnTo>
                    <a:pt x="239708" y="335653"/>
                  </a:lnTo>
                  <a:lnTo>
                    <a:pt x="174718" y="335653"/>
                  </a:lnTo>
                  <a:lnTo>
                    <a:pt x="174718" y="436982"/>
                  </a:lnTo>
                  <a:lnTo>
                    <a:pt x="276081" y="436982"/>
                  </a:lnTo>
                  <a:lnTo>
                    <a:pt x="276081" y="356176"/>
                  </a:lnTo>
                  <a:lnTo>
                    <a:pt x="233307" y="409380"/>
                  </a:lnTo>
                  <a:cubicBezTo>
                    <a:pt x="231384" y="411771"/>
                    <a:pt x="228485" y="413167"/>
                    <a:pt x="225417" y="413173"/>
                  </a:cubicBezTo>
                  <a:lnTo>
                    <a:pt x="225417" y="413173"/>
                  </a:lnTo>
                  <a:cubicBezTo>
                    <a:pt x="222331" y="413167"/>
                    <a:pt x="219415" y="411758"/>
                    <a:pt x="217492" y="409346"/>
                  </a:cubicBezTo>
                  <a:lnTo>
                    <a:pt x="190873" y="375886"/>
                  </a:lnTo>
                  <a:lnTo>
                    <a:pt x="206756" y="363254"/>
                  </a:lnTo>
                  <a:lnTo>
                    <a:pt x="225484" y="386723"/>
                  </a:lnTo>
                  <a:lnTo>
                    <a:pt x="301142" y="292473"/>
                  </a:lnTo>
                  <a:close/>
                  <a:moveTo>
                    <a:pt x="316958" y="521039"/>
                  </a:moveTo>
                  <a:lnTo>
                    <a:pt x="296401" y="546676"/>
                  </a:lnTo>
                  <a:lnTo>
                    <a:pt x="296401" y="662974"/>
                  </a:lnTo>
                  <a:cubicBezTo>
                    <a:pt x="296401" y="668586"/>
                    <a:pt x="291853" y="673134"/>
                    <a:pt x="286241" y="673134"/>
                  </a:cubicBezTo>
                  <a:lnTo>
                    <a:pt x="164558" y="673134"/>
                  </a:lnTo>
                  <a:cubicBezTo>
                    <a:pt x="158947" y="673134"/>
                    <a:pt x="154398" y="668586"/>
                    <a:pt x="154398" y="662974"/>
                  </a:cubicBezTo>
                  <a:lnTo>
                    <a:pt x="154398" y="541257"/>
                  </a:lnTo>
                  <a:cubicBezTo>
                    <a:pt x="154398" y="535645"/>
                    <a:pt x="158947" y="531097"/>
                    <a:pt x="164558" y="531097"/>
                  </a:cubicBezTo>
                  <a:lnTo>
                    <a:pt x="239708" y="531097"/>
                  </a:lnTo>
                  <a:lnTo>
                    <a:pt x="239708" y="551417"/>
                  </a:lnTo>
                  <a:lnTo>
                    <a:pt x="174718" y="551417"/>
                  </a:lnTo>
                  <a:lnTo>
                    <a:pt x="174718" y="652780"/>
                  </a:lnTo>
                  <a:lnTo>
                    <a:pt x="276081" y="652780"/>
                  </a:lnTo>
                  <a:lnTo>
                    <a:pt x="276081" y="571940"/>
                  </a:lnTo>
                  <a:lnTo>
                    <a:pt x="233307" y="625179"/>
                  </a:lnTo>
                  <a:cubicBezTo>
                    <a:pt x="231384" y="627570"/>
                    <a:pt x="228485" y="628965"/>
                    <a:pt x="225417" y="628972"/>
                  </a:cubicBezTo>
                  <a:lnTo>
                    <a:pt x="225417" y="628972"/>
                  </a:lnTo>
                  <a:cubicBezTo>
                    <a:pt x="222331" y="628965"/>
                    <a:pt x="219415" y="627556"/>
                    <a:pt x="217492" y="625145"/>
                  </a:cubicBezTo>
                  <a:lnTo>
                    <a:pt x="190873" y="591718"/>
                  </a:lnTo>
                  <a:lnTo>
                    <a:pt x="206756" y="579052"/>
                  </a:lnTo>
                  <a:lnTo>
                    <a:pt x="225484" y="602556"/>
                  </a:lnTo>
                  <a:lnTo>
                    <a:pt x="301142" y="508305"/>
                  </a:lnTo>
                  <a:close/>
                  <a:moveTo>
                    <a:pt x="174718" y="767249"/>
                  </a:moveTo>
                  <a:lnTo>
                    <a:pt x="174718" y="868578"/>
                  </a:lnTo>
                  <a:lnTo>
                    <a:pt x="276081" y="868578"/>
                  </a:lnTo>
                  <a:lnTo>
                    <a:pt x="276081" y="787739"/>
                  </a:lnTo>
                  <a:lnTo>
                    <a:pt x="233307" y="840977"/>
                  </a:lnTo>
                  <a:cubicBezTo>
                    <a:pt x="231384" y="843368"/>
                    <a:pt x="228485" y="844763"/>
                    <a:pt x="225417" y="844770"/>
                  </a:cubicBezTo>
                  <a:lnTo>
                    <a:pt x="225417" y="844770"/>
                  </a:lnTo>
                  <a:cubicBezTo>
                    <a:pt x="222331" y="844763"/>
                    <a:pt x="219415" y="843355"/>
                    <a:pt x="217492" y="840943"/>
                  </a:cubicBezTo>
                  <a:lnTo>
                    <a:pt x="190873" y="807483"/>
                  </a:lnTo>
                  <a:lnTo>
                    <a:pt x="206756" y="794851"/>
                  </a:lnTo>
                  <a:lnTo>
                    <a:pt x="225484" y="818320"/>
                  </a:lnTo>
                  <a:lnTo>
                    <a:pt x="301142" y="724069"/>
                  </a:lnTo>
                  <a:lnTo>
                    <a:pt x="316992" y="736803"/>
                  </a:lnTo>
                  <a:lnTo>
                    <a:pt x="296435" y="762406"/>
                  </a:lnTo>
                  <a:lnTo>
                    <a:pt x="296435" y="878705"/>
                  </a:lnTo>
                  <a:cubicBezTo>
                    <a:pt x="296435" y="884316"/>
                    <a:pt x="291887" y="888865"/>
                    <a:pt x="286275" y="888865"/>
                  </a:cubicBezTo>
                  <a:lnTo>
                    <a:pt x="164558" y="888865"/>
                  </a:lnTo>
                  <a:cubicBezTo>
                    <a:pt x="158947" y="888865"/>
                    <a:pt x="154398" y="884316"/>
                    <a:pt x="154398" y="878705"/>
                  </a:cubicBezTo>
                  <a:lnTo>
                    <a:pt x="154398" y="757056"/>
                  </a:lnTo>
                  <a:cubicBezTo>
                    <a:pt x="154398" y="751444"/>
                    <a:pt x="158947" y="746896"/>
                    <a:pt x="164558" y="746896"/>
                  </a:cubicBezTo>
                  <a:lnTo>
                    <a:pt x="239708" y="746896"/>
                  </a:lnTo>
                  <a:lnTo>
                    <a:pt x="239708" y="767216"/>
                  </a:lnTo>
                  <a:close/>
                  <a:moveTo>
                    <a:pt x="456421" y="363559"/>
                  </a:moveTo>
                  <a:lnTo>
                    <a:pt x="456421" y="458385"/>
                  </a:lnTo>
                  <a:lnTo>
                    <a:pt x="476741" y="458385"/>
                  </a:lnTo>
                  <a:lnTo>
                    <a:pt x="476741" y="402133"/>
                  </a:lnTo>
                  <a:lnTo>
                    <a:pt x="554634" y="402133"/>
                  </a:lnTo>
                  <a:lnTo>
                    <a:pt x="554634" y="458216"/>
                  </a:lnTo>
                  <a:lnTo>
                    <a:pt x="574954" y="458216"/>
                  </a:lnTo>
                  <a:lnTo>
                    <a:pt x="574954" y="363389"/>
                  </a:lnTo>
                  <a:cubicBezTo>
                    <a:pt x="574954" y="330657"/>
                    <a:pt x="548420" y="304123"/>
                    <a:pt x="515688" y="304123"/>
                  </a:cubicBezTo>
                  <a:cubicBezTo>
                    <a:pt x="482956" y="304123"/>
                    <a:pt x="456421" y="330657"/>
                    <a:pt x="456421" y="363389"/>
                  </a:cubicBezTo>
                  <a:close/>
                  <a:moveTo>
                    <a:pt x="554634" y="363559"/>
                  </a:moveTo>
                  <a:lnTo>
                    <a:pt x="554634" y="381847"/>
                  </a:lnTo>
                  <a:lnTo>
                    <a:pt x="476741" y="381847"/>
                  </a:lnTo>
                  <a:lnTo>
                    <a:pt x="476741" y="363559"/>
                  </a:lnTo>
                  <a:cubicBezTo>
                    <a:pt x="476741" y="342050"/>
                    <a:pt x="494179" y="324612"/>
                    <a:pt x="515688" y="324612"/>
                  </a:cubicBezTo>
                  <a:cubicBezTo>
                    <a:pt x="537196" y="324612"/>
                    <a:pt x="554634" y="342050"/>
                    <a:pt x="554634" y="363559"/>
                  </a:cubicBezTo>
                  <a:close/>
                  <a:moveTo>
                    <a:pt x="574954" y="628972"/>
                  </a:moveTo>
                  <a:cubicBezTo>
                    <a:pt x="574921" y="612289"/>
                    <a:pt x="565153" y="597157"/>
                    <a:pt x="549961" y="590262"/>
                  </a:cubicBezTo>
                  <a:cubicBezTo>
                    <a:pt x="555766" y="582835"/>
                    <a:pt x="558925" y="573681"/>
                    <a:pt x="558936" y="564253"/>
                  </a:cubicBezTo>
                  <a:lnTo>
                    <a:pt x="558936" y="562593"/>
                  </a:lnTo>
                  <a:cubicBezTo>
                    <a:pt x="558915" y="539127"/>
                    <a:pt x="539899" y="520111"/>
                    <a:pt x="516433" y="520090"/>
                  </a:cubicBezTo>
                  <a:lnTo>
                    <a:pt x="468105" y="520090"/>
                  </a:lnTo>
                  <a:cubicBezTo>
                    <a:pt x="462493" y="520090"/>
                    <a:pt x="457945" y="524639"/>
                    <a:pt x="457945" y="530250"/>
                  </a:cubicBezTo>
                  <a:lnTo>
                    <a:pt x="457945" y="662974"/>
                  </a:lnTo>
                  <a:cubicBezTo>
                    <a:pt x="457945" y="668586"/>
                    <a:pt x="462493" y="673134"/>
                    <a:pt x="468105" y="673134"/>
                  </a:cubicBezTo>
                  <a:lnTo>
                    <a:pt x="532452" y="673134"/>
                  </a:lnTo>
                  <a:cubicBezTo>
                    <a:pt x="555935" y="673114"/>
                    <a:pt x="574968" y="654081"/>
                    <a:pt x="574988" y="630597"/>
                  </a:cubicBezTo>
                  <a:close/>
                  <a:moveTo>
                    <a:pt x="478265" y="540410"/>
                  </a:moveTo>
                  <a:lnTo>
                    <a:pt x="516433" y="540410"/>
                  </a:lnTo>
                  <a:cubicBezTo>
                    <a:pt x="528676" y="540431"/>
                    <a:pt x="538595" y="550350"/>
                    <a:pt x="538616" y="562593"/>
                  </a:cubicBezTo>
                  <a:lnTo>
                    <a:pt x="538616" y="564253"/>
                  </a:lnTo>
                  <a:cubicBezTo>
                    <a:pt x="538595" y="576495"/>
                    <a:pt x="528676" y="586415"/>
                    <a:pt x="516433" y="586435"/>
                  </a:cubicBezTo>
                  <a:lnTo>
                    <a:pt x="478265" y="586435"/>
                  </a:lnTo>
                  <a:close/>
                  <a:moveTo>
                    <a:pt x="554634" y="630597"/>
                  </a:moveTo>
                  <a:cubicBezTo>
                    <a:pt x="554634" y="642867"/>
                    <a:pt x="544688" y="652814"/>
                    <a:pt x="532418" y="652814"/>
                  </a:cubicBezTo>
                  <a:lnTo>
                    <a:pt x="478231" y="652814"/>
                  </a:lnTo>
                  <a:lnTo>
                    <a:pt x="478231" y="606755"/>
                  </a:lnTo>
                  <a:lnTo>
                    <a:pt x="532418" y="606755"/>
                  </a:lnTo>
                  <a:cubicBezTo>
                    <a:pt x="544688" y="606755"/>
                    <a:pt x="554634" y="616702"/>
                    <a:pt x="554634" y="628972"/>
                  </a:cubicBezTo>
                  <a:close/>
                  <a:moveTo>
                    <a:pt x="470645" y="782218"/>
                  </a:moveTo>
                  <a:lnTo>
                    <a:pt x="470645" y="836879"/>
                  </a:lnTo>
                  <a:cubicBezTo>
                    <a:pt x="470665" y="854378"/>
                    <a:pt x="484845" y="868558"/>
                    <a:pt x="502344" y="868578"/>
                  </a:cubicBezTo>
                  <a:lnTo>
                    <a:pt x="522901" y="868578"/>
                  </a:lnTo>
                  <a:cubicBezTo>
                    <a:pt x="540414" y="868578"/>
                    <a:pt x="554614" y="854392"/>
                    <a:pt x="554634" y="836879"/>
                  </a:cubicBezTo>
                  <a:lnTo>
                    <a:pt x="574954" y="836879"/>
                  </a:lnTo>
                  <a:cubicBezTo>
                    <a:pt x="574897" y="865598"/>
                    <a:pt x="551620" y="888861"/>
                    <a:pt x="522901" y="888898"/>
                  </a:cubicBezTo>
                  <a:lnTo>
                    <a:pt x="502344" y="888898"/>
                  </a:lnTo>
                  <a:cubicBezTo>
                    <a:pt x="473629" y="888861"/>
                    <a:pt x="450362" y="865595"/>
                    <a:pt x="450325" y="836879"/>
                  </a:cubicBezTo>
                  <a:lnTo>
                    <a:pt x="450325" y="782185"/>
                  </a:lnTo>
                  <a:cubicBezTo>
                    <a:pt x="450345" y="753459"/>
                    <a:pt x="473619" y="730169"/>
                    <a:pt x="502344" y="730132"/>
                  </a:cubicBezTo>
                  <a:lnTo>
                    <a:pt x="522901" y="730132"/>
                  </a:lnTo>
                  <a:cubicBezTo>
                    <a:pt x="551634" y="730169"/>
                    <a:pt x="574917" y="753452"/>
                    <a:pt x="574954" y="782185"/>
                  </a:cubicBezTo>
                  <a:lnTo>
                    <a:pt x="554634" y="782185"/>
                  </a:lnTo>
                  <a:cubicBezTo>
                    <a:pt x="554614" y="764665"/>
                    <a:pt x="540421" y="750472"/>
                    <a:pt x="522901" y="750452"/>
                  </a:cubicBezTo>
                  <a:lnTo>
                    <a:pt x="502344" y="750452"/>
                  </a:lnTo>
                  <a:cubicBezTo>
                    <a:pt x="484832" y="750472"/>
                    <a:pt x="470645" y="764672"/>
                    <a:pt x="470645" y="782185"/>
                  </a:cubicBezTo>
                  <a:close/>
                </a:path>
              </a:pathLst>
            </a:custGeom>
            <a:solidFill>
              <a:schemeClr val="accent1"/>
            </a:solidFill>
            <a:ln w="3365" cap="flat">
              <a:noFill/>
              <a:prstDash val="solid"/>
              <a:miter/>
            </a:ln>
          </p:spPr>
          <p:txBody>
            <a:bodyPr rtlCol="0" anchor="ctr"/>
            <a:lstStyle/>
            <a:p>
              <a:endParaRPr lang="en-US"/>
            </a:p>
          </p:txBody>
        </p:sp>
      </p:grpSp>
      <p:grpSp>
        <p:nvGrpSpPr>
          <p:cNvPr id="8" name="ee4p_icon_group">
            <a:extLst>
              <a:ext uri="{FF2B5EF4-FFF2-40B4-BE49-F238E27FC236}">
                <a16:creationId xmlns:a16="http://schemas.microsoft.com/office/drawing/2014/main" id="{EC4788B3-6FD9-F86D-D36E-2FE57EBF3F45}"/>
              </a:ext>
            </a:extLst>
          </p:cNvPr>
          <p:cNvGrpSpPr/>
          <p:nvPr/>
        </p:nvGrpSpPr>
        <p:grpSpPr>
          <a:xfrm>
            <a:off x="636752" y="3034161"/>
            <a:ext cx="673933" cy="673932"/>
            <a:chOff x="4031950" y="2888999"/>
            <a:chExt cx="1080000" cy="1080000"/>
          </a:xfrm>
        </p:grpSpPr>
        <p:sp>
          <p:nvSpPr>
            <p:cNvPr id="9" name="ee4p_icon_frame" hidden="1">
              <a:extLst>
                <a:ext uri="{FF2B5EF4-FFF2-40B4-BE49-F238E27FC236}">
                  <a16:creationId xmlns:a16="http://schemas.microsoft.com/office/drawing/2014/main" id="{0A7BEF84-916D-D885-72B0-F2BCF79121CF}"/>
                </a:ext>
              </a:extLst>
            </p:cNvPr>
            <p:cNvSpPr/>
            <p:nvPr/>
          </p:nvSpPr>
          <p:spPr>
            <a:xfrm>
              <a:off x="4031950" y="2888999"/>
              <a:ext cx="1080000" cy="1080000"/>
            </a:xfrm>
            <a:prstGeom prst="rect">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ee4p_icon">
              <a:extLst>
                <a:ext uri="{FF2B5EF4-FFF2-40B4-BE49-F238E27FC236}">
                  <a16:creationId xmlns:a16="http://schemas.microsoft.com/office/drawing/2014/main" id="{DD3A49F5-1F51-C02F-3966-2B4A8E06A932}"/>
                </a:ext>
              </a:extLst>
            </p:cNvPr>
            <p:cNvSpPr>
              <a:spLocks noChangeAspect="1"/>
            </p:cNvSpPr>
            <p:nvPr/>
          </p:nvSpPr>
          <p:spPr>
            <a:xfrm>
              <a:off x="4064000" y="2974576"/>
              <a:ext cx="1015899" cy="908846"/>
            </a:xfrm>
            <a:custGeom>
              <a:avLst/>
              <a:gdLst>
                <a:gd name="connsiteX0" fmla="*/ 1009227 w 1015899"/>
                <a:gd name="connsiteY0" fmla="*/ 176886 h 908846"/>
                <a:gd name="connsiteX1" fmla="*/ 915890 w 1015899"/>
                <a:gd name="connsiteY1" fmla="*/ 144509 h 908846"/>
                <a:gd name="connsiteX2" fmla="*/ 948707 w 1015899"/>
                <a:gd name="connsiteY2" fmla="*/ 121582 h 908846"/>
                <a:gd name="connsiteX3" fmla="*/ 937057 w 1015899"/>
                <a:gd name="connsiteY3" fmla="*/ 104919 h 908846"/>
                <a:gd name="connsiteX4" fmla="*/ 904240 w 1015899"/>
                <a:gd name="connsiteY4" fmla="*/ 127847 h 908846"/>
                <a:gd name="connsiteX5" fmla="*/ 905899 w 1015899"/>
                <a:gd name="connsiteY5" fmla="*/ 29092 h 908846"/>
                <a:gd name="connsiteX6" fmla="*/ 900481 w 1015899"/>
                <a:gd name="connsiteY6" fmla="*/ 19948 h 908846"/>
                <a:gd name="connsiteX7" fmla="*/ 889914 w 1015899"/>
                <a:gd name="connsiteY7" fmla="*/ 20591 h 908846"/>
                <a:gd name="connsiteX8" fmla="*/ 755802 w 1015899"/>
                <a:gd name="connsiteY8" fmla="*/ 114199 h 908846"/>
                <a:gd name="connsiteX9" fmla="*/ 454558 w 1015899"/>
                <a:gd name="connsiteY9" fmla="*/ 0 h 908846"/>
                <a:gd name="connsiteX10" fmla="*/ 0 w 1015899"/>
                <a:gd name="connsiteY10" fmla="*/ 454423 h 908846"/>
                <a:gd name="connsiteX11" fmla="*/ 454558 w 1015899"/>
                <a:gd name="connsiteY11" fmla="*/ 908846 h 908846"/>
                <a:gd name="connsiteX12" fmla="*/ 909015 w 1015899"/>
                <a:gd name="connsiteY12" fmla="*/ 454423 h 908846"/>
                <a:gd name="connsiteX13" fmla="*/ 905154 w 1015899"/>
                <a:gd name="connsiteY13" fmla="*/ 395123 h 908846"/>
                <a:gd name="connsiteX14" fmla="*/ 885004 w 1015899"/>
                <a:gd name="connsiteY14" fmla="*/ 397730 h 908846"/>
                <a:gd name="connsiteX15" fmla="*/ 888695 w 1015899"/>
                <a:gd name="connsiteY15" fmla="*/ 454423 h 908846"/>
                <a:gd name="connsiteX16" fmla="*/ 454558 w 1015899"/>
                <a:gd name="connsiteY16" fmla="*/ 888526 h 908846"/>
                <a:gd name="connsiteX17" fmla="*/ 20453 w 1015899"/>
                <a:gd name="connsiteY17" fmla="*/ 454427 h 908846"/>
                <a:gd name="connsiteX18" fmla="*/ 454552 w 1015899"/>
                <a:gd name="connsiteY18" fmla="*/ 20320 h 908846"/>
                <a:gd name="connsiteX19" fmla="*/ 738801 w 1015899"/>
                <a:gd name="connsiteY19" fmla="*/ 126323 h 908846"/>
                <a:gd name="connsiteX20" fmla="*/ 735652 w 1015899"/>
                <a:gd name="connsiteY20" fmla="*/ 133435 h 908846"/>
                <a:gd name="connsiteX21" fmla="*/ 734060 w 1015899"/>
                <a:gd name="connsiteY21" fmla="*/ 228736 h 908846"/>
                <a:gd name="connsiteX22" fmla="*/ 228849 w 1015899"/>
                <a:gd name="connsiteY22" fmla="*/ 174944 h 908846"/>
                <a:gd name="connsiteX23" fmla="*/ 175057 w 1015899"/>
                <a:gd name="connsiteY23" fmla="*/ 680155 h 908846"/>
                <a:gd name="connsiteX24" fmla="*/ 680270 w 1015899"/>
                <a:gd name="connsiteY24" fmla="*/ 733949 h 908846"/>
                <a:gd name="connsiteX25" fmla="*/ 813816 w 1015899"/>
                <a:gd name="connsiteY25" fmla="*/ 454423 h 908846"/>
                <a:gd name="connsiteX26" fmla="*/ 774158 w 1015899"/>
                <a:gd name="connsiteY26" fmla="*/ 290204 h 908846"/>
                <a:gd name="connsiteX27" fmla="*/ 756107 w 1015899"/>
                <a:gd name="connsiteY27" fmla="*/ 299517 h 908846"/>
                <a:gd name="connsiteX28" fmla="*/ 793361 w 1015899"/>
                <a:gd name="connsiteY28" fmla="*/ 454423 h 908846"/>
                <a:gd name="connsiteX29" fmla="*/ 454420 w 1015899"/>
                <a:gd name="connsiteY29" fmla="*/ 793493 h 908846"/>
                <a:gd name="connsiteX30" fmla="*/ 115350 w 1015899"/>
                <a:gd name="connsiteY30" fmla="*/ 454552 h 908846"/>
                <a:gd name="connsiteX31" fmla="*/ 454291 w 1015899"/>
                <a:gd name="connsiteY31" fmla="*/ 115482 h 908846"/>
                <a:gd name="connsiteX32" fmla="*/ 726271 w 1015899"/>
                <a:gd name="connsiteY32" fmla="*/ 252036 h 908846"/>
                <a:gd name="connsiteX33" fmla="*/ 661450 w 1015899"/>
                <a:gd name="connsiteY33" fmla="*/ 297350 h 908846"/>
                <a:gd name="connsiteX34" fmla="*/ 300210 w 1015899"/>
                <a:gd name="connsiteY34" fmla="*/ 248866 h 908846"/>
                <a:gd name="connsiteX35" fmla="*/ 251727 w 1015899"/>
                <a:gd name="connsiteY35" fmla="*/ 610105 h 908846"/>
                <a:gd name="connsiteX36" fmla="*/ 612966 w 1015899"/>
                <a:gd name="connsiteY36" fmla="*/ 658588 h 908846"/>
                <a:gd name="connsiteX37" fmla="*/ 678790 w 1015899"/>
                <a:gd name="connsiteY37" fmla="*/ 323156 h 908846"/>
                <a:gd name="connsiteX38" fmla="*/ 673100 w 1015899"/>
                <a:gd name="connsiteY38" fmla="*/ 313978 h 908846"/>
                <a:gd name="connsiteX39" fmla="*/ 745405 w 1015899"/>
                <a:gd name="connsiteY39" fmla="*/ 263551 h 908846"/>
                <a:gd name="connsiteX40" fmla="*/ 852593 w 1015899"/>
                <a:gd name="connsiteY40" fmla="*/ 300804 h 908846"/>
                <a:gd name="connsiteX41" fmla="*/ 855980 w 1015899"/>
                <a:gd name="connsiteY41" fmla="*/ 301346 h 908846"/>
                <a:gd name="connsiteX42" fmla="*/ 861805 w 1015899"/>
                <a:gd name="connsiteY42" fmla="*/ 299517 h 908846"/>
                <a:gd name="connsiteX43" fmla="*/ 1011564 w 1015899"/>
                <a:gd name="connsiteY43" fmla="*/ 194835 h 908846"/>
                <a:gd name="connsiteX44" fmla="*/ 1014063 w 1015899"/>
                <a:gd name="connsiteY44" fmla="*/ 180686 h 908846"/>
                <a:gd name="connsiteX45" fmla="*/ 1009091 w 1015899"/>
                <a:gd name="connsiteY45" fmla="*/ 176920 h 908846"/>
                <a:gd name="connsiteX46" fmla="*/ 661382 w 1015899"/>
                <a:gd name="connsiteY46" fmla="*/ 333418 h 908846"/>
                <a:gd name="connsiteX47" fmla="*/ 576079 w 1015899"/>
                <a:gd name="connsiteY47" fmla="*/ 662598 h 908846"/>
                <a:gd name="connsiteX48" fmla="*/ 246899 w 1015899"/>
                <a:gd name="connsiteY48" fmla="*/ 577292 h 908846"/>
                <a:gd name="connsiteX49" fmla="*/ 332203 w 1015899"/>
                <a:gd name="connsiteY49" fmla="*/ 248114 h 908846"/>
                <a:gd name="connsiteX50" fmla="*/ 644923 w 1015899"/>
                <a:gd name="connsiteY50" fmla="*/ 309000 h 908846"/>
                <a:gd name="connsiteX51" fmla="*/ 587350 w 1015899"/>
                <a:gd name="connsiteY51" fmla="*/ 349098 h 908846"/>
                <a:gd name="connsiteX52" fmla="*/ 350154 w 1015899"/>
                <a:gd name="connsiteY52" fmla="*/ 322262 h 908846"/>
                <a:gd name="connsiteX53" fmla="*/ 323320 w 1015899"/>
                <a:gd name="connsiteY53" fmla="*/ 559457 h 908846"/>
                <a:gd name="connsiteX54" fmla="*/ 560514 w 1015899"/>
                <a:gd name="connsiteY54" fmla="*/ 586293 h 908846"/>
                <a:gd name="connsiteX55" fmla="*/ 599034 w 1015899"/>
                <a:gd name="connsiteY55" fmla="*/ 365726 h 908846"/>
                <a:gd name="connsiteX56" fmla="*/ 656607 w 1015899"/>
                <a:gd name="connsiteY56" fmla="*/ 325730 h 908846"/>
                <a:gd name="connsiteX57" fmla="*/ 661382 w 1015899"/>
                <a:gd name="connsiteY57" fmla="*/ 333418 h 908846"/>
                <a:gd name="connsiteX58" fmla="*/ 460383 w 1015899"/>
                <a:gd name="connsiteY58" fmla="*/ 462754 h 908846"/>
                <a:gd name="connsiteX59" fmla="*/ 582507 w 1015899"/>
                <a:gd name="connsiteY59" fmla="*/ 377377 h 908846"/>
                <a:gd name="connsiteX60" fmla="*/ 531883 w 1015899"/>
                <a:gd name="connsiteY60" fmla="*/ 583719 h 908846"/>
                <a:gd name="connsiteX61" fmla="*/ 325541 w 1015899"/>
                <a:gd name="connsiteY61" fmla="*/ 533095 h 908846"/>
                <a:gd name="connsiteX62" fmla="*/ 376164 w 1015899"/>
                <a:gd name="connsiteY62" fmla="*/ 326753 h 908846"/>
                <a:gd name="connsiteX63" fmla="*/ 570823 w 1015899"/>
                <a:gd name="connsiteY63" fmla="*/ 360748 h 908846"/>
                <a:gd name="connsiteX64" fmla="*/ 448700 w 1015899"/>
                <a:gd name="connsiteY64" fmla="*/ 446092 h 908846"/>
                <a:gd name="connsiteX65" fmla="*/ 883717 w 1015899"/>
                <a:gd name="connsiteY65" fmla="*/ 142206 h 908846"/>
                <a:gd name="connsiteX66" fmla="*/ 754312 w 1015899"/>
                <a:gd name="connsiteY66" fmla="*/ 232529 h 908846"/>
                <a:gd name="connsiteX67" fmla="*/ 755870 w 1015899"/>
                <a:gd name="connsiteY67" fmla="*/ 138955 h 908846"/>
                <a:gd name="connsiteX68" fmla="*/ 885105 w 1015899"/>
                <a:gd name="connsiteY68" fmla="*/ 48633 h 908846"/>
                <a:gd name="connsiteX69" fmla="*/ 854524 w 1015899"/>
                <a:gd name="connsiteY69" fmla="*/ 279874 h 908846"/>
                <a:gd name="connsiteX70" fmla="*/ 766132 w 1015899"/>
                <a:gd name="connsiteY70" fmla="*/ 249191 h 908846"/>
                <a:gd name="connsiteX71" fmla="*/ 777003 w 1015899"/>
                <a:gd name="connsiteY71" fmla="*/ 241571 h 908846"/>
                <a:gd name="connsiteX72" fmla="*/ 895333 w 1015899"/>
                <a:gd name="connsiteY72" fmla="*/ 158869 h 908846"/>
                <a:gd name="connsiteX73" fmla="*/ 983759 w 1015899"/>
                <a:gd name="connsiteY73" fmla="*/ 189552 h 908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1015899" h="908846">
                  <a:moveTo>
                    <a:pt x="1009227" y="176886"/>
                  </a:moveTo>
                  <a:lnTo>
                    <a:pt x="915890" y="144509"/>
                  </a:lnTo>
                  <a:lnTo>
                    <a:pt x="948707" y="121582"/>
                  </a:lnTo>
                  <a:lnTo>
                    <a:pt x="937057" y="104919"/>
                  </a:lnTo>
                  <a:lnTo>
                    <a:pt x="904240" y="127847"/>
                  </a:lnTo>
                  <a:lnTo>
                    <a:pt x="905899" y="29092"/>
                  </a:lnTo>
                  <a:cubicBezTo>
                    <a:pt x="905960" y="25267"/>
                    <a:pt x="903864" y="21733"/>
                    <a:pt x="900481" y="19948"/>
                  </a:cubicBezTo>
                  <a:cubicBezTo>
                    <a:pt x="897118" y="18165"/>
                    <a:pt x="893037" y="18414"/>
                    <a:pt x="889914" y="20591"/>
                  </a:cubicBezTo>
                  <a:lnTo>
                    <a:pt x="755802" y="114199"/>
                  </a:lnTo>
                  <a:cubicBezTo>
                    <a:pt x="672768" y="40514"/>
                    <a:pt x="565573" y="-123"/>
                    <a:pt x="454558" y="0"/>
                  </a:cubicBezTo>
                  <a:cubicBezTo>
                    <a:pt x="203979" y="0"/>
                    <a:pt x="0" y="203810"/>
                    <a:pt x="0" y="454423"/>
                  </a:cubicBezTo>
                  <a:cubicBezTo>
                    <a:pt x="0" y="705037"/>
                    <a:pt x="203979" y="908846"/>
                    <a:pt x="454558" y="908846"/>
                  </a:cubicBezTo>
                  <a:cubicBezTo>
                    <a:pt x="705138" y="908846"/>
                    <a:pt x="909015" y="705037"/>
                    <a:pt x="909015" y="454423"/>
                  </a:cubicBezTo>
                  <a:cubicBezTo>
                    <a:pt x="909005" y="434594"/>
                    <a:pt x="907715" y="414786"/>
                    <a:pt x="905154" y="395123"/>
                  </a:cubicBezTo>
                  <a:lnTo>
                    <a:pt x="885004" y="397730"/>
                  </a:lnTo>
                  <a:cubicBezTo>
                    <a:pt x="887456" y="416530"/>
                    <a:pt x="888688" y="435465"/>
                    <a:pt x="888695" y="454423"/>
                  </a:cubicBezTo>
                  <a:cubicBezTo>
                    <a:pt x="888695" y="693793"/>
                    <a:pt x="693928" y="888526"/>
                    <a:pt x="454558" y="888526"/>
                  </a:cubicBezTo>
                  <a:cubicBezTo>
                    <a:pt x="214810" y="888526"/>
                    <a:pt x="20454" y="694176"/>
                    <a:pt x="20453" y="454427"/>
                  </a:cubicBezTo>
                  <a:cubicBezTo>
                    <a:pt x="20451" y="214677"/>
                    <a:pt x="214805" y="20322"/>
                    <a:pt x="454552" y="20320"/>
                  </a:cubicBezTo>
                  <a:cubicBezTo>
                    <a:pt x="558966" y="20320"/>
                    <a:pt x="659885" y="57954"/>
                    <a:pt x="738801" y="126323"/>
                  </a:cubicBezTo>
                  <a:cubicBezTo>
                    <a:pt x="736851" y="128182"/>
                    <a:pt x="735716" y="130740"/>
                    <a:pt x="735652" y="133435"/>
                  </a:cubicBezTo>
                  <a:lnTo>
                    <a:pt x="734060" y="228736"/>
                  </a:lnTo>
                  <a:cubicBezTo>
                    <a:pt x="609404" y="74371"/>
                    <a:pt x="383212" y="50288"/>
                    <a:pt x="228849" y="174944"/>
                  </a:cubicBezTo>
                  <a:cubicBezTo>
                    <a:pt x="74484" y="299598"/>
                    <a:pt x="50401" y="525790"/>
                    <a:pt x="175057" y="680155"/>
                  </a:cubicBezTo>
                  <a:cubicBezTo>
                    <a:pt x="299713" y="834519"/>
                    <a:pt x="525905" y="858602"/>
                    <a:pt x="680270" y="733949"/>
                  </a:cubicBezTo>
                  <a:cubicBezTo>
                    <a:pt x="764733" y="665738"/>
                    <a:pt x="813823" y="562990"/>
                    <a:pt x="813816" y="454423"/>
                  </a:cubicBezTo>
                  <a:cubicBezTo>
                    <a:pt x="813992" y="397290"/>
                    <a:pt x="800391" y="340960"/>
                    <a:pt x="774158" y="290204"/>
                  </a:cubicBezTo>
                  <a:lnTo>
                    <a:pt x="756107" y="299517"/>
                  </a:lnTo>
                  <a:cubicBezTo>
                    <a:pt x="780799" y="347405"/>
                    <a:pt x="793581" y="400545"/>
                    <a:pt x="793361" y="454423"/>
                  </a:cubicBezTo>
                  <a:cubicBezTo>
                    <a:pt x="793394" y="641652"/>
                    <a:pt x="641648" y="793456"/>
                    <a:pt x="454420" y="793493"/>
                  </a:cubicBezTo>
                  <a:cubicBezTo>
                    <a:pt x="267192" y="793527"/>
                    <a:pt x="115385" y="641780"/>
                    <a:pt x="115350" y="454552"/>
                  </a:cubicBezTo>
                  <a:cubicBezTo>
                    <a:pt x="115314" y="267324"/>
                    <a:pt x="267063" y="115518"/>
                    <a:pt x="454291" y="115482"/>
                  </a:cubicBezTo>
                  <a:cubicBezTo>
                    <a:pt x="561435" y="115462"/>
                    <a:pt x="662283" y="166095"/>
                    <a:pt x="726271" y="252036"/>
                  </a:cubicBezTo>
                  <a:lnTo>
                    <a:pt x="661450" y="297350"/>
                  </a:lnTo>
                  <a:cubicBezTo>
                    <a:pt x="575083" y="184208"/>
                    <a:pt x="413353" y="162501"/>
                    <a:pt x="300210" y="248866"/>
                  </a:cubicBezTo>
                  <a:cubicBezTo>
                    <a:pt x="187068" y="335233"/>
                    <a:pt x="165362" y="496963"/>
                    <a:pt x="251727" y="610105"/>
                  </a:cubicBezTo>
                  <a:cubicBezTo>
                    <a:pt x="338092" y="723247"/>
                    <a:pt x="499825" y="744955"/>
                    <a:pt x="612966" y="658588"/>
                  </a:cubicBezTo>
                  <a:cubicBezTo>
                    <a:pt x="716568" y="579506"/>
                    <a:pt x="744823" y="435526"/>
                    <a:pt x="678790" y="323156"/>
                  </a:cubicBezTo>
                  <a:cubicBezTo>
                    <a:pt x="676961" y="320040"/>
                    <a:pt x="675064" y="316992"/>
                    <a:pt x="673100" y="313978"/>
                  </a:cubicBezTo>
                  <a:lnTo>
                    <a:pt x="745405" y="263551"/>
                  </a:lnTo>
                  <a:lnTo>
                    <a:pt x="852593" y="300804"/>
                  </a:lnTo>
                  <a:cubicBezTo>
                    <a:pt x="853684" y="301173"/>
                    <a:pt x="854829" y="301356"/>
                    <a:pt x="855980" y="301346"/>
                  </a:cubicBezTo>
                  <a:cubicBezTo>
                    <a:pt x="858063" y="301349"/>
                    <a:pt x="860098" y="300709"/>
                    <a:pt x="861805" y="299517"/>
                  </a:cubicBezTo>
                  <a:lnTo>
                    <a:pt x="1011564" y="194835"/>
                  </a:lnTo>
                  <a:cubicBezTo>
                    <a:pt x="1016163" y="191618"/>
                    <a:pt x="1017280" y="185283"/>
                    <a:pt x="1014063" y="180686"/>
                  </a:cubicBezTo>
                  <a:cubicBezTo>
                    <a:pt x="1012840" y="178940"/>
                    <a:pt x="1011103" y="177623"/>
                    <a:pt x="1009091" y="176920"/>
                  </a:cubicBezTo>
                  <a:close/>
                  <a:moveTo>
                    <a:pt x="661382" y="333418"/>
                  </a:moveTo>
                  <a:cubicBezTo>
                    <a:pt x="728726" y="447873"/>
                    <a:pt x="690535" y="595251"/>
                    <a:pt x="576079" y="662598"/>
                  </a:cubicBezTo>
                  <a:cubicBezTo>
                    <a:pt x="461623" y="729942"/>
                    <a:pt x="314244" y="691751"/>
                    <a:pt x="246899" y="577292"/>
                  </a:cubicBezTo>
                  <a:cubicBezTo>
                    <a:pt x="179555" y="462836"/>
                    <a:pt x="217747" y="315458"/>
                    <a:pt x="332203" y="248114"/>
                  </a:cubicBezTo>
                  <a:cubicBezTo>
                    <a:pt x="436863" y="186533"/>
                    <a:pt x="571012" y="212652"/>
                    <a:pt x="644923" y="309000"/>
                  </a:cubicBezTo>
                  <a:lnTo>
                    <a:pt x="587350" y="349098"/>
                  </a:lnTo>
                  <a:cubicBezTo>
                    <a:pt x="529262" y="276188"/>
                    <a:pt x="423066" y="264173"/>
                    <a:pt x="350154" y="322262"/>
                  </a:cubicBezTo>
                  <a:cubicBezTo>
                    <a:pt x="277246" y="380350"/>
                    <a:pt x="265231" y="486546"/>
                    <a:pt x="323320" y="559457"/>
                  </a:cubicBezTo>
                  <a:cubicBezTo>
                    <a:pt x="381410" y="632366"/>
                    <a:pt x="487605" y="644381"/>
                    <a:pt x="560514" y="586293"/>
                  </a:cubicBezTo>
                  <a:cubicBezTo>
                    <a:pt x="627289" y="533092"/>
                    <a:pt x="643822" y="438411"/>
                    <a:pt x="599034" y="365726"/>
                  </a:cubicBezTo>
                  <a:lnTo>
                    <a:pt x="656607" y="325730"/>
                  </a:lnTo>
                  <a:cubicBezTo>
                    <a:pt x="658233" y="328202"/>
                    <a:pt x="659824" y="330776"/>
                    <a:pt x="661382" y="333418"/>
                  </a:cubicBezTo>
                  <a:close/>
                  <a:moveTo>
                    <a:pt x="460383" y="462754"/>
                  </a:moveTo>
                  <a:lnTo>
                    <a:pt x="582507" y="377377"/>
                  </a:lnTo>
                  <a:cubicBezTo>
                    <a:pt x="625507" y="448334"/>
                    <a:pt x="602844" y="540719"/>
                    <a:pt x="531883" y="583719"/>
                  </a:cubicBezTo>
                  <a:cubicBezTo>
                    <a:pt x="460925" y="626720"/>
                    <a:pt x="368540" y="604053"/>
                    <a:pt x="325541" y="533095"/>
                  </a:cubicBezTo>
                  <a:cubicBezTo>
                    <a:pt x="282541" y="462135"/>
                    <a:pt x="305206" y="369753"/>
                    <a:pt x="376164" y="326753"/>
                  </a:cubicBezTo>
                  <a:cubicBezTo>
                    <a:pt x="440422" y="287813"/>
                    <a:pt x="523569" y="302335"/>
                    <a:pt x="570823" y="360748"/>
                  </a:cubicBezTo>
                  <a:lnTo>
                    <a:pt x="448700" y="446092"/>
                  </a:lnTo>
                  <a:close/>
                  <a:moveTo>
                    <a:pt x="883717" y="142206"/>
                  </a:moveTo>
                  <a:lnTo>
                    <a:pt x="754312" y="232529"/>
                  </a:lnTo>
                  <a:lnTo>
                    <a:pt x="755870" y="138955"/>
                  </a:lnTo>
                  <a:lnTo>
                    <a:pt x="885105" y="48633"/>
                  </a:lnTo>
                  <a:close/>
                  <a:moveTo>
                    <a:pt x="854524" y="279874"/>
                  </a:moveTo>
                  <a:lnTo>
                    <a:pt x="766132" y="249191"/>
                  </a:lnTo>
                  <a:lnTo>
                    <a:pt x="777003" y="241571"/>
                  </a:lnTo>
                  <a:lnTo>
                    <a:pt x="895333" y="158869"/>
                  </a:lnTo>
                  <a:lnTo>
                    <a:pt x="983759" y="189552"/>
                  </a:lnTo>
                  <a:close/>
                </a:path>
              </a:pathLst>
            </a:custGeom>
            <a:solidFill>
              <a:schemeClr val="accent1"/>
            </a:solidFill>
            <a:ln w="3365" cap="flat">
              <a:noFill/>
              <a:prstDash val="solid"/>
              <a:miter/>
            </a:ln>
          </p:spPr>
          <p:txBody>
            <a:bodyPr rtlCol="0" anchor="ctr"/>
            <a:lstStyle/>
            <a:p>
              <a:endParaRPr lang="en-US"/>
            </a:p>
          </p:txBody>
        </p:sp>
      </p:grpSp>
      <p:grpSp>
        <p:nvGrpSpPr>
          <p:cNvPr id="11" name="ee4p_icon_group">
            <a:extLst>
              <a:ext uri="{FF2B5EF4-FFF2-40B4-BE49-F238E27FC236}">
                <a16:creationId xmlns:a16="http://schemas.microsoft.com/office/drawing/2014/main" id="{5E403DEC-E8E3-38F6-A9D4-C13E5081E032}"/>
              </a:ext>
            </a:extLst>
          </p:cNvPr>
          <p:cNvGrpSpPr/>
          <p:nvPr/>
        </p:nvGrpSpPr>
        <p:grpSpPr>
          <a:xfrm>
            <a:off x="636752" y="3974386"/>
            <a:ext cx="673933" cy="673932"/>
            <a:chOff x="4032005" y="2888999"/>
            <a:chExt cx="1079999" cy="1080000"/>
          </a:xfrm>
        </p:grpSpPr>
        <p:sp>
          <p:nvSpPr>
            <p:cNvPr id="12" name="ee4p_icon_frame" hidden="1">
              <a:extLst>
                <a:ext uri="{FF2B5EF4-FFF2-40B4-BE49-F238E27FC236}">
                  <a16:creationId xmlns:a16="http://schemas.microsoft.com/office/drawing/2014/main" id="{CD801D28-E1BF-56DD-F5E0-8037C5654E3E}"/>
                </a:ext>
              </a:extLst>
            </p:cNvPr>
            <p:cNvSpPr/>
            <p:nvPr/>
          </p:nvSpPr>
          <p:spPr>
            <a:xfrm>
              <a:off x="4032005" y="2888999"/>
              <a:ext cx="1079999" cy="1080000"/>
            </a:xfrm>
            <a:prstGeom prst="rect">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ee4p_icon">
              <a:extLst>
                <a:ext uri="{FF2B5EF4-FFF2-40B4-BE49-F238E27FC236}">
                  <a16:creationId xmlns:a16="http://schemas.microsoft.com/office/drawing/2014/main" id="{B355DA0F-83B2-D839-9A05-348043E8C5AE}"/>
                </a:ext>
              </a:extLst>
            </p:cNvPr>
            <p:cNvSpPr>
              <a:spLocks noChangeAspect="1"/>
            </p:cNvSpPr>
            <p:nvPr/>
          </p:nvSpPr>
          <p:spPr>
            <a:xfrm>
              <a:off x="4063999" y="3031750"/>
              <a:ext cx="1016009" cy="794498"/>
            </a:xfrm>
            <a:custGeom>
              <a:avLst/>
              <a:gdLst>
                <a:gd name="connsiteX0" fmla="*/ 37524 w 1016009"/>
                <a:gd name="connsiteY0" fmla="*/ 788511 h 794498"/>
                <a:gd name="connsiteX1" fmla="*/ 0 w 1016009"/>
                <a:gd name="connsiteY1" fmla="*/ 614775 h 794498"/>
                <a:gd name="connsiteX2" fmla="*/ 160731 w 1016009"/>
                <a:gd name="connsiteY2" fmla="*/ 279157 h 794498"/>
                <a:gd name="connsiteX3" fmla="*/ 550198 w 1016009"/>
                <a:gd name="connsiteY3" fmla="*/ 141014 h 794498"/>
                <a:gd name="connsiteX4" fmla="*/ 550198 w 1016009"/>
                <a:gd name="connsiteY4" fmla="*/ 10187 h 794498"/>
                <a:gd name="connsiteX5" fmla="*/ 560331 w 1016009"/>
                <a:gd name="connsiteY5" fmla="*/ 0 h 794498"/>
                <a:gd name="connsiteX6" fmla="*/ 567673 w 1016009"/>
                <a:gd name="connsiteY6" fmla="*/ 3109 h 794498"/>
                <a:gd name="connsiteX7" fmla="*/ 875521 w 1016009"/>
                <a:gd name="connsiteY7" fmla="*/ 319526 h 794498"/>
                <a:gd name="connsiteX8" fmla="*/ 875521 w 1016009"/>
                <a:gd name="connsiteY8" fmla="*/ 333682 h 794498"/>
                <a:gd name="connsiteX9" fmla="*/ 567673 w 1016009"/>
                <a:gd name="connsiteY9" fmla="*/ 650132 h 794498"/>
                <a:gd name="connsiteX10" fmla="*/ 553307 w 1016009"/>
                <a:gd name="connsiteY10" fmla="*/ 650396 h 794498"/>
                <a:gd name="connsiteX11" fmla="*/ 550198 w 1016009"/>
                <a:gd name="connsiteY11" fmla="*/ 643020 h 794498"/>
                <a:gd name="connsiteX12" fmla="*/ 550198 w 1016009"/>
                <a:gd name="connsiteY12" fmla="*/ 490214 h 794498"/>
                <a:gd name="connsiteX13" fmla="*/ 570518 w 1016009"/>
                <a:gd name="connsiteY13" fmla="*/ 490214 h 794498"/>
                <a:gd name="connsiteX14" fmla="*/ 570518 w 1016009"/>
                <a:gd name="connsiteY14" fmla="*/ 618026 h 794498"/>
                <a:gd name="connsiteX15" fmla="*/ 854084 w 1016009"/>
                <a:gd name="connsiteY15" fmla="*/ 326604 h 794498"/>
                <a:gd name="connsiteX16" fmla="*/ 570518 w 1016009"/>
                <a:gd name="connsiteY16" fmla="*/ 35350 h 794498"/>
                <a:gd name="connsiteX17" fmla="*/ 570518 w 1016009"/>
                <a:gd name="connsiteY17" fmla="*/ 151107 h 794498"/>
                <a:gd name="connsiteX18" fmla="*/ 560358 w 1016009"/>
                <a:gd name="connsiteY18" fmla="*/ 161267 h 794498"/>
                <a:gd name="connsiteX19" fmla="*/ 20320 w 1016009"/>
                <a:gd name="connsiteY19" fmla="*/ 614775 h 794498"/>
                <a:gd name="connsiteX20" fmla="*/ 47413 w 1016009"/>
                <a:gd name="connsiteY20" fmla="*/ 759623 h 794498"/>
                <a:gd name="connsiteX21" fmla="*/ 423808 w 1016009"/>
                <a:gd name="connsiteY21" fmla="*/ 493465 h 794498"/>
                <a:gd name="connsiteX22" fmla="*/ 427838 w 1016009"/>
                <a:gd name="connsiteY22" fmla="*/ 513378 h 794498"/>
                <a:gd name="connsiteX23" fmla="*/ 56049 w 1016009"/>
                <a:gd name="connsiteY23" fmla="*/ 788511 h 794498"/>
                <a:gd name="connsiteX24" fmla="*/ 42612 w 1016009"/>
                <a:gd name="connsiteY24" fmla="*/ 793598 h 794498"/>
                <a:gd name="connsiteX25" fmla="*/ 37524 w 1016009"/>
                <a:gd name="connsiteY25" fmla="*/ 788511 h 794498"/>
                <a:gd name="connsiteX26" fmla="*/ 690677 w 1016009"/>
                <a:gd name="connsiteY26" fmla="*/ 20110 h 794498"/>
                <a:gd name="connsiteX27" fmla="*/ 991650 w 1016009"/>
                <a:gd name="connsiteY27" fmla="*/ 329516 h 794498"/>
                <a:gd name="connsiteX28" fmla="*/ 690677 w 1016009"/>
                <a:gd name="connsiteY28" fmla="*/ 638854 h 794498"/>
                <a:gd name="connsiteX29" fmla="*/ 705240 w 1016009"/>
                <a:gd name="connsiteY29" fmla="*/ 653045 h 794498"/>
                <a:gd name="connsiteX30" fmla="*/ 1013121 w 1016009"/>
                <a:gd name="connsiteY30" fmla="*/ 336628 h 794498"/>
                <a:gd name="connsiteX31" fmla="*/ 1013121 w 1016009"/>
                <a:gd name="connsiteY31" fmla="*/ 322438 h 794498"/>
                <a:gd name="connsiteX32" fmla="*/ 705240 w 1016009"/>
                <a:gd name="connsiteY32" fmla="*/ 5954 h 79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016009" h="794498">
                  <a:moveTo>
                    <a:pt x="37524" y="788511"/>
                  </a:moveTo>
                  <a:cubicBezTo>
                    <a:pt x="12745" y="733945"/>
                    <a:pt x="-51" y="674702"/>
                    <a:pt x="0" y="614775"/>
                  </a:cubicBezTo>
                  <a:cubicBezTo>
                    <a:pt x="0" y="486861"/>
                    <a:pt x="57099" y="367549"/>
                    <a:pt x="160731" y="279157"/>
                  </a:cubicBezTo>
                  <a:cubicBezTo>
                    <a:pt x="262839" y="191984"/>
                    <a:pt x="400846" y="143114"/>
                    <a:pt x="550198" y="141014"/>
                  </a:cubicBezTo>
                  <a:lnTo>
                    <a:pt x="550198" y="10187"/>
                  </a:lnTo>
                  <a:cubicBezTo>
                    <a:pt x="550184" y="4576"/>
                    <a:pt x="554719" y="15"/>
                    <a:pt x="560331" y="0"/>
                  </a:cubicBezTo>
                  <a:cubicBezTo>
                    <a:pt x="563101" y="-7"/>
                    <a:pt x="565753" y="1116"/>
                    <a:pt x="567673" y="3109"/>
                  </a:cubicBezTo>
                  <a:lnTo>
                    <a:pt x="875521" y="319526"/>
                  </a:lnTo>
                  <a:cubicBezTo>
                    <a:pt x="879348" y="323468"/>
                    <a:pt x="879348" y="329740"/>
                    <a:pt x="875521" y="333682"/>
                  </a:cubicBezTo>
                  <a:lnTo>
                    <a:pt x="567673" y="650132"/>
                  </a:lnTo>
                  <a:cubicBezTo>
                    <a:pt x="563779" y="654172"/>
                    <a:pt x="557347" y="654291"/>
                    <a:pt x="553307" y="650396"/>
                  </a:cubicBezTo>
                  <a:cubicBezTo>
                    <a:pt x="551305" y="648466"/>
                    <a:pt x="550181" y="645801"/>
                    <a:pt x="550198" y="643020"/>
                  </a:cubicBezTo>
                  <a:lnTo>
                    <a:pt x="550198" y="490214"/>
                  </a:lnTo>
                  <a:lnTo>
                    <a:pt x="570518" y="490214"/>
                  </a:lnTo>
                  <a:lnTo>
                    <a:pt x="570518" y="618026"/>
                  </a:lnTo>
                  <a:lnTo>
                    <a:pt x="854084" y="326604"/>
                  </a:lnTo>
                  <a:lnTo>
                    <a:pt x="570518" y="35350"/>
                  </a:lnTo>
                  <a:lnTo>
                    <a:pt x="570518" y="151107"/>
                  </a:lnTo>
                  <a:cubicBezTo>
                    <a:pt x="570518" y="156718"/>
                    <a:pt x="565970" y="161267"/>
                    <a:pt x="560358" y="161267"/>
                  </a:cubicBezTo>
                  <a:cubicBezTo>
                    <a:pt x="257624" y="161267"/>
                    <a:pt x="20320" y="360470"/>
                    <a:pt x="20320" y="614775"/>
                  </a:cubicBezTo>
                  <a:cubicBezTo>
                    <a:pt x="20255" y="664322"/>
                    <a:pt x="29443" y="713449"/>
                    <a:pt x="47413" y="759623"/>
                  </a:cubicBezTo>
                  <a:cubicBezTo>
                    <a:pt x="116400" y="626290"/>
                    <a:pt x="255389" y="527569"/>
                    <a:pt x="423808" y="493465"/>
                  </a:cubicBezTo>
                  <a:lnTo>
                    <a:pt x="427838" y="513378"/>
                  </a:lnTo>
                  <a:cubicBezTo>
                    <a:pt x="257387" y="547956"/>
                    <a:pt x="118296" y="650776"/>
                    <a:pt x="56049" y="788511"/>
                  </a:cubicBezTo>
                  <a:cubicBezTo>
                    <a:pt x="53744" y="793625"/>
                    <a:pt x="47727" y="795904"/>
                    <a:pt x="42612" y="793598"/>
                  </a:cubicBezTo>
                  <a:cubicBezTo>
                    <a:pt x="40352" y="792579"/>
                    <a:pt x="38543" y="790770"/>
                    <a:pt x="37524" y="788511"/>
                  </a:cubicBezTo>
                  <a:close/>
                  <a:moveTo>
                    <a:pt x="690677" y="20110"/>
                  </a:moveTo>
                  <a:lnTo>
                    <a:pt x="991650" y="329516"/>
                  </a:lnTo>
                  <a:lnTo>
                    <a:pt x="690677" y="638854"/>
                  </a:lnTo>
                  <a:lnTo>
                    <a:pt x="705240" y="653045"/>
                  </a:lnTo>
                  <a:lnTo>
                    <a:pt x="1013121" y="336628"/>
                  </a:lnTo>
                  <a:cubicBezTo>
                    <a:pt x="1016972" y="332683"/>
                    <a:pt x="1016972" y="326384"/>
                    <a:pt x="1013121" y="322438"/>
                  </a:cubicBezTo>
                  <a:lnTo>
                    <a:pt x="705240" y="5954"/>
                  </a:lnTo>
                  <a:close/>
                </a:path>
              </a:pathLst>
            </a:custGeom>
            <a:solidFill>
              <a:schemeClr val="accent1"/>
            </a:solidFill>
            <a:ln w="3365" cap="flat">
              <a:noFill/>
              <a:prstDash val="solid"/>
              <a:miter/>
            </a:ln>
          </p:spPr>
          <p:txBody>
            <a:bodyPr rtlCol="0" anchor="ctr"/>
            <a:lstStyle/>
            <a:p>
              <a:endParaRPr lang="en-US"/>
            </a:p>
          </p:txBody>
        </p:sp>
      </p:grpSp>
      <p:grpSp>
        <p:nvGrpSpPr>
          <p:cNvPr id="15" name="ee4p_icon_group">
            <a:extLst>
              <a:ext uri="{FF2B5EF4-FFF2-40B4-BE49-F238E27FC236}">
                <a16:creationId xmlns:a16="http://schemas.microsoft.com/office/drawing/2014/main" id="{46BD0584-D010-326D-F804-86C6450F926E}"/>
              </a:ext>
            </a:extLst>
          </p:cNvPr>
          <p:cNvGrpSpPr/>
          <p:nvPr/>
        </p:nvGrpSpPr>
        <p:grpSpPr>
          <a:xfrm>
            <a:off x="636752" y="4914611"/>
            <a:ext cx="673933" cy="673932"/>
            <a:chOff x="4030222" y="2890647"/>
            <a:chExt cx="1080000" cy="1080000"/>
          </a:xfrm>
        </p:grpSpPr>
        <p:sp>
          <p:nvSpPr>
            <p:cNvPr id="16" name="ee4p_icon_frame" hidden="1">
              <a:extLst>
                <a:ext uri="{FF2B5EF4-FFF2-40B4-BE49-F238E27FC236}">
                  <a16:creationId xmlns:a16="http://schemas.microsoft.com/office/drawing/2014/main" id="{7A88A856-60A4-8BA2-B738-9A373ACA97EC}"/>
                </a:ext>
              </a:extLst>
            </p:cNvPr>
            <p:cNvSpPr/>
            <p:nvPr/>
          </p:nvSpPr>
          <p:spPr>
            <a:xfrm>
              <a:off x="4030222" y="2890647"/>
              <a:ext cx="1080000" cy="1080000"/>
            </a:xfrm>
            <a:prstGeom prst="rect">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e4p_icon">
              <a:extLst>
                <a:ext uri="{FF2B5EF4-FFF2-40B4-BE49-F238E27FC236}">
                  <a16:creationId xmlns:a16="http://schemas.microsoft.com/office/drawing/2014/main" id="{BDE419BA-0B0D-8234-13E2-ED96798DA938}"/>
                </a:ext>
              </a:extLst>
            </p:cNvPr>
            <p:cNvSpPr>
              <a:spLocks noChangeAspect="1"/>
            </p:cNvSpPr>
            <p:nvPr/>
          </p:nvSpPr>
          <p:spPr>
            <a:xfrm>
              <a:off x="4061010" y="2921304"/>
              <a:ext cx="1018425" cy="1018685"/>
            </a:xfrm>
            <a:custGeom>
              <a:avLst/>
              <a:gdLst>
                <a:gd name="connsiteX0" fmla="*/ 852805 w 1018425"/>
                <a:gd name="connsiteY0" fmla="*/ 1 h 1018685"/>
                <a:gd name="connsiteX1" fmla="*/ 735491 w 1018425"/>
                <a:gd name="connsiteY1" fmla="*/ 48599 h 1018685"/>
                <a:gd name="connsiteX2" fmla="*/ 642290 w 1018425"/>
                <a:gd name="connsiteY2" fmla="*/ 141936 h 1018685"/>
                <a:gd name="connsiteX3" fmla="*/ 605342 w 1018425"/>
                <a:gd name="connsiteY3" fmla="*/ 198222 h 1018685"/>
                <a:gd name="connsiteX4" fmla="*/ 403124 w 1018425"/>
                <a:gd name="connsiteY4" fmla="*/ 198222 h 1018685"/>
                <a:gd name="connsiteX5" fmla="*/ 348937 w 1018425"/>
                <a:gd name="connsiteY5" fmla="*/ 241944 h 1018685"/>
                <a:gd name="connsiteX6" fmla="*/ 255804 w 1018425"/>
                <a:gd name="connsiteY6" fmla="*/ 334976 h 1018685"/>
                <a:gd name="connsiteX7" fmla="*/ 239412 w 1018425"/>
                <a:gd name="connsiteY7" fmla="*/ 363898 h 1018685"/>
                <a:gd name="connsiteX8" fmla="*/ 217568 w 1018425"/>
                <a:gd name="connsiteY8" fmla="*/ 408704 h 1018685"/>
                <a:gd name="connsiteX9" fmla="*/ 217568 w 1018425"/>
                <a:gd name="connsiteY9" fmla="*/ 495064 h 1018685"/>
                <a:gd name="connsiteX10" fmla="*/ 183314 w 1018425"/>
                <a:gd name="connsiteY10" fmla="*/ 292519 h 1018685"/>
                <a:gd name="connsiteX11" fmla="*/ 199213 w 1018425"/>
                <a:gd name="connsiteY11" fmla="*/ 273745 h 1018685"/>
                <a:gd name="connsiteX12" fmla="*/ 292414 w 1018425"/>
                <a:gd name="connsiteY12" fmla="*/ 180408 h 1018685"/>
                <a:gd name="connsiteX13" fmla="*/ 498255 w 1018425"/>
                <a:gd name="connsiteY13" fmla="*/ 180408 h 1018685"/>
                <a:gd name="connsiteX14" fmla="*/ 512615 w 1018425"/>
                <a:gd name="connsiteY14" fmla="*/ 166015 h 1018685"/>
                <a:gd name="connsiteX15" fmla="*/ 278054 w 1018425"/>
                <a:gd name="connsiteY15" fmla="*/ 166015 h 1018685"/>
                <a:gd name="connsiteX16" fmla="*/ 184819 w 1018425"/>
                <a:gd name="connsiteY16" fmla="*/ 259284 h 1018685"/>
                <a:gd name="connsiteX17" fmla="*/ 184411 w 1018425"/>
                <a:gd name="connsiteY17" fmla="*/ 493441 h 1018685"/>
                <a:gd name="connsiteX18" fmla="*/ 217568 w 1018425"/>
                <a:gd name="connsiteY18" fmla="*/ 519177 h 1018685"/>
                <a:gd name="connsiteX19" fmla="*/ 217568 w 1018425"/>
                <a:gd name="connsiteY19" fmla="*/ 596596 h 1018685"/>
                <a:gd name="connsiteX20" fmla="*/ 145229 w 1018425"/>
                <a:gd name="connsiteY20" fmla="*/ 638997 h 1018685"/>
                <a:gd name="connsiteX21" fmla="*/ 51893 w 1018425"/>
                <a:gd name="connsiteY21" fmla="*/ 732198 h 1018685"/>
                <a:gd name="connsiteX22" fmla="*/ 45407 w 1018425"/>
                <a:gd name="connsiteY22" fmla="*/ 966792 h 1018685"/>
                <a:gd name="connsiteX23" fmla="*/ 280002 w 1018425"/>
                <a:gd name="connsiteY23" fmla="*/ 973278 h 1018685"/>
                <a:gd name="connsiteX24" fmla="*/ 286487 w 1018425"/>
                <a:gd name="connsiteY24" fmla="*/ 966792 h 1018685"/>
                <a:gd name="connsiteX25" fmla="*/ 379688 w 1018425"/>
                <a:gd name="connsiteY25" fmla="*/ 873456 h 1018685"/>
                <a:gd name="connsiteX26" fmla="*/ 379309 w 1018425"/>
                <a:gd name="connsiteY26" fmla="*/ 638773 h 1018685"/>
                <a:gd name="connsiteX27" fmla="*/ 331496 w 1018425"/>
                <a:gd name="connsiteY27" fmla="*/ 605537 h 1018685"/>
                <a:gd name="connsiteX28" fmla="*/ 331496 w 1018425"/>
                <a:gd name="connsiteY28" fmla="*/ 539768 h 1018685"/>
                <a:gd name="connsiteX29" fmla="*/ 419549 w 1018425"/>
                <a:gd name="connsiteY29" fmla="*/ 493844 h 1018685"/>
                <a:gd name="connsiteX30" fmla="*/ 512750 w 1018425"/>
                <a:gd name="connsiteY30" fmla="*/ 400643 h 1018685"/>
                <a:gd name="connsiteX31" fmla="*/ 558809 w 1018425"/>
                <a:gd name="connsiteY31" fmla="*/ 312150 h 1018685"/>
                <a:gd name="connsiteX32" fmla="*/ 776741 w 1018425"/>
                <a:gd name="connsiteY32" fmla="*/ 312150 h 1018685"/>
                <a:gd name="connsiteX33" fmla="*/ 827236 w 1018425"/>
                <a:gd name="connsiteY33" fmla="*/ 279604 h 1018685"/>
                <a:gd name="connsiteX34" fmla="*/ 899270 w 1018425"/>
                <a:gd name="connsiteY34" fmla="*/ 207569 h 1018685"/>
                <a:gd name="connsiteX35" fmla="*/ 899270 w 1018425"/>
                <a:gd name="connsiteY35" fmla="*/ 119516 h 1018685"/>
                <a:gd name="connsiteX36" fmla="*/ 811217 w 1018425"/>
                <a:gd name="connsiteY36" fmla="*/ 119516 h 1018685"/>
                <a:gd name="connsiteX37" fmla="*/ 732579 w 1018425"/>
                <a:gd name="connsiteY37" fmla="*/ 198087 h 1018685"/>
                <a:gd name="connsiteX38" fmla="*/ 627423 w 1018425"/>
                <a:gd name="connsiteY38" fmla="*/ 198087 h 1018685"/>
                <a:gd name="connsiteX39" fmla="*/ 656616 w 1018425"/>
                <a:gd name="connsiteY39" fmla="*/ 156194 h 1018685"/>
                <a:gd name="connsiteX40" fmla="*/ 749851 w 1018425"/>
                <a:gd name="connsiteY40" fmla="*/ 62959 h 1018685"/>
                <a:gd name="connsiteX41" fmla="*/ 955692 w 1018425"/>
                <a:gd name="connsiteY41" fmla="*/ 56364 h 1018685"/>
                <a:gd name="connsiteX42" fmla="*/ 962286 w 1018425"/>
                <a:gd name="connsiteY42" fmla="*/ 262206 h 1018685"/>
                <a:gd name="connsiteX43" fmla="*/ 955692 w 1018425"/>
                <a:gd name="connsiteY43" fmla="*/ 268800 h 1018685"/>
                <a:gd name="connsiteX44" fmla="*/ 862491 w 1018425"/>
                <a:gd name="connsiteY44" fmla="*/ 362069 h 1018685"/>
                <a:gd name="connsiteX45" fmla="*/ 656616 w 1018425"/>
                <a:gd name="connsiteY45" fmla="*/ 362069 h 1018685"/>
                <a:gd name="connsiteX46" fmla="*/ 634128 w 1018425"/>
                <a:gd name="connsiteY46" fmla="*/ 333079 h 1018685"/>
                <a:gd name="connsiteX47" fmla="*/ 616619 w 1018425"/>
                <a:gd name="connsiteY47" fmla="*/ 343239 h 1018685"/>
                <a:gd name="connsiteX48" fmla="*/ 642256 w 1018425"/>
                <a:gd name="connsiteY48" fmla="*/ 376259 h 1018685"/>
                <a:gd name="connsiteX49" fmla="*/ 876851 w 1018425"/>
                <a:gd name="connsiteY49" fmla="*/ 376259 h 1018685"/>
                <a:gd name="connsiteX50" fmla="*/ 970052 w 1018425"/>
                <a:gd name="connsiteY50" fmla="*/ 283058 h 1018685"/>
                <a:gd name="connsiteX51" fmla="*/ 969591 w 1018425"/>
                <a:gd name="connsiteY51" fmla="*/ 48375 h 1018685"/>
                <a:gd name="connsiteX52" fmla="*/ 852805 w 1018425"/>
                <a:gd name="connsiteY52" fmla="*/ 1 h 1018685"/>
                <a:gd name="connsiteX53" fmla="*/ 270299 w 1018425"/>
                <a:gd name="connsiteY53" fmla="*/ 349234 h 1018685"/>
                <a:gd name="connsiteX54" fmla="*/ 349445 w 1018425"/>
                <a:gd name="connsiteY54" fmla="*/ 270087 h 1018685"/>
                <a:gd name="connsiteX55" fmla="*/ 403259 w 1018425"/>
                <a:gd name="connsiteY55" fmla="*/ 312150 h 1018685"/>
                <a:gd name="connsiteX56" fmla="*/ 425950 w 1018425"/>
                <a:gd name="connsiteY56" fmla="*/ 312150 h 1018685"/>
                <a:gd name="connsiteX57" fmla="*/ 331496 w 1018425"/>
                <a:gd name="connsiteY57" fmla="*/ 406434 h 1018685"/>
                <a:gd name="connsiteX58" fmla="*/ 274600 w 1018425"/>
                <a:gd name="connsiteY58" fmla="*/ 351570 h 1018685"/>
                <a:gd name="connsiteX59" fmla="*/ 267623 w 1018425"/>
                <a:gd name="connsiteY59" fmla="*/ 352045 h 1018685"/>
                <a:gd name="connsiteX60" fmla="*/ 270163 w 1018425"/>
                <a:gd name="connsiteY60" fmla="*/ 349234 h 1018685"/>
                <a:gd name="connsiteX61" fmla="*/ 238024 w 1018425"/>
                <a:gd name="connsiteY61" fmla="*/ 408602 h 1018685"/>
                <a:gd name="connsiteX62" fmla="*/ 274735 w 1018425"/>
                <a:gd name="connsiteY62" fmla="*/ 371890 h 1018685"/>
                <a:gd name="connsiteX63" fmla="*/ 311447 w 1018425"/>
                <a:gd name="connsiteY63" fmla="*/ 408602 h 1018685"/>
                <a:gd name="connsiteX64" fmla="*/ 311447 w 1018425"/>
                <a:gd name="connsiteY64" fmla="*/ 756006 h 1018685"/>
                <a:gd name="connsiteX65" fmla="*/ 274735 w 1018425"/>
                <a:gd name="connsiteY65" fmla="*/ 792718 h 1018685"/>
                <a:gd name="connsiteX66" fmla="*/ 238024 w 1018425"/>
                <a:gd name="connsiteY66" fmla="*/ 756006 h 1018685"/>
                <a:gd name="connsiteX67" fmla="*/ 365362 w 1018425"/>
                <a:gd name="connsiteY67" fmla="*/ 653322 h 1018685"/>
                <a:gd name="connsiteX68" fmla="*/ 365362 w 1018425"/>
                <a:gd name="connsiteY68" fmla="*/ 859164 h 1018685"/>
                <a:gd name="connsiteX69" fmla="*/ 272094 w 1018425"/>
                <a:gd name="connsiteY69" fmla="*/ 952433 h 1018685"/>
                <a:gd name="connsiteX70" fmla="*/ 66252 w 1018425"/>
                <a:gd name="connsiteY70" fmla="*/ 945839 h 1018685"/>
                <a:gd name="connsiteX71" fmla="*/ 66252 w 1018425"/>
                <a:gd name="connsiteY71" fmla="*/ 746591 h 1018685"/>
                <a:gd name="connsiteX72" fmla="*/ 159487 w 1018425"/>
                <a:gd name="connsiteY72" fmla="*/ 653322 h 1018685"/>
                <a:gd name="connsiteX73" fmla="*/ 217568 w 1018425"/>
                <a:gd name="connsiteY73" fmla="*/ 617830 h 1018685"/>
                <a:gd name="connsiteX74" fmla="*/ 217568 w 1018425"/>
                <a:gd name="connsiteY74" fmla="*/ 713063 h 1018685"/>
                <a:gd name="connsiteX75" fmla="*/ 122742 w 1018425"/>
                <a:gd name="connsiteY75" fmla="*/ 807890 h 1018685"/>
                <a:gd name="connsiteX76" fmla="*/ 122742 w 1018425"/>
                <a:gd name="connsiteY76" fmla="*/ 895943 h 1018685"/>
                <a:gd name="connsiteX77" fmla="*/ 210795 w 1018425"/>
                <a:gd name="connsiteY77" fmla="*/ 895943 h 1018685"/>
                <a:gd name="connsiteX78" fmla="*/ 259055 w 1018425"/>
                <a:gd name="connsiteY78" fmla="*/ 847683 h 1018685"/>
                <a:gd name="connsiteX79" fmla="*/ 244696 w 1018425"/>
                <a:gd name="connsiteY79" fmla="*/ 833290 h 1018685"/>
                <a:gd name="connsiteX80" fmla="*/ 196503 w 1018425"/>
                <a:gd name="connsiteY80" fmla="*/ 881448 h 1018685"/>
                <a:gd name="connsiteX81" fmla="*/ 137237 w 1018425"/>
                <a:gd name="connsiteY81" fmla="*/ 881448 h 1018685"/>
                <a:gd name="connsiteX82" fmla="*/ 137237 w 1018425"/>
                <a:gd name="connsiteY82" fmla="*/ 822182 h 1018685"/>
                <a:gd name="connsiteX83" fmla="*/ 217568 w 1018425"/>
                <a:gd name="connsiteY83" fmla="*/ 741816 h 1018685"/>
                <a:gd name="connsiteX84" fmla="*/ 217568 w 1018425"/>
                <a:gd name="connsiteY84" fmla="*/ 756006 h 1018685"/>
                <a:gd name="connsiteX85" fmla="*/ 274600 w 1018425"/>
                <a:gd name="connsiteY85" fmla="*/ 813038 h 1018685"/>
                <a:gd name="connsiteX86" fmla="*/ 331631 w 1018425"/>
                <a:gd name="connsiteY86" fmla="*/ 756006 h 1018685"/>
                <a:gd name="connsiteX87" fmla="*/ 331631 w 1018425"/>
                <a:gd name="connsiteY87" fmla="*/ 628261 h 1018685"/>
                <a:gd name="connsiteX88" fmla="*/ 365362 w 1018425"/>
                <a:gd name="connsiteY88" fmla="*/ 653322 h 1018685"/>
                <a:gd name="connsiteX89" fmla="*/ 498289 w 1018425"/>
                <a:gd name="connsiteY89" fmla="*/ 386216 h 1018685"/>
                <a:gd name="connsiteX90" fmla="*/ 405088 w 1018425"/>
                <a:gd name="connsiteY90" fmla="*/ 479451 h 1018685"/>
                <a:gd name="connsiteX91" fmla="*/ 331496 w 1018425"/>
                <a:gd name="connsiteY91" fmla="*/ 519109 h 1018685"/>
                <a:gd name="connsiteX92" fmla="*/ 331496 w 1018425"/>
                <a:gd name="connsiteY92" fmla="*/ 432309 h 1018685"/>
                <a:gd name="connsiteX93" fmla="*/ 343688 w 1018425"/>
                <a:gd name="connsiteY93" fmla="*/ 422894 h 1018685"/>
                <a:gd name="connsiteX94" fmla="*/ 441529 w 1018425"/>
                <a:gd name="connsiteY94" fmla="*/ 325053 h 1018685"/>
                <a:gd name="connsiteX95" fmla="*/ 451350 w 1018425"/>
                <a:gd name="connsiteY95" fmla="*/ 312150 h 1018685"/>
                <a:gd name="connsiteX96" fmla="*/ 538082 w 1018425"/>
                <a:gd name="connsiteY96" fmla="*/ 312150 h 1018685"/>
                <a:gd name="connsiteX97" fmla="*/ 498255 w 1018425"/>
                <a:gd name="connsiteY97" fmla="*/ 386250 h 1018685"/>
                <a:gd name="connsiteX98" fmla="*/ 776639 w 1018425"/>
                <a:gd name="connsiteY98" fmla="*/ 291796 h 1018685"/>
                <a:gd name="connsiteX99" fmla="*/ 403124 w 1018425"/>
                <a:gd name="connsiteY99" fmla="*/ 291796 h 1018685"/>
                <a:gd name="connsiteX100" fmla="*/ 367902 w 1018425"/>
                <a:gd name="connsiteY100" fmla="*/ 256574 h 1018685"/>
                <a:gd name="connsiteX101" fmla="*/ 367902 w 1018425"/>
                <a:gd name="connsiteY101" fmla="*/ 253696 h 1018685"/>
                <a:gd name="connsiteX102" fmla="*/ 367902 w 1018425"/>
                <a:gd name="connsiteY102" fmla="*/ 251461 h 1018685"/>
                <a:gd name="connsiteX103" fmla="*/ 367902 w 1018425"/>
                <a:gd name="connsiteY103" fmla="*/ 251461 h 1018685"/>
                <a:gd name="connsiteX104" fmla="*/ 403022 w 1018425"/>
                <a:gd name="connsiteY104" fmla="*/ 218474 h 1018685"/>
                <a:gd name="connsiteX105" fmla="*/ 776605 w 1018425"/>
                <a:gd name="connsiteY105" fmla="*/ 218474 h 1018685"/>
                <a:gd name="connsiteX106" fmla="*/ 811827 w 1018425"/>
                <a:gd name="connsiteY106" fmla="*/ 253696 h 1018685"/>
                <a:gd name="connsiteX107" fmla="*/ 811827 w 1018425"/>
                <a:gd name="connsiteY107" fmla="*/ 256676 h 1018685"/>
                <a:gd name="connsiteX108" fmla="*/ 776605 w 1018425"/>
                <a:gd name="connsiteY108" fmla="*/ 291830 h 1018685"/>
                <a:gd name="connsiteX109" fmla="*/ 825509 w 1018425"/>
                <a:gd name="connsiteY109" fmla="*/ 133909 h 1018685"/>
                <a:gd name="connsiteX110" fmla="*/ 884776 w 1018425"/>
                <a:gd name="connsiteY110" fmla="*/ 133909 h 1018685"/>
                <a:gd name="connsiteX111" fmla="*/ 884776 w 1018425"/>
                <a:gd name="connsiteY111" fmla="*/ 193176 h 1018685"/>
                <a:gd name="connsiteX112" fmla="*/ 831605 w 1018425"/>
                <a:gd name="connsiteY112" fmla="*/ 246347 h 1018685"/>
                <a:gd name="connsiteX113" fmla="*/ 776605 w 1018425"/>
                <a:gd name="connsiteY113" fmla="*/ 198087 h 1018685"/>
                <a:gd name="connsiteX114" fmla="*/ 761298 w 1018425"/>
                <a:gd name="connsiteY114" fmla="*/ 198087 h 1018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1018425" h="1018685">
                  <a:moveTo>
                    <a:pt x="852805" y="1"/>
                  </a:moveTo>
                  <a:cubicBezTo>
                    <a:pt x="808779" y="-117"/>
                    <a:pt x="766537" y="17382"/>
                    <a:pt x="735491" y="48599"/>
                  </a:cubicBezTo>
                  <a:lnTo>
                    <a:pt x="642290" y="141936"/>
                  </a:lnTo>
                  <a:cubicBezTo>
                    <a:pt x="626227" y="157950"/>
                    <a:pt x="613646" y="177113"/>
                    <a:pt x="605342" y="198222"/>
                  </a:cubicBezTo>
                  <a:lnTo>
                    <a:pt x="403124" y="198222"/>
                  </a:lnTo>
                  <a:cubicBezTo>
                    <a:pt x="377050" y="198299"/>
                    <a:pt x="354525" y="216474"/>
                    <a:pt x="348937" y="241944"/>
                  </a:cubicBezTo>
                  <a:lnTo>
                    <a:pt x="255804" y="334976"/>
                  </a:lnTo>
                  <a:cubicBezTo>
                    <a:pt x="247812" y="342948"/>
                    <a:pt x="242145" y="352945"/>
                    <a:pt x="239412" y="363898"/>
                  </a:cubicBezTo>
                  <a:cubicBezTo>
                    <a:pt x="225640" y="374688"/>
                    <a:pt x="217587" y="391208"/>
                    <a:pt x="217568" y="408704"/>
                  </a:cubicBezTo>
                  <a:lnTo>
                    <a:pt x="217568" y="495064"/>
                  </a:lnTo>
                  <a:cubicBezTo>
                    <a:pt x="152178" y="448592"/>
                    <a:pt x="136842" y="357910"/>
                    <a:pt x="183314" y="292519"/>
                  </a:cubicBezTo>
                  <a:cubicBezTo>
                    <a:pt x="188073" y="285823"/>
                    <a:pt x="193392" y="279542"/>
                    <a:pt x="199213" y="273745"/>
                  </a:cubicBezTo>
                  <a:lnTo>
                    <a:pt x="292414" y="180408"/>
                  </a:lnTo>
                  <a:cubicBezTo>
                    <a:pt x="349272" y="123608"/>
                    <a:pt x="441397" y="123608"/>
                    <a:pt x="498255" y="180408"/>
                  </a:cubicBezTo>
                  <a:lnTo>
                    <a:pt x="512615" y="166015"/>
                  </a:lnTo>
                  <a:cubicBezTo>
                    <a:pt x="447821" y="101291"/>
                    <a:pt x="342848" y="101291"/>
                    <a:pt x="278054" y="166015"/>
                  </a:cubicBezTo>
                  <a:lnTo>
                    <a:pt x="184819" y="259284"/>
                  </a:lnTo>
                  <a:cubicBezTo>
                    <a:pt x="120046" y="323832"/>
                    <a:pt x="119863" y="428668"/>
                    <a:pt x="184411" y="493441"/>
                  </a:cubicBezTo>
                  <a:cubicBezTo>
                    <a:pt x="194327" y="503391"/>
                    <a:pt x="205469" y="512041"/>
                    <a:pt x="217568" y="519177"/>
                  </a:cubicBezTo>
                  <a:lnTo>
                    <a:pt x="217568" y="596596"/>
                  </a:lnTo>
                  <a:cubicBezTo>
                    <a:pt x="190216" y="604287"/>
                    <a:pt x="165304" y="618890"/>
                    <a:pt x="145229" y="638997"/>
                  </a:cubicBezTo>
                  <a:lnTo>
                    <a:pt x="51893" y="732198"/>
                  </a:lnTo>
                  <a:cubicBezTo>
                    <a:pt x="-14680" y="795190"/>
                    <a:pt x="-17583" y="900221"/>
                    <a:pt x="45407" y="966792"/>
                  </a:cubicBezTo>
                  <a:cubicBezTo>
                    <a:pt x="108398" y="1033364"/>
                    <a:pt x="213429" y="1036270"/>
                    <a:pt x="280002" y="973278"/>
                  </a:cubicBezTo>
                  <a:cubicBezTo>
                    <a:pt x="282223" y="971175"/>
                    <a:pt x="284385" y="969014"/>
                    <a:pt x="286487" y="966792"/>
                  </a:cubicBezTo>
                  <a:lnTo>
                    <a:pt x="379688" y="873456"/>
                  </a:lnTo>
                  <a:cubicBezTo>
                    <a:pt x="444390" y="808547"/>
                    <a:pt x="444221" y="703472"/>
                    <a:pt x="379309" y="638773"/>
                  </a:cubicBezTo>
                  <a:cubicBezTo>
                    <a:pt x="365454" y="624963"/>
                    <a:pt x="349269" y="613709"/>
                    <a:pt x="331496" y="605537"/>
                  </a:cubicBezTo>
                  <a:lnTo>
                    <a:pt x="331496" y="539768"/>
                  </a:lnTo>
                  <a:cubicBezTo>
                    <a:pt x="364885" y="533922"/>
                    <a:pt x="395646" y="517880"/>
                    <a:pt x="419549" y="493844"/>
                  </a:cubicBezTo>
                  <a:lnTo>
                    <a:pt x="512750" y="400643"/>
                  </a:lnTo>
                  <a:cubicBezTo>
                    <a:pt x="536921" y="376642"/>
                    <a:pt x="553018" y="345715"/>
                    <a:pt x="558809" y="312150"/>
                  </a:cubicBezTo>
                  <a:lnTo>
                    <a:pt x="776741" y="312150"/>
                  </a:lnTo>
                  <a:cubicBezTo>
                    <a:pt x="798490" y="312117"/>
                    <a:pt x="818224" y="299399"/>
                    <a:pt x="827236" y="279604"/>
                  </a:cubicBezTo>
                  <a:lnTo>
                    <a:pt x="899270" y="207569"/>
                  </a:lnTo>
                  <a:cubicBezTo>
                    <a:pt x="923587" y="183254"/>
                    <a:pt x="923587" y="143831"/>
                    <a:pt x="899270" y="119516"/>
                  </a:cubicBezTo>
                  <a:cubicBezTo>
                    <a:pt x="874954" y="95201"/>
                    <a:pt x="835533" y="95201"/>
                    <a:pt x="811217" y="119516"/>
                  </a:cubicBezTo>
                  <a:lnTo>
                    <a:pt x="732579" y="198087"/>
                  </a:lnTo>
                  <a:lnTo>
                    <a:pt x="627423" y="198087"/>
                  </a:lnTo>
                  <a:cubicBezTo>
                    <a:pt x="634592" y="182501"/>
                    <a:pt x="644478" y="168316"/>
                    <a:pt x="656616" y="156194"/>
                  </a:cubicBezTo>
                  <a:lnTo>
                    <a:pt x="749851" y="62959"/>
                  </a:lnTo>
                  <a:cubicBezTo>
                    <a:pt x="804871" y="4296"/>
                    <a:pt x="897029" y="1344"/>
                    <a:pt x="955692" y="56364"/>
                  </a:cubicBezTo>
                  <a:cubicBezTo>
                    <a:pt x="1014356" y="111385"/>
                    <a:pt x="1017306" y="203543"/>
                    <a:pt x="962286" y="262206"/>
                  </a:cubicBezTo>
                  <a:cubicBezTo>
                    <a:pt x="960159" y="264474"/>
                    <a:pt x="957961" y="266673"/>
                    <a:pt x="955692" y="268800"/>
                  </a:cubicBezTo>
                  <a:lnTo>
                    <a:pt x="862491" y="362069"/>
                  </a:lnTo>
                  <a:cubicBezTo>
                    <a:pt x="805629" y="418891"/>
                    <a:pt x="713478" y="418891"/>
                    <a:pt x="656616" y="362069"/>
                  </a:cubicBezTo>
                  <a:cubicBezTo>
                    <a:pt x="647939" y="353382"/>
                    <a:pt x="640387" y="343642"/>
                    <a:pt x="634128" y="333079"/>
                  </a:cubicBezTo>
                  <a:lnTo>
                    <a:pt x="616619" y="343239"/>
                  </a:lnTo>
                  <a:cubicBezTo>
                    <a:pt x="623741" y="355279"/>
                    <a:pt x="632357" y="366374"/>
                    <a:pt x="642256" y="376259"/>
                  </a:cubicBezTo>
                  <a:cubicBezTo>
                    <a:pt x="707053" y="441006"/>
                    <a:pt x="812054" y="441006"/>
                    <a:pt x="876851" y="376259"/>
                  </a:cubicBezTo>
                  <a:lnTo>
                    <a:pt x="970052" y="283058"/>
                  </a:lnTo>
                  <a:cubicBezTo>
                    <a:pt x="1034730" y="218125"/>
                    <a:pt x="1034524" y="113053"/>
                    <a:pt x="969591" y="48375"/>
                  </a:cubicBezTo>
                  <a:cubicBezTo>
                    <a:pt x="938569" y="17474"/>
                    <a:pt x="896592" y="87"/>
                    <a:pt x="852805" y="1"/>
                  </a:cubicBezTo>
                  <a:close/>
                  <a:moveTo>
                    <a:pt x="270299" y="349234"/>
                  </a:moveTo>
                  <a:lnTo>
                    <a:pt x="349445" y="270087"/>
                  </a:lnTo>
                  <a:cubicBezTo>
                    <a:pt x="355622" y="294784"/>
                    <a:pt x="377802" y="312119"/>
                    <a:pt x="403259" y="312150"/>
                  </a:cubicBezTo>
                  <a:lnTo>
                    <a:pt x="425950" y="312150"/>
                  </a:lnTo>
                  <a:lnTo>
                    <a:pt x="331496" y="406434"/>
                  </a:lnTo>
                  <a:cubicBezTo>
                    <a:pt x="330315" y="375846"/>
                    <a:pt x="305211" y="351638"/>
                    <a:pt x="274600" y="351570"/>
                  </a:cubicBezTo>
                  <a:cubicBezTo>
                    <a:pt x="272267" y="351591"/>
                    <a:pt x="269937" y="351750"/>
                    <a:pt x="267623" y="352045"/>
                  </a:cubicBezTo>
                  <a:cubicBezTo>
                    <a:pt x="268402" y="351096"/>
                    <a:pt x="269249" y="350148"/>
                    <a:pt x="270163" y="349234"/>
                  </a:cubicBezTo>
                  <a:close/>
                  <a:moveTo>
                    <a:pt x="238024" y="408602"/>
                  </a:moveTo>
                  <a:cubicBezTo>
                    <a:pt x="238024" y="388326"/>
                    <a:pt x="254460" y="371890"/>
                    <a:pt x="274735" y="371890"/>
                  </a:cubicBezTo>
                  <a:cubicBezTo>
                    <a:pt x="295011" y="371890"/>
                    <a:pt x="311447" y="388326"/>
                    <a:pt x="311447" y="408602"/>
                  </a:cubicBezTo>
                  <a:lnTo>
                    <a:pt x="311447" y="756006"/>
                  </a:lnTo>
                  <a:cubicBezTo>
                    <a:pt x="311447" y="776282"/>
                    <a:pt x="295011" y="792718"/>
                    <a:pt x="274735" y="792718"/>
                  </a:cubicBezTo>
                  <a:cubicBezTo>
                    <a:pt x="254460" y="792718"/>
                    <a:pt x="238024" y="776282"/>
                    <a:pt x="238024" y="756006"/>
                  </a:cubicBezTo>
                  <a:close/>
                  <a:moveTo>
                    <a:pt x="365362" y="653322"/>
                  </a:moveTo>
                  <a:cubicBezTo>
                    <a:pt x="422164" y="710181"/>
                    <a:pt x="422164" y="802305"/>
                    <a:pt x="365362" y="859164"/>
                  </a:cubicBezTo>
                  <a:lnTo>
                    <a:pt x="272094" y="952433"/>
                  </a:lnTo>
                  <a:cubicBezTo>
                    <a:pt x="213431" y="1007453"/>
                    <a:pt x="121273" y="1004500"/>
                    <a:pt x="66252" y="945839"/>
                  </a:cubicBezTo>
                  <a:cubicBezTo>
                    <a:pt x="13707" y="889817"/>
                    <a:pt x="13707" y="802614"/>
                    <a:pt x="66252" y="746591"/>
                  </a:cubicBezTo>
                  <a:lnTo>
                    <a:pt x="159487" y="653322"/>
                  </a:lnTo>
                  <a:cubicBezTo>
                    <a:pt x="175761" y="637056"/>
                    <a:pt x="195668" y="624891"/>
                    <a:pt x="217568" y="617830"/>
                  </a:cubicBezTo>
                  <a:lnTo>
                    <a:pt x="217568" y="713063"/>
                  </a:lnTo>
                  <a:lnTo>
                    <a:pt x="122742" y="807890"/>
                  </a:lnTo>
                  <a:cubicBezTo>
                    <a:pt x="98426" y="832206"/>
                    <a:pt x="98426" y="871627"/>
                    <a:pt x="122742" y="895943"/>
                  </a:cubicBezTo>
                  <a:cubicBezTo>
                    <a:pt x="147057" y="920260"/>
                    <a:pt x="186480" y="920260"/>
                    <a:pt x="210795" y="895943"/>
                  </a:cubicBezTo>
                  <a:lnTo>
                    <a:pt x="259055" y="847683"/>
                  </a:lnTo>
                  <a:lnTo>
                    <a:pt x="244696" y="833290"/>
                  </a:lnTo>
                  <a:lnTo>
                    <a:pt x="196503" y="881448"/>
                  </a:lnTo>
                  <a:cubicBezTo>
                    <a:pt x="180137" y="897813"/>
                    <a:pt x="153603" y="897813"/>
                    <a:pt x="137237" y="881448"/>
                  </a:cubicBezTo>
                  <a:cubicBezTo>
                    <a:pt x="120871" y="865081"/>
                    <a:pt x="120871" y="838546"/>
                    <a:pt x="137237" y="822182"/>
                  </a:cubicBezTo>
                  <a:lnTo>
                    <a:pt x="217568" y="741816"/>
                  </a:lnTo>
                  <a:lnTo>
                    <a:pt x="217568" y="756006"/>
                  </a:lnTo>
                  <a:cubicBezTo>
                    <a:pt x="217568" y="787502"/>
                    <a:pt x="243102" y="813038"/>
                    <a:pt x="274600" y="813038"/>
                  </a:cubicBezTo>
                  <a:cubicBezTo>
                    <a:pt x="306097" y="813038"/>
                    <a:pt x="331631" y="787502"/>
                    <a:pt x="331631" y="756006"/>
                  </a:cubicBezTo>
                  <a:lnTo>
                    <a:pt x="331631" y="628261"/>
                  </a:lnTo>
                  <a:cubicBezTo>
                    <a:pt x="344033" y="634933"/>
                    <a:pt x="355395" y="643376"/>
                    <a:pt x="365362" y="653322"/>
                  </a:cubicBezTo>
                  <a:close/>
                  <a:moveTo>
                    <a:pt x="498289" y="386216"/>
                  </a:moveTo>
                  <a:lnTo>
                    <a:pt x="405088" y="479451"/>
                  </a:lnTo>
                  <a:cubicBezTo>
                    <a:pt x="385012" y="499646"/>
                    <a:pt x="359405" y="513446"/>
                    <a:pt x="331496" y="519109"/>
                  </a:cubicBezTo>
                  <a:lnTo>
                    <a:pt x="331496" y="432309"/>
                  </a:lnTo>
                  <a:cubicBezTo>
                    <a:pt x="335931" y="429684"/>
                    <a:pt x="340026" y="426521"/>
                    <a:pt x="343688" y="422894"/>
                  </a:cubicBezTo>
                  <a:lnTo>
                    <a:pt x="441529" y="325053"/>
                  </a:lnTo>
                  <a:cubicBezTo>
                    <a:pt x="445342" y="321190"/>
                    <a:pt x="448641" y="316853"/>
                    <a:pt x="451350" y="312150"/>
                  </a:cubicBezTo>
                  <a:lnTo>
                    <a:pt x="538082" y="312150"/>
                  </a:lnTo>
                  <a:cubicBezTo>
                    <a:pt x="532498" y="340269"/>
                    <a:pt x="518626" y="366076"/>
                    <a:pt x="498255" y="386250"/>
                  </a:cubicBezTo>
                  <a:close/>
                  <a:moveTo>
                    <a:pt x="776639" y="291796"/>
                  </a:moveTo>
                  <a:lnTo>
                    <a:pt x="403124" y="291796"/>
                  </a:lnTo>
                  <a:cubicBezTo>
                    <a:pt x="383681" y="291777"/>
                    <a:pt x="367923" y="276019"/>
                    <a:pt x="367902" y="256574"/>
                  </a:cubicBezTo>
                  <a:lnTo>
                    <a:pt x="367902" y="253696"/>
                  </a:lnTo>
                  <a:cubicBezTo>
                    <a:pt x="367902" y="252951"/>
                    <a:pt x="367902" y="252206"/>
                    <a:pt x="367902" y="251461"/>
                  </a:cubicBezTo>
                  <a:lnTo>
                    <a:pt x="367902" y="251461"/>
                  </a:lnTo>
                  <a:cubicBezTo>
                    <a:pt x="369081" y="232925"/>
                    <a:pt x="384450" y="218491"/>
                    <a:pt x="403022" y="218474"/>
                  </a:cubicBezTo>
                  <a:lnTo>
                    <a:pt x="776605" y="218474"/>
                  </a:lnTo>
                  <a:cubicBezTo>
                    <a:pt x="796048" y="218493"/>
                    <a:pt x="811806" y="234251"/>
                    <a:pt x="811827" y="253696"/>
                  </a:cubicBezTo>
                  <a:lnTo>
                    <a:pt x="811827" y="256676"/>
                  </a:lnTo>
                  <a:cubicBezTo>
                    <a:pt x="811769" y="276094"/>
                    <a:pt x="796025" y="291811"/>
                    <a:pt x="776605" y="291830"/>
                  </a:cubicBezTo>
                  <a:close/>
                  <a:moveTo>
                    <a:pt x="825509" y="133909"/>
                  </a:moveTo>
                  <a:cubicBezTo>
                    <a:pt x="841873" y="117543"/>
                    <a:pt x="868411" y="117543"/>
                    <a:pt x="884776" y="133909"/>
                  </a:cubicBezTo>
                  <a:cubicBezTo>
                    <a:pt x="901140" y="150275"/>
                    <a:pt x="901140" y="176810"/>
                    <a:pt x="884776" y="193176"/>
                  </a:cubicBezTo>
                  <a:lnTo>
                    <a:pt x="831605" y="246347"/>
                  </a:lnTo>
                  <a:cubicBezTo>
                    <a:pt x="827940" y="218758"/>
                    <a:pt x="804437" y="198133"/>
                    <a:pt x="776605" y="198087"/>
                  </a:cubicBezTo>
                  <a:lnTo>
                    <a:pt x="761298" y="198087"/>
                  </a:lnTo>
                  <a:close/>
                </a:path>
              </a:pathLst>
            </a:custGeom>
            <a:solidFill>
              <a:schemeClr val="accent1"/>
            </a:solidFill>
            <a:ln w="3365" cap="flat">
              <a:noFill/>
              <a:prstDash val="solid"/>
              <a:miter/>
            </a:ln>
          </p:spPr>
          <p:txBody>
            <a:bodyPr rtlCol="0" anchor="ctr"/>
            <a:lstStyle/>
            <a:p>
              <a:endParaRPr lang="en-US"/>
            </a:p>
          </p:txBody>
        </p:sp>
      </p:grpSp>
      <p:grpSp>
        <p:nvGrpSpPr>
          <p:cNvPr id="18" name="ee4p_icon_group">
            <a:extLst>
              <a:ext uri="{FF2B5EF4-FFF2-40B4-BE49-F238E27FC236}">
                <a16:creationId xmlns:a16="http://schemas.microsoft.com/office/drawing/2014/main" id="{BEC53688-B411-DAFF-C32E-5981DDEA5367}"/>
              </a:ext>
            </a:extLst>
          </p:cNvPr>
          <p:cNvGrpSpPr/>
          <p:nvPr/>
        </p:nvGrpSpPr>
        <p:grpSpPr>
          <a:xfrm>
            <a:off x="636752" y="5854836"/>
            <a:ext cx="673933" cy="673932"/>
            <a:chOff x="4031944" y="2889085"/>
            <a:chExt cx="1080000" cy="1079999"/>
          </a:xfrm>
        </p:grpSpPr>
        <p:sp>
          <p:nvSpPr>
            <p:cNvPr id="19" name="ee4p_icon_frame" hidden="1">
              <a:extLst>
                <a:ext uri="{FF2B5EF4-FFF2-40B4-BE49-F238E27FC236}">
                  <a16:creationId xmlns:a16="http://schemas.microsoft.com/office/drawing/2014/main" id="{8ECDC0FB-64B0-2471-A6D0-B75C05FD9F82}"/>
                </a:ext>
              </a:extLst>
            </p:cNvPr>
            <p:cNvSpPr/>
            <p:nvPr/>
          </p:nvSpPr>
          <p:spPr>
            <a:xfrm>
              <a:off x="4031944" y="2889085"/>
              <a:ext cx="1080000" cy="1079999"/>
            </a:xfrm>
            <a:prstGeom prst="rect">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ee4p_icon">
              <a:extLst>
                <a:ext uri="{FF2B5EF4-FFF2-40B4-BE49-F238E27FC236}">
                  <a16:creationId xmlns:a16="http://schemas.microsoft.com/office/drawing/2014/main" id="{B7C315C0-AD4C-32ED-F83E-44AA2245F3C7}"/>
                </a:ext>
              </a:extLst>
            </p:cNvPr>
            <p:cNvSpPr>
              <a:spLocks noChangeAspect="1"/>
            </p:cNvSpPr>
            <p:nvPr/>
          </p:nvSpPr>
          <p:spPr>
            <a:xfrm>
              <a:off x="4063661" y="2976947"/>
              <a:ext cx="1016567" cy="904273"/>
            </a:xfrm>
            <a:custGeom>
              <a:avLst/>
              <a:gdLst>
                <a:gd name="connsiteX0" fmla="*/ 143324 w 1016567"/>
                <a:gd name="connsiteY0" fmla="*/ 477046 h 904273"/>
                <a:gd name="connsiteX1" fmla="*/ 152468 w 1016567"/>
                <a:gd name="connsiteY1" fmla="*/ 506442 h 904273"/>
                <a:gd name="connsiteX2" fmla="*/ 153992 w 1016567"/>
                <a:gd name="connsiteY2" fmla="*/ 526457 h 904273"/>
                <a:gd name="connsiteX3" fmla="*/ 137397 w 1016567"/>
                <a:gd name="connsiteY3" fmla="*/ 536990 h 904273"/>
                <a:gd name="connsiteX4" fmla="*/ 136787 w 1016567"/>
                <a:gd name="connsiteY4" fmla="*/ 536990 h 904273"/>
                <a:gd name="connsiteX5" fmla="*/ 37219 w 1016567"/>
                <a:gd name="connsiteY5" fmla="*/ 536719 h 904273"/>
                <a:gd name="connsiteX6" fmla="*/ 20930 w 1016567"/>
                <a:gd name="connsiteY6" fmla="*/ 536719 h 904273"/>
                <a:gd name="connsiteX7" fmla="*/ 20320 w 1016567"/>
                <a:gd name="connsiteY7" fmla="*/ 882701 h 904273"/>
                <a:gd name="connsiteX8" fmla="*/ 69054 w 1016567"/>
                <a:gd name="connsiteY8" fmla="*/ 882701 h 904273"/>
                <a:gd name="connsiteX9" fmla="*/ 69054 w 1016567"/>
                <a:gd name="connsiteY9" fmla="*/ 903021 h 904273"/>
                <a:gd name="connsiteX10" fmla="*/ 10160 w 1016567"/>
                <a:gd name="connsiteY10" fmla="*/ 903021 h 904273"/>
                <a:gd name="connsiteX11" fmla="*/ 0 w 1016567"/>
                <a:gd name="connsiteY11" fmla="*/ 892861 h 904273"/>
                <a:gd name="connsiteX12" fmla="*/ 643 w 1016567"/>
                <a:gd name="connsiteY12" fmla="*/ 526559 h 904273"/>
                <a:gd name="connsiteX13" fmla="*/ 339 w 1016567"/>
                <a:gd name="connsiteY13" fmla="*/ 160426 h 904273"/>
                <a:gd name="connsiteX14" fmla="*/ 10499 w 1016567"/>
                <a:gd name="connsiteY14" fmla="*/ 150266 h 904273"/>
                <a:gd name="connsiteX15" fmla="*/ 10499 w 1016567"/>
                <a:gd name="connsiteY15" fmla="*/ 150266 h 904273"/>
                <a:gd name="connsiteX16" fmla="*/ 295622 w 1016567"/>
                <a:gd name="connsiteY16" fmla="*/ 150639 h 904273"/>
                <a:gd name="connsiteX17" fmla="*/ 295622 w 1016567"/>
                <a:gd name="connsiteY17" fmla="*/ 170959 h 904273"/>
                <a:gd name="connsiteX18" fmla="*/ 20659 w 1016567"/>
                <a:gd name="connsiteY18" fmla="*/ 170586 h 904273"/>
                <a:gd name="connsiteX19" fmla="*/ 20930 w 1016567"/>
                <a:gd name="connsiteY19" fmla="*/ 516399 h 904273"/>
                <a:gd name="connsiteX20" fmla="*/ 120599 w 1016567"/>
                <a:gd name="connsiteY20" fmla="*/ 516602 h 904273"/>
                <a:gd name="connsiteX21" fmla="*/ 134823 w 1016567"/>
                <a:gd name="connsiteY21" fmla="*/ 516602 h 904273"/>
                <a:gd name="connsiteX22" fmla="*/ 154523 w 1016567"/>
                <a:gd name="connsiteY22" fmla="*/ 417972 h 904273"/>
                <a:gd name="connsiteX23" fmla="*/ 253154 w 1016567"/>
                <a:gd name="connsiteY23" fmla="*/ 437673 h 904273"/>
                <a:gd name="connsiteX24" fmla="*/ 253018 w 1016567"/>
                <a:gd name="connsiteY24" fmla="*/ 516805 h 904273"/>
                <a:gd name="connsiteX25" fmla="*/ 366878 w 1016567"/>
                <a:gd name="connsiteY25" fmla="*/ 517009 h 904273"/>
                <a:gd name="connsiteX26" fmla="*/ 367081 w 1016567"/>
                <a:gd name="connsiteY26" fmla="*/ 401252 h 904273"/>
                <a:gd name="connsiteX27" fmla="*/ 377478 w 1016567"/>
                <a:gd name="connsiteY27" fmla="*/ 384319 h 904273"/>
                <a:gd name="connsiteX28" fmla="*/ 397798 w 1016567"/>
                <a:gd name="connsiteY28" fmla="*/ 385741 h 904273"/>
                <a:gd name="connsiteX29" fmla="*/ 426822 w 1016567"/>
                <a:gd name="connsiteY29" fmla="*/ 394987 h 904273"/>
                <a:gd name="connsiteX30" fmla="*/ 426822 w 1016567"/>
                <a:gd name="connsiteY30" fmla="*/ 394987 h 904273"/>
                <a:gd name="connsiteX31" fmla="*/ 477486 w 1016567"/>
                <a:gd name="connsiteY31" fmla="*/ 344052 h 904273"/>
                <a:gd name="connsiteX32" fmla="*/ 477418 w 1016567"/>
                <a:gd name="connsiteY32" fmla="*/ 341579 h 904273"/>
                <a:gd name="connsiteX33" fmla="*/ 427262 w 1016567"/>
                <a:gd name="connsiteY33" fmla="*/ 293624 h 904273"/>
                <a:gd name="connsiteX34" fmla="*/ 426822 w 1016567"/>
                <a:gd name="connsiteY34" fmla="*/ 293624 h 904273"/>
                <a:gd name="connsiteX35" fmla="*/ 397832 w 1016567"/>
                <a:gd name="connsiteY35" fmla="*/ 302768 h 904273"/>
                <a:gd name="connsiteX36" fmla="*/ 377512 w 1016567"/>
                <a:gd name="connsiteY36" fmla="*/ 304157 h 904273"/>
                <a:gd name="connsiteX37" fmla="*/ 367352 w 1016567"/>
                <a:gd name="connsiteY37" fmla="*/ 287223 h 904273"/>
                <a:gd name="connsiteX38" fmla="*/ 367555 w 1016567"/>
                <a:gd name="connsiteY38" fmla="*/ 161239 h 904273"/>
                <a:gd name="connsiteX39" fmla="*/ 387875 w 1016567"/>
                <a:gd name="connsiteY39" fmla="*/ 161239 h 904273"/>
                <a:gd name="connsiteX40" fmla="*/ 387672 w 1016567"/>
                <a:gd name="connsiteY40" fmla="*/ 285259 h 904273"/>
                <a:gd name="connsiteX41" fmla="*/ 486027 w 1016567"/>
                <a:gd name="connsiteY41" fmla="*/ 305118 h 904273"/>
                <a:gd name="connsiteX42" fmla="*/ 497772 w 1016567"/>
                <a:gd name="connsiteY42" fmla="*/ 340631 h 904273"/>
                <a:gd name="connsiteX43" fmla="*/ 430405 w 1016567"/>
                <a:gd name="connsiteY43" fmla="*/ 415314 h 904273"/>
                <a:gd name="connsiteX44" fmla="*/ 426889 w 1016567"/>
                <a:gd name="connsiteY44" fmla="*/ 415409 h 904273"/>
                <a:gd name="connsiteX45" fmla="*/ 426889 w 1016567"/>
                <a:gd name="connsiteY45" fmla="*/ 415409 h 904273"/>
                <a:gd name="connsiteX46" fmla="*/ 387604 w 1016567"/>
                <a:gd name="connsiteY46" fmla="*/ 403420 h 904273"/>
                <a:gd name="connsiteX47" fmla="*/ 387367 w 1016567"/>
                <a:gd name="connsiteY47" fmla="*/ 527440 h 904273"/>
                <a:gd name="connsiteX48" fmla="*/ 387164 w 1016567"/>
                <a:gd name="connsiteY48" fmla="*/ 653356 h 904273"/>
                <a:gd name="connsiteX49" fmla="*/ 387164 w 1016567"/>
                <a:gd name="connsiteY49" fmla="*/ 653356 h 904273"/>
                <a:gd name="connsiteX50" fmla="*/ 387164 w 1016567"/>
                <a:gd name="connsiteY50" fmla="*/ 653661 h 904273"/>
                <a:gd name="connsiteX51" fmla="*/ 367372 w 1016567"/>
                <a:gd name="connsiteY51" fmla="*/ 672534 h 904273"/>
                <a:gd name="connsiteX52" fmla="*/ 356684 w 1016567"/>
                <a:gd name="connsiteY52" fmla="*/ 669002 h 904273"/>
                <a:gd name="connsiteX53" fmla="*/ 327660 w 1016567"/>
                <a:gd name="connsiteY53" fmla="*/ 659757 h 904273"/>
                <a:gd name="connsiteX54" fmla="*/ 327660 w 1016567"/>
                <a:gd name="connsiteY54" fmla="*/ 659757 h 904273"/>
                <a:gd name="connsiteX55" fmla="*/ 276996 w 1016567"/>
                <a:gd name="connsiteY55" fmla="*/ 710692 h 904273"/>
                <a:gd name="connsiteX56" fmla="*/ 277063 w 1016567"/>
                <a:gd name="connsiteY56" fmla="*/ 713164 h 904273"/>
                <a:gd name="connsiteX57" fmla="*/ 327220 w 1016567"/>
                <a:gd name="connsiteY57" fmla="*/ 761120 h 904273"/>
                <a:gd name="connsiteX58" fmla="*/ 356650 w 1016567"/>
                <a:gd name="connsiteY58" fmla="*/ 751976 h 904273"/>
                <a:gd name="connsiteX59" fmla="*/ 376631 w 1016567"/>
                <a:gd name="connsiteY59" fmla="*/ 750452 h 904273"/>
                <a:gd name="connsiteX60" fmla="*/ 387198 w 1016567"/>
                <a:gd name="connsiteY60" fmla="*/ 767046 h 904273"/>
                <a:gd name="connsiteX61" fmla="*/ 387198 w 1016567"/>
                <a:gd name="connsiteY61" fmla="*/ 834475 h 904273"/>
                <a:gd name="connsiteX62" fmla="*/ 366878 w 1016567"/>
                <a:gd name="connsiteY62" fmla="*/ 834475 h 904273"/>
                <a:gd name="connsiteX63" fmla="*/ 366878 w 1016567"/>
                <a:gd name="connsiteY63" fmla="*/ 769654 h 904273"/>
                <a:gd name="connsiteX64" fmla="*/ 268372 w 1016567"/>
                <a:gd name="connsiteY64" fmla="*/ 749337 h 904273"/>
                <a:gd name="connsiteX65" fmla="*/ 256777 w 1016567"/>
                <a:gd name="connsiteY65" fmla="*/ 714248 h 904273"/>
                <a:gd name="connsiteX66" fmla="*/ 324145 w 1016567"/>
                <a:gd name="connsiteY66" fmla="*/ 639565 h 904273"/>
                <a:gd name="connsiteX67" fmla="*/ 327660 w 1016567"/>
                <a:gd name="connsiteY67" fmla="*/ 639470 h 904273"/>
                <a:gd name="connsiteX68" fmla="*/ 327660 w 1016567"/>
                <a:gd name="connsiteY68" fmla="*/ 639470 h 904273"/>
                <a:gd name="connsiteX69" fmla="*/ 366945 w 1016567"/>
                <a:gd name="connsiteY69" fmla="*/ 651459 h 904273"/>
                <a:gd name="connsiteX70" fmla="*/ 367149 w 1016567"/>
                <a:gd name="connsiteY70" fmla="*/ 537600 h 904273"/>
                <a:gd name="connsiteX71" fmla="*/ 289899 w 1016567"/>
                <a:gd name="connsiteY71" fmla="*/ 537600 h 904273"/>
                <a:gd name="connsiteX72" fmla="*/ 251087 w 1016567"/>
                <a:gd name="connsiteY72" fmla="*/ 537600 h 904273"/>
                <a:gd name="connsiteX73" fmla="*/ 234019 w 1016567"/>
                <a:gd name="connsiteY73" fmla="*/ 526559 h 904273"/>
                <a:gd name="connsiteX74" fmla="*/ 235610 w 1016567"/>
                <a:gd name="connsiteY74" fmla="*/ 506612 h 904273"/>
                <a:gd name="connsiteX75" fmla="*/ 222858 w 1016567"/>
                <a:gd name="connsiteY75" fmla="*/ 435911 h 904273"/>
                <a:gd name="connsiteX76" fmla="*/ 191584 w 1016567"/>
                <a:gd name="connsiteY76" fmla="*/ 426889 h 904273"/>
                <a:gd name="connsiteX77" fmla="*/ 143324 w 1016567"/>
                <a:gd name="connsiteY77" fmla="*/ 477046 h 904273"/>
                <a:gd name="connsiteX78" fmla="*/ 1013731 w 1016567"/>
                <a:gd name="connsiteY78" fmla="*/ 262399 h 904273"/>
                <a:gd name="connsiteX79" fmla="*/ 755193 w 1016567"/>
                <a:gd name="connsiteY79" fmla="*/ 2980 h 904273"/>
                <a:gd name="connsiteX80" fmla="*/ 748013 w 1016567"/>
                <a:gd name="connsiteY80" fmla="*/ 0 h 904273"/>
                <a:gd name="connsiteX81" fmla="*/ 748013 w 1016567"/>
                <a:gd name="connsiteY81" fmla="*/ 0 h 904273"/>
                <a:gd name="connsiteX82" fmla="*/ 740833 w 1016567"/>
                <a:gd name="connsiteY82" fmla="*/ 2946 h 904273"/>
                <a:gd name="connsiteX83" fmla="*/ 651358 w 1016567"/>
                <a:gd name="connsiteY83" fmla="*/ 91948 h 904273"/>
                <a:gd name="connsiteX84" fmla="*/ 651358 w 1016567"/>
                <a:gd name="connsiteY84" fmla="*/ 91948 h 904273"/>
                <a:gd name="connsiteX85" fmla="*/ 646786 w 1016567"/>
                <a:gd name="connsiteY85" fmla="*/ 111049 h 904273"/>
                <a:gd name="connsiteX86" fmla="*/ 662093 w 1016567"/>
                <a:gd name="connsiteY86" fmla="*/ 124392 h 904273"/>
                <a:gd name="connsiteX87" fmla="*/ 689356 w 1016567"/>
                <a:gd name="connsiteY87" fmla="*/ 138752 h 904273"/>
                <a:gd name="connsiteX88" fmla="*/ 690948 w 1016567"/>
                <a:gd name="connsiteY88" fmla="*/ 208212 h 904273"/>
                <a:gd name="connsiteX89" fmla="*/ 619191 w 1016567"/>
                <a:gd name="connsiteY89" fmla="*/ 211691 h 904273"/>
                <a:gd name="connsiteX90" fmla="*/ 603335 w 1016567"/>
                <a:gd name="connsiteY90" fmla="*/ 183083 h 904273"/>
                <a:gd name="connsiteX91" fmla="*/ 581132 w 1016567"/>
                <a:gd name="connsiteY91" fmla="*/ 167115 h 904273"/>
                <a:gd name="connsiteX92" fmla="*/ 570619 w 1016567"/>
                <a:gd name="connsiteY92" fmla="*/ 172483 h 904273"/>
                <a:gd name="connsiteX93" fmla="*/ 526593 w 1016567"/>
                <a:gd name="connsiteY93" fmla="*/ 216510 h 904273"/>
                <a:gd name="connsiteX94" fmla="*/ 540918 w 1016567"/>
                <a:gd name="connsiteY94" fmla="*/ 230903 h 904273"/>
                <a:gd name="connsiteX95" fmla="*/ 583692 w 1016567"/>
                <a:gd name="connsiteY95" fmla="*/ 188299 h 904273"/>
                <a:gd name="connsiteX96" fmla="*/ 653186 w 1016567"/>
                <a:gd name="connsiteY96" fmla="*/ 245466 h 904273"/>
                <a:gd name="connsiteX97" fmla="*/ 655015 w 1016567"/>
                <a:gd name="connsiteY97" fmla="*/ 245466 h 904273"/>
                <a:gd name="connsiteX98" fmla="*/ 724096 w 1016567"/>
                <a:gd name="connsiteY98" fmla="*/ 172363 h 904273"/>
                <a:gd name="connsiteX99" fmla="*/ 667512 w 1016567"/>
                <a:gd name="connsiteY99" fmla="*/ 104750 h 904273"/>
                <a:gd name="connsiteX100" fmla="*/ 687832 w 1016567"/>
                <a:gd name="connsiteY100" fmla="*/ 84260 h 904273"/>
                <a:gd name="connsiteX101" fmla="*/ 747945 w 1016567"/>
                <a:gd name="connsiteY101" fmla="*/ 24350 h 904273"/>
                <a:gd name="connsiteX102" fmla="*/ 992124 w 1016567"/>
                <a:gd name="connsiteY102" fmla="*/ 269376 h 904273"/>
                <a:gd name="connsiteX103" fmla="*/ 747099 w 1016567"/>
                <a:gd name="connsiteY103" fmla="*/ 513520 h 904273"/>
                <a:gd name="connsiteX104" fmla="*/ 664904 w 1016567"/>
                <a:gd name="connsiteY104" fmla="*/ 431021 h 904273"/>
                <a:gd name="connsiteX105" fmla="*/ 645702 w 1016567"/>
                <a:gd name="connsiteY105" fmla="*/ 426788 h 904273"/>
                <a:gd name="connsiteX106" fmla="*/ 632663 w 1016567"/>
                <a:gd name="connsiteY106" fmla="*/ 441994 h 904273"/>
                <a:gd name="connsiteX107" fmla="*/ 618304 w 1016567"/>
                <a:gd name="connsiteY107" fmla="*/ 469257 h 904273"/>
                <a:gd name="connsiteX108" fmla="*/ 548911 w 1016567"/>
                <a:gd name="connsiteY108" fmla="*/ 470814 h 904273"/>
                <a:gd name="connsiteX109" fmla="*/ 545023 w 1016567"/>
                <a:gd name="connsiteY109" fmla="*/ 399319 h 904273"/>
                <a:gd name="connsiteX110" fmla="*/ 574074 w 1016567"/>
                <a:gd name="connsiteY110" fmla="*/ 383235 h 904273"/>
                <a:gd name="connsiteX111" fmla="*/ 590012 w 1016567"/>
                <a:gd name="connsiteY111" fmla="*/ 361012 h 904273"/>
                <a:gd name="connsiteX112" fmla="*/ 584843 w 1016567"/>
                <a:gd name="connsiteY112" fmla="*/ 350723 h 904273"/>
                <a:gd name="connsiteX113" fmla="*/ 534721 w 1016567"/>
                <a:gd name="connsiteY113" fmla="*/ 300397 h 904273"/>
                <a:gd name="connsiteX114" fmla="*/ 520327 w 1016567"/>
                <a:gd name="connsiteY114" fmla="*/ 314757 h 904273"/>
                <a:gd name="connsiteX115" fmla="*/ 568926 w 1016567"/>
                <a:gd name="connsiteY115" fmla="*/ 363525 h 904273"/>
                <a:gd name="connsiteX116" fmla="*/ 512802 w 1016567"/>
                <a:gd name="connsiteY116" fmla="*/ 446989 h 904273"/>
                <a:gd name="connsiteX117" fmla="*/ 596267 w 1016567"/>
                <a:gd name="connsiteY117" fmla="*/ 503113 h 904273"/>
                <a:gd name="connsiteX118" fmla="*/ 652340 w 1016567"/>
                <a:gd name="connsiteY118" fmla="*/ 447243 h 904273"/>
                <a:gd name="connsiteX119" fmla="*/ 722579 w 1016567"/>
                <a:gd name="connsiteY119" fmla="*/ 517686 h 904273"/>
                <a:gd name="connsiteX120" fmla="*/ 616577 w 1016567"/>
                <a:gd name="connsiteY120" fmla="*/ 517686 h 904273"/>
                <a:gd name="connsiteX121" fmla="*/ 600016 w 1016567"/>
                <a:gd name="connsiteY121" fmla="*/ 528252 h 904273"/>
                <a:gd name="connsiteX122" fmla="*/ 601540 w 1016567"/>
                <a:gd name="connsiteY122" fmla="*/ 548234 h 904273"/>
                <a:gd name="connsiteX123" fmla="*/ 610684 w 1016567"/>
                <a:gd name="connsiteY123" fmla="*/ 577664 h 904273"/>
                <a:gd name="connsiteX124" fmla="*/ 562729 w 1016567"/>
                <a:gd name="connsiteY124" fmla="*/ 627820 h 904273"/>
                <a:gd name="connsiteX125" fmla="*/ 509531 w 1016567"/>
                <a:gd name="connsiteY125" fmla="*/ 579896 h 904273"/>
                <a:gd name="connsiteX126" fmla="*/ 518702 w 1016567"/>
                <a:gd name="connsiteY126" fmla="*/ 548098 h 904273"/>
                <a:gd name="connsiteX127" fmla="*/ 520260 w 1016567"/>
                <a:gd name="connsiteY127" fmla="*/ 528151 h 904273"/>
                <a:gd name="connsiteX128" fmla="*/ 503326 w 1016567"/>
                <a:gd name="connsiteY128" fmla="*/ 517483 h 904273"/>
                <a:gd name="connsiteX129" fmla="*/ 434442 w 1016567"/>
                <a:gd name="connsiteY129" fmla="*/ 517483 h 904273"/>
                <a:gd name="connsiteX130" fmla="*/ 434442 w 1016567"/>
                <a:gd name="connsiteY130" fmla="*/ 537803 h 904273"/>
                <a:gd name="connsiteX131" fmla="*/ 501125 w 1016567"/>
                <a:gd name="connsiteY131" fmla="*/ 537803 h 904273"/>
                <a:gd name="connsiteX132" fmla="*/ 520443 w 1016567"/>
                <a:gd name="connsiteY132" fmla="*/ 636511 h 904273"/>
                <a:gd name="connsiteX133" fmla="*/ 619150 w 1016567"/>
                <a:gd name="connsiteY133" fmla="*/ 617190 h 904273"/>
                <a:gd name="connsiteX134" fmla="*/ 619286 w 1016567"/>
                <a:gd name="connsiteY134" fmla="*/ 538006 h 904273"/>
                <a:gd name="connsiteX135" fmla="*/ 733146 w 1016567"/>
                <a:gd name="connsiteY135" fmla="*/ 538209 h 904273"/>
                <a:gd name="connsiteX136" fmla="*/ 732570 w 1016567"/>
                <a:gd name="connsiteY136" fmla="*/ 884123 h 904273"/>
                <a:gd name="connsiteX137" fmla="*/ 376259 w 1016567"/>
                <a:gd name="connsiteY137" fmla="*/ 883310 h 904273"/>
                <a:gd name="connsiteX138" fmla="*/ 163915 w 1016567"/>
                <a:gd name="connsiteY138" fmla="*/ 882938 h 904273"/>
                <a:gd name="connsiteX139" fmla="*/ 163915 w 1016567"/>
                <a:gd name="connsiteY139" fmla="*/ 903258 h 904273"/>
                <a:gd name="connsiteX140" fmla="*/ 376259 w 1016567"/>
                <a:gd name="connsiteY140" fmla="*/ 903630 h 904273"/>
                <a:gd name="connsiteX141" fmla="*/ 742493 w 1016567"/>
                <a:gd name="connsiteY141" fmla="*/ 904274 h 904273"/>
                <a:gd name="connsiteX142" fmla="*/ 742493 w 1016567"/>
                <a:gd name="connsiteY142" fmla="*/ 904274 h 904273"/>
                <a:gd name="connsiteX143" fmla="*/ 752653 w 1016567"/>
                <a:gd name="connsiteY143" fmla="*/ 894114 h 904273"/>
                <a:gd name="connsiteX144" fmla="*/ 753262 w 1016567"/>
                <a:gd name="connsiteY144" fmla="*/ 535805 h 904273"/>
                <a:gd name="connsiteX145" fmla="*/ 754177 w 1016567"/>
                <a:gd name="connsiteY145" fmla="*/ 535060 h 904273"/>
                <a:gd name="connsiteX146" fmla="*/ 1013596 w 1016567"/>
                <a:gd name="connsiteY146" fmla="*/ 276555 h 904273"/>
                <a:gd name="connsiteX147" fmla="*/ 1013596 w 1016567"/>
                <a:gd name="connsiteY147" fmla="*/ 262196 h 90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1016567" h="904273">
                  <a:moveTo>
                    <a:pt x="143324" y="477046"/>
                  </a:moveTo>
                  <a:cubicBezTo>
                    <a:pt x="143192" y="487565"/>
                    <a:pt x="146393" y="497854"/>
                    <a:pt x="152468" y="506442"/>
                  </a:cubicBezTo>
                  <a:cubicBezTo>
                    <a:pt x="156611" y="512328"/>
                    <a:pt x="157196" y="520013"/>
                    <a:pt x="153992" y="526457"/>
                  </a:cubicBezTo>
                  <a:cubicBezTo>
                    <a:pt x="150818" y="532753"/>
                    <a:pt x="144445" y="536797"/>
                    <a:pt x="137397" y="536990"/>
                  </a:cubicBezTo>
                  <a:lnTo>
                    <a:pt x="136787" y="536990"/>
                  </a:lnTo>
                  <a:lnTo>
                    <a:pt x="37219" y="536719"/>
                  </a:lnTo>
                  <a:lnTo>
                    <a:pt x="20930" y="536719"/>
                  </a:lnTo>
                  <a:lnTo>
                    <a:pt x="20320" y="882701"/>
                  </a:lnTo>
                  <a:lnTo>
                    <a:pt x="69054" y="882701"/>
                  </a:lnTo>
                  <a:lnTo>
                    <a:pt x="69054" y="903021"/>
                  </a:lnTo>
                  <a:lnTo>
                    <a:pt x="10160" y="903021"/>
                  </a:lnTo>
                  <a:cubicBezTo>
                    <a:pt x="4549" y="903021"/>
                    <a:pt x="0" y="898473"/>
                    <a:pt x="0" y="892861"/>
                  </a:cubicBezTo>
                  <a:lnTo>
                    <a:pt x="643" y="526559"/>
                  </a:lnTo>
                  <a:lnTo>
                    <a:pt x="339" y="160426"/>
                  </a:lnTo>
                  <a:cubicBezTo>
                    <a:pt x="339" y="154815"/>
                    <a:pt x="4887" y="150266"/>
                    <a:pt x="10499" y="150266"/>
                  </a:cubicBezTo>
                  <a:lnTo>
                    <a:pt x="10499" y="150266"/>
                  </a:lnTo>
                  <a:lnTo>
                    <a:pt x="295622" y="150639"/>
                  </a:lnTo>
                  <a:lnTo>
                    <a:pt x="295622" y="170959"/>
                  </a:lnTo>
                  <a:lnTo>
                    <a:pt x="20659" y="170586"/>
                  </a:lnTo>
                  <a:lnTo>
                    <a:pt x="20930" y="516399"/>
                  </a:lnTo>
                  <a:lnTo>
                    <a:pt x="120599" y="516602"/>
                  </a:lnTo>
                  <a:lnTo>
                    <a:pt x="134823" y="516602"/>
                  </a:lnTo>
                  <a:cubicBezTo>
                    <a:pt x="113027" y="483928"/>
                    <a:pt x="121847" y="439769"/>
                    <a:pt x="154523" y="417972"/>
                  </a:cubicBezTo>
                  <a:cubicBezTo>
                    <a:pt x="187199" y="396176"/>
                    <a:pt x="231358" y="404995"/>
                    <a:pt x="253154" y="437673"/>
                  </a:cubicBezTo>
                  <a:cubicBezTo>
                    <a:pt x="269143" y="461640"/>
                    <a:pt x="269089" y="492889"/>
                    <a:pt x="253018" y="516805"/>
                  </a:cubicBezTo>
                  <a:lnTo>
                    <a:pt x="366878" y="517009"/>
                  </a:lnTo>
                  <a:lnTo>
                    <a:pt x="367081" y="401252"/>
                  </a:lnTo>
                  <a:cubicBezTo>
                    <a:pt x="367115" y="394110"/>
                    <a:pt x="371124" y="387580"/>
                    <a:pt x="377478" y="384319"/>
                  </a:cubicBezTo>
                  <a:cubicBezTo>
                    <a:pt x="383977" y="380922"/>
                    <a:pt x="391834" y="381471"/>
                    <a:pt x="397798" y="385741"/>
                  </a:cubicBezTo>
                  <a:cubicBezTo>
                    <a:pt x="406285" y="391749"/>
                    <a:pt x="416425" y="394980"/>
                    <a:pt x="426822" y="394987"/>
                  </a:cubicBezTo>
                  <a:lnTo>
                    <a:pt x="426822" y="394987"/>
                  </a:lnTo>
                  <a:cubicBezTo>
                    <a:pt x="454877" y="394912"/>
                    <a:pt x="477561" y="372107"/>
                    <a:pt x="477486" y="344052"/>
                  </a:cubicBezTo>
                  <a:cubicBezTo>
                    <a:pt x="477483" y="343225"/>
                    <a:pt x="477459" y="342402"/>
                    <a:pt x="477418" y="341579"/>
                  </a:cubicBezTo>
                  <a:cubicBezTo>
                    <a:pt x="475684" y="314997"/>
                    <a:pt x="453895" y="294166"/>
                    <a:pt x="427262" y="293624"/>
                  </a:cubicBezTo>
                  <a:lnTo>
                    <a:pt x="426822" y="293624"/>
                  </a:lnTo>
                  <a:cubicBezTo>
                    <a:pt x="416445" y="293600"/>
                    <a:pt x="406315" y="296794"/>
                    <a:pt x="397832" y="302768"/>
                  </a:cubicBezTo>
                  <a:cubicBezTo>
                    <a:pt x="391854" y="307005"/>
                    <a:pt x="384011" y="307540"/>
                    <a:pt x="377512" y="304157"/>
                  </a:cubicBezTo>
                  <a:cubicBezTo>
                    <a:pt x="371243" y="300838"/>
                    <a:pt x="367331" y="294315"/>
                    <a:pt x="367352" y="287223"/>
                  </a:cubicBezTo>
                  <a:lnTo>
                    <a:pt x="367555" y="161239"/>
                  </a:lnTo>
                  <a:lnTo>
                    <a:pt x="387875" y="161239"/>
                  </a:lnTo>
                  <a:lnTo>
                    <a:pt x="387672" y="285259"/>
                  </a:lnTo>
                  <a:cubicBezTo>
                    <a:pt x="420316" y="263583"/>
                    <a:pt x="464349" y="272474"/>
                    <a:pt x="486027" y="305118"/>
                  </a:cubicBezTo>
                  <a:cubicBezTo>
                    <a:pt x="493048" y="315692"/>
                    <a:pt x="497105" y="327955"/>
                    <a:pt x="497772" y="340631"/>
                  </a:cubicBezTo>
                  <a:cubicBezTo>
                    <a:pt x="499794" y="379859"/>
                    <a:pt x="469629" y="413295"/>
                    <a:pt x="430405" y="415314"/>
                  </a:cubicBezTo>
                  <a:cubicBezTo>
                    <a:pt x="429233" y="415375"/>
                    <a:pt x="428061" y="415405"/>
                    <a:pt x="426889" y="415409"/>
                  </a:cubicBezTo>
                  <a:lnTo>
                    <a:pt x="426889" y="415409"/>
                  </a:lnTo>
                  <a:cubicBezTo>
                    <a:pt x="412896" y="415405"/>
                    <a:pt x="399217" y="411229"/>
                    <a:pt x="387604" y="403420"/>
                  </a:cubicBezTo>
                  <a:lnTo>
                    <a:pt x="387367" y="527440"/>
                  </a:lnTo>
                  <a:lnTo>
                    <a:pt x="387164" y="653356"/>
                  </a:lnTo>
                  <a:lnTo>
                    <a:pt x="387164" y="653356"/>
                  </a:lnTo>
                  <a:lnTo>
                    <a:pt x="387164" y="653661"/>
                  </a:lnTo>
                  <a:cubicBezTo>
                    <a:pt x="386910" y="664339"/>
                    <a:pt x="378050" y="672788"/>
                    <a:pt x="367372" y="672534"/>
                  </a:cubicBezTo>
                  <a:cubicBezTo>
                    <a:pt x="363538" y="672443"/>
                    <a:pt x="359816" y="671214"/>
                    <a:pt x="356684" y="669002"/>
                  </a:cubicBezTo>
                  <a:cubicBezTo>
                    <a:pt x="348197" y="662994"/>
                    <a:pt x="338058" y="659763"/>
                    <a:pt x="327660" y="659757"/>
                  </a:cubicBezTo>
                  <a:lnTo>
                    <a:pt x="327660" y="659757"/>
                  </a:lnTo>
                  <a:cubicBezTo>
                    <a:pt x="299604" y="659831"/>
                    <a:pt x="276921" y="682637"/>
                    <a:pt x="276996" y="710692"/>
                  </a:cubicBezTo>
                  <a:cubicBezTo>
                    <a:pt x="276999" y="711518"/>
                    <a:pt x="277021" y="712341"/>
                    <a:pt x="277063" y="713164"/>
                  </a:cubicBezTo>
                  <a:cubicBezTo>
                    <a:pt x="278799" y="739746"/>
                    <a:pt x="300587" y="760578"/>
                    <a:pt x="327220" y="761120"/>
                  </a:cubicBezTo>
                  <a:cubicBezTo>
                    <a:pt x="337743" y="761214"/>
                    <a:pt x="348034" y="758017"/>
                    <a:pt x="356650" y="751976"/>
                  </a:cubicBezTo>
                  <a:cubicBezTo>
                    <a:pt x="362526" y="747837"/>
                    <a:pt x="370197" y="747255"/>
                    <a:pt x="376631" y="750452"/>
                  </a:cubicBezTo>
                  <a:cubicBezTo>
                    <a:pt x="382934" y="753621"/>
                    <a:pt x="386991" y="759995"/>
                    <a:pt x="387198" y="767046"/>
                  </a:cubicBezTo>
                  <a:lnTo>
                    <a:pt x="387198" y="834475"/>
                  </a:lnTo>
                  <a:lnTo>
                    <a:pt x="366878" y="834475"/>
                  </a:lnTo>
                  <a:lnTo>
                    <a:pt x="366878" y="769654"/>
                  </a:lnTo>
                  <a:cubicBezTo>
                    <a:pt x="334066" y="791244"/>
                    <a:pt x="289963" y="782147"/>
                    <a:pt x="268372" y="749337"/>
                  </a:cubicBezTo>
                  <a:cubicBezTo>
                    <a:pt x="261483" y="738866"/>
                    <a:pt x="257483" y="726762"/>
                    <a:pt x="256777" y="714248"/>
                  </a:cubicBezTo>
                  <a:cubicBezTo>
                    <a:pt x="254757" y="675020"/>
                    <a:pt x="284919" y="641584"/>
                    <a:pt x="324145" y="639565"/>
                  </a:cubicBezTo>
                  <a:cubicBezTo>
                    <a:pt x="325316" y="639504"/>
                    <a:pt x="326488" y="639474"/>
                    <a:pt x="327660" y="639470"/>
                  </a:cubicBezTo>
                  <a:lnTo>
                    <a:pt x="327660" y="639470"/>
                  </a:lnTo>
                  <a:cubicBezTo>
                    <a:pt x="341654" y="639474"/>
                    <a:pt x="355332" y="643650"/>
                    <a:pt x="366945" y="651459"/>
                  </a:cubicBezTo>
                  <a:lnTo>
                    <a:pt x="367149" y="537600"/>
                  </a:lnTo>
                  <a:lnTo>
                    <a:pt x="289899" y="537600"/>
                  </a:lnTo>
                  <a:lnTo>
                    <a:pt x="251087" y="537600"/>
                  </a:lnTo>
                  <a:cubicBezTo>
                    <a:pt x="243764" y="537457"/>
                    <a:pt x="237153" y="533180"/>
                    <a:pt x="234019" y="526559"/>
                  </a:cubicBezTo>
                  <a:cubicBezTo>
                    <a:pt x="230839" y="520124"/>
                    <a:pt x="231450" y="512460"/>
                    <a:pt x="235610" y="506612"/>
                  </a:cubicBezTo>
                  <a:cubicBezTo>
                    <a:pt x="251612" y="483565"/>
                    <a:pt x="245903" y="451913"/>
                    <a:pt x="222858" y="435911"/>
                  </a:cubicBezTo>
                  <a:cubicBezTo>
                    <a:pt x="213705" y="429555"/>
                    <a:pt x="202716" y="426385"/>
                    <a:pt x="191584" y="426889"/>
                  </a:cubicBezTo>
                  <a:cubicBezTo>
                    <a:pt x="164890" y="428488"/>
                    <a:pt x="143893" y="450312"/>
                    <a:pt x="143324" y="477046"/>
                  </a:cubicBezTo>
                  <a:close/>
                  <a:moveTo>
                    <a:pt x="1013731" y="262399"/>
                  </a:moveTo>
                  <a:lnTo>
                    <a:pt x="755193" y="2980"/>
                  </a:lnTo>
                  <a:cubicBezTo>
                    <a:pt x="753290" y="1074"/>
                    <a:pt x="750706" y="2"/>
                    <a:pt x="748013" y="0"/>
                  </a:cubicBezTo>
                  <a:lnTo>
                    <a:pt x="748013" y="0"/>
                  </a:lnTo>
                  <a:cubicBezTo>
                    <a:pt x="745324" y="-7"/>
                    <a:pt x="742743" y="1053"/>
                    <a:pt x="740833" y="2946"/>
                  </a:cubicBezTo>
                  <a:lnTo>
                    <a:pt x="651358" y="91948"/>
                  </a:lnTo>
                  <a:lnTo>
                    <a:pt x="651358" y="91948"/>
                  </a:lnTo>
                  <a:cubicBezTo>
                    <a:pt x="646413" y="96976"/>
                    <a:pt x="644652" y="104327"/>
                    <a:pt x="646786" y="111049"/>
                  </a:cubicBezTo>
                  <a:cubicBezTo>
                    <a:pt x="648967" y="118025"/>
                    <a:pt x="654887" y="123182"/>
                    <a:pt x="662093" y="124392"/>
                  </a:cubicBezTo>
                  <a:cubicBezTo>
                    <a:pt x="672467" y="126191"/>
                    <a:pt x="682007" y="131216"/>
                    <a:pt x="689356" y="138752"/>
                  </a:cubicBezTo>
                  <a:cubicBezTo>
                    <a:pt x="707868" y="157969"/>
                    <a:pt x="708558" y="188167"/>
                    <a:pt x="690948" y="208212"/>
                  </a:cubicBezTo>
                  <a:cubicBezTo>
                    <a:pt x="672094" y="228988"/>
                    <a:pt x="639965" y="230546"/>
                    <a:pt x="619191" y="211691"/>
                  </a:cubicBezTo>
                  <a:cubicBezTo>
                    <a:pt x="610897" y="204164"/>
                    <a:pt x="605323" y="194106"/>
                    <a:pt x="603335" y="183083"/>
                  </a:cubicBezTo>
                  <a:cubicBezTo>
                    <a:pt x="601614" y="172543"/>
                    <a:pt x="591674" y="165394"/>
                    <a:pt x="581132" y="167115"/>
                  </a:cubicBezTo>
                  <a:cubicBezTo>
                    <a:pt x="577156" y="167765"/>
                    <a:pt x="573478" y="169642"/>
                    <a:pt x="570619" y="172483"/>
                  </a:cubicBezTo>
                  <a:lnTo>
                    <a:pt x="526593" y="216510"/>
                  </a:lnTo>
                  <a:lnTo>
                    <a:pt x="540918" y="230903"/>
                  </a:lnTo>
                  <a:lnTo>
                    <a:pt x="583692" y="188299"/>
                  </a:lnTo>
                  <a:cubicBezTo>
                    <a:pt x="590323" y="221450"/>
                    <a:pt x="619377" y="245350"/>
                    <a:pt x="653186" y="245466"/>
                  </a:cubicBezTo>
                  <a:lnTo>
                    <a:pt x="655015" y="245466"/>
                  </a:lnTo>
                  <a:cubicBezTo>
                    <a:pt x="694277" y="244355"/>
                    <a:pt x="725207" y="211625"/>
                    <a:pt x="724096" y="172363"/>
                  </a:cubicBezTo>
                  <a:cubicBezTo>
                    <a:pt x="723165" y="139442"/>
                    <a:pt x="699753" y="111468"/>
                    <a:pt x="667512" y="104750"/>
                  </a:cubicBezTo>
                  <a:lnTo>
                    <a:pt x="687832" y="84260"/>
                  </a:lnTo>
                  <a:lnTo>
                    <a:pt x="747945" y="24350"/>
                  </a:lnTo>
                  <a:lnTo>
                    <a:pt x="992124" y="269376"/>
                  </a:lnTo>
                  <a:lnTo>
                    <a:pt x="747099" y="513520"/>
                  </a:lnTo>
                  <a:lnTo>
                    <a:pt x="664904" y="431021"/>
                  </a:lnTo>
                  <a:cubicBezTo>
                    <a:pt x="659773" y="426178"/>
                    <a:pt x="652394" y="424549"/>
                    <a:pt x="645702" y="426788"/>
                  </a:cubicBezTo>
                  <a:cubicBezTo>
                    <a:pt x="638881" y="429060"/>
                    <a:pt x="633869" y="434906"/>
                    <a:pt x="632663" y="441994"/>
                  </a:cubicBezTo>
                  <a:cubicBezTo>
                    <a:pt x="630848" y="452361"/>
                    <a:pt x="625826" y="461897"/>
                    <a:pt x="618304" y="469257"/>
                  </a:cubicBezTo>
                  <a:cubicBezTo>
                    <a:pt x="599088" y="487717"/>
                    <a:pt x="568936" y="488395"/>
                    <a:pt x="548911" y="470814"/>
                  </a:cubicBezTo>
                  <a:cubicBezTo>
                    <a:pt x="528093" y="452144"/>
                    <a:pt x="526356" y="420133"/>
                    <a:pt x="545023" y="399319"/>
                  </a:cubicBezTo>
                  <a:cubicBezTo>
                    <a:pt x="552626" y="390845"/>
                    <a:pt x="562857" y="385179"/>
                    <a:pt x="574074" y="383235"/>
                  </a:cubicBezTo>
                  <a:cubicBezTo>
                    <a:pt x="584613" y="381498"/>
                    <a:pt x="591749" y="371551"/>
                    <a:pt x="590012" y="361012"/>
                  </a:cubicBezTo>
                  <a:cubicBezTo>
                    <a:pt x="589375" y="357138"/>
                    <a:pt x="587570" y="353548"/>
                    <a:pt x="584843" y="350723"/>
                  </a:cubicBezTo>
                  <a:lnTo>
                    <a:pt x="534721" y="300397"/>
                  </a:lnTo>
                  <a:lnTo>
                    <a:pt x="520327" y="314757"/>
                  </a:lnTo>
                  <a:lnTo>
                    <a:pt x="568926" y="363525"/>
                  </a:lnTo>
                  <a:cubicBezTo>
                    <a:pt x="530379" y="371074"/>
                    <a:pt x="505253" y="408442"/>
                    <a:pt x="512802" y="446989"/>
                  </a:cubicBezTo>
                  <a:cubicBezTo>
                    <a:pt x="520351" y="485536"/>
                    <a:pt x="557720" y="510662"/>
                    <a:pt x="596267" y="503113"/>
                  </a:cubicBezTo>
                  <a:cubicBezTo>
                    <a:pt x="624552" y="497572"/>
                    <a:pt x="646698" y="475508"/>
                    <a:pt x="652340" y="447243"/>
                  </a:cubicBezTo>
                  <a:lnTo>
                    <a:pt x="722579" y="517686"/>
                  </a:lnTo>
                  <a:lnTo>
                    <a:pt x="616577" y="517686"/>
                  </a:lnTo>
                  <a:cubicBezTo>
                    <a:pt x="609532" y="517889"/>
                    <a:pt x="603169" y="521950"/>
                    <a:pt x="600016" y="528252"/>
                  </a:cubicBezTo>
                  <a:cubicBezTo>
                    <a:pt x="596795" y="534684"/>
                    <a:pt x="597381" y="542365"/>
                    <a:pt x="601540" y="548234"/>
                  </a:cubicBezTo>
                  <a:cubicBezTo>
                    <a:pt x="607602" y="556843"/>
                    <a:pt x="610799" y="567138"/>
                    <a:pt x="610684" y="577664"/>
                  </a:cubicBezTo>
                  <a:cubicBezTo>
                    <a:pt x="610125" y="604290"/>
                    <a:pt x="589304" y="626069"/>
                    <a:pt x="562729" y="627820"/>
                  </a:cubicBezTo>
                  <a:cubicBezTo>
                    <a:pt x="534806" y="629277"/>
                    <a:pt x="510987" y="607819"/>
                    <a:pt x="509531" y="579896"/>
                  </a:cubicBezTo>
                  <a:cubicBezTo>
                    <a:pt x="508938" y="568567"/>
                    <a:pt x="512169" y="557371"/>
                    <a:pt x="518702" y="548098"/>
                  </a:cubicBezTo>
                  <a:cubicBezTo>
                    <a:pt x="522837" y="542236"/>
                    <a:pt x="523433" y="534582"/>
                    <a:pt x="520260" y="528151"/>
                  </a:cubicBezTo>
                  <a:cubicBezTo>
                    <a:pt x="517039" y="521723"/>
                    <a:pt x="510516" y="517615"/>
                    <a:pt x="503326" y="517483"/>
                  </a:cubicBezTo>
                  <a:lnTo>
                    <a:pt x="434442" y="517483"/>
                  </a:lnTo>
                  <a:lnTo>
                    <a:pt x="434442" y="537803"/>
                  </a:lnTo>
                  <a:lnTo>
                    <a:pt x="501125" y="537803"/>
                  </a:lnTo>
                  <a:cubicBezTo>
                    <a:pt x="479203" y="570396"/>
                    <a:pt x="487853" y="614585"/>
                    <a:pt x="520443" y="636511"/>
                  </a:cubicBezTo>
                  <a:cubicBezTo>
                    <a:pt x="553036" y="658432"/>
                    <a:pt x="597229" y="649783"/>
                    <a:pt x="619150" y="617190"/>
                  </a:cubicBezTo>
                  <a:cubicBezTo>
                    <a:pt x="635244" y="593263"/>
                    <a:pt x="635298" y="561987"/>
                    <a:pt x="619286" y="538006"/>
                  </a:cubicBezTo>
                  <a:lnTo>
                    <a:pt x="733146" y="538209"/>
                  </a:lnTo>
                  <a:lnTo>
                    <a:pt x="732570" y="884123"/>
                  </a:lnTo>
                  <a:lnTo>
                    <a:pt x="376259" y="883310"/>
                  </a:lnTo>
                  <a:lnTo>
                    <a:pt x="163915" y="882938"/>
                  </a:lnTo>
                  <a:lnTo>
                    <a:pt x="163915" y="903258"/>
                  </a:lnTo>
                  <a:lnTo>
                    <a:pt x="376259" y="903630"/>
                  </a:lnTo>
                  <a:lnTo>
                    <a:pt x="742493" y="904274"/>
                  </a:lnTo>
                  <a:lnTo>
                    <a:pt x="742493" y="904274"/>
                  </a:lnTo>
                  <a:cubicBezTo>
                    <a:pt x="748105" y="904274"/>
                    <a:pt x="752653" y="899726"/>
                    <a:pt x="752653" y="894114"/>
                  </a:cubicBezTo>
                  <a:lnTo>
                    <a:pt x="753262" y="535805"/>
                  </a:lnTo>
                  <a:cubicBezTo>
                    <a:pt x="753581" y="535574"/>
                    <a:pt x="753889" y="535327"/>
                    <a:pt x="754177" y="535060"/>
                  </a:cubicBezTo>
                  <a:lnTo>
                    <a:pt x="1013596" y="276555"/>
                  </a:lnTo>
                  <a:cubicBezTo>
                    <a:pt x="1017558" y="272588"/>
                    <a:pt x="1017558" y="266163"/>
                    <a:pt x="1013596" y="262196"/>
                  </a:cubicBezTo>
                  <a:close/>
                </a:path>
              </a:pathLst>
            </a:custGeom>
            <a:solidFill>
              <a:schemeClr val="accent1"/>
            </a:solidFill>
            <a:ln w="3365" cap="flat">
              <a:noFill/>
              <a:prstDash val="solid"/>
              <a:miter/>
            </a:ln>
          </p:spPr>
          <p:txBody>
            <a:bodyPr rtlCol="0" anchor="ctr"/>
            <a:lstStyle/>
            <a:p>
              <a:endParaRPr lang="en-US"/>
            </a:p>
          </p:txBody>
        </p:sp>
      </p:grpSp>
    </p:spTree>
    <p:extLst>
      <p:ext uri="{BB962C8B-B14F-4D97-AF65-F5344CB8AC3E}">
        <p14:creationId xmlns:p14="http://schemas.microsoft.com/office/powerpoint/2010/main" val="2878898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8A53C34-EF22-A32E-13E1-11AA0D070E19}"/>
              </a:ext>
            </a:extLst>
          </p:cNvPr>
          <p:cNvGraphicFramePr>
            <a:graphicFrameLocks noChangeAspect="1"/>
          </p:cNvGraphicFramePr>
          <p:nvPr>
            <p:custDataLst>
              <p:tags r:id="rId1"/>
            </p:custDataLst>
            <p:extLst>
              <p:ext uri="{D42A27DB-BD31-4B8C-83A1-F6EECF244321}">
                <p14:modId xmlns:p14="http://schemas.microsoft.com/office/powerpoint/2010/main" val="291972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4" imgH="405" progId="TCLayout.ActiveDocument.1">
                  <p:embed/>
                </p:oleObj>
              </mc:Choice>
              <mc:Fallback>
                <p:oleObj name="think-cell Slide" r:id="rId6" imgW="404" imgH="405" progId="TCLayout.ActiveDocument.1">
                  <p:embed/>
                  <p:pic>
                    <p:nvPicPr>
                      <p:cNvPr id="7" name="think-cell data - do not delete" hidden="1">
                        <a:extLst>
                          <a:ext uri="{FF2B5EF4-FFF2-40B4-BE49-F238E27FC236}">
                            <a16:creationId xmlns:a16="http://schemas.microsoft.com/office/drawing/2014/main" id="{48A53C34-EF22-A32E-13E1-11AA0D070E19}"/>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44CFB2AE-BF4E-0DBB-ACF7-8E7C9C4DD389}"/>
              </a:ext>
            </a:extLst>
          </p:cNvPr>
          <p:cNvSpPr>
            <a:spLocks noGrp="1"/>
          </p:cNvSpPr>
          <p:nvPr>
            <p:ph type="title"/>
          </p:nvPr>
        </p:nvSpPr>
        <p:spPr/>
        <p:txBody>
          <a:bodyPr vert="horz"/>
          <a:lstStyle/>
          <a:p>
            <a:r>
              <a:rPr lang="en-US">
                <a:solidFill>
                  <a:schemeClr val="accent2"/>
                </a:solidFill>
              </a:rPr>
              <a:t>Exercise | </a:t>
            </a:r>
            <a:r>
              <a:rPr lang="en-US"/>
              <a:t>Writing better titles</a:t>
            </a:r>
          </a:p>
        </p:txBody>
      </p:sp>
      <p:sp>
        <p:nvSpPr>
          <p:cNvPr id="5" name="Subtitle 4">
            <a:extLst>
              <a:ext uri="{FF2B5EF4-FFF2-40B4-BE49-F238E27FC236}">
                <a16:creationId xmlns:a16="http://schemas.microsoft.com/office/drawing/2014/main" id="{D3900F1B-4D0A-4E2A-E3CE-A1AEA7B355F7}"/>
              </a:ext>
            </a:extLst>
          </p:cNvPr>
          <p:cNvSpPr>
            <a:spLocks noGrp="1"/>
          </p:cNvSpPr>
          <p:nvPr>
            <p:ph type="subTitle" idx="1"/>
          </p:nvPr>
        </p:nvSpPr>
        <p:spPr/>
        <p:txBody>
          <a:bodyPr/>
          <a:lstStyle/>
          <a:p>
            <a:endParaRPr lang="en-US"/>
          </a:p>
        </p:txBody>
      </p:sp>
      <p:sp>
        <p:nvSpPr>
          <p:cNvPr id="6" name="Footer Placeholder 5">
            <a:extLst>
              <a:ext uri="{FF2B5EF4-FFF2-40B4-BE49-F238E27FC236}">
                <a16:creationId xmlns:a16="http://schemas.microsoft.com/office/drawing/2014/main" id="{104AFEEA-E6D5-6104-07E8-C870D201C070}"/>
              </a:ext>
            </a:extLst>
          </p:cNvPr>
          <p:cNvSpPr>
            <a:spLocks noGrp="1"/>
          </p:cNvSpPr>
          <p:nvPr>
            <p:ph type="ftr" sz="quarter" idx="3"/>
          </p:nvPr>
        </p:nvSpPr>
        <p:spPr/>
        <p:txBody>
          <a:bodyPr/>
          <a:lstStyle/>
          <a:p>
            <a:r>
              <a:rPr lang="en-CA"/>
              <a:t>2024</a:t>
            </a:r>
          </a:p>
        </p:txBody>
      </p:sp>
      <p:sp>
        <p:nvSpPr>
          <p:cNvPr id="41" name="Content Placeholder 40">
            <a:extLst>
              <a:ext uri="{FF2B5EF4-FFF2-40B4-BE49-F238E27FC236}">
                <a16:creationId xmlns:a16="http://schemas.microsoft.com/office/drawing/2014/main" id="{82799EE7-5871-FD24-4AB2-562985E0B04C}"/>
              </a:ext>
            </a:extLst>
          </p:cNvPr>
          <p:cNvSpPr>
            <a:spLocks noGrp="1"/>
          </p:cNvSpPr>
          <p:nvPr>
            <p:ph sz="quarter" idx="15"/>
          </p:nvPr>
        </p:nvSpPr>
        <p:spPr>
          <a:xfrm>
            <a:off x="7155376" y="2109724"/>
            <a:ext cx="6225587" cy="905325"/>
          </a:xfrm>
        </p:spPr>
        <p:txBody>
          <a:bodyPr/>
          <a:lstStyle/>
          <a:p>
            <a:r>
              <a:rPr lang="en-US" sz="2000" b="1">
                <a:solidFill>
                  <a:schemeClr val="accent2"/>
                </a:solidFill>
              </a:rPr>
              <a:t>Is this title better?</a:t>
            </a:r>
          </a:p>
        </p:txBody>
      </p:sp>
      <p:sp>
        <p:nvSpPr>
          <p:cNvPr id="40" name="Content Placeholder 39">
            <a:extLst>
              <a:ext uri="{FF2B5EF4-FFF2-40B4-BE49-F238E27FC236}">
                <a16:creationId xmlns:a16="http://schemas.microsoft.com/office/drawing/2014/main" id="{30CFA988-AAE7-32D5-E8E8-28AFE17FDD8E}"/>
              </a:ext>
            </a:extLst>
          </p:cNvPr>
          <p:cNvSpPr>
            <a:spLocks noGrp="1"/>
          </p:cNvSpPr>
          <p:nvPr>
            <p:ph sz="quarter" idx="14"/>
          </p:nvPr>
        </p:nvSpPr>
        <p:spPr>
          <a:xfrm>
            <a:off x="455791" y="2109724"/>
            <a:ext cx="6071618" cy="905325"/>
          </a:xfrm>
        </p:spPr>
        <p:txBody>
          <a:bodyPr/>
          <a:lstStyle/>
          <a:p>
            <a:r>
              <a:rPr lang="en-US" sz="2000" b="1">
                <a:solidFill>
                  <a:schemeClr val="accent2"/>
                </a:solidFill>
              </a:rPr>
              <a:t>What do you think about the title of this slide?</a:t>
            </a:r>
          </a:p>
        </p:txBody>
      </p:sp>
      <p:sp>
        <p:nvSpPr>
          <p:cNvPr id="14" name="Footer Placeholder 4">
            <a:extLst>
              <a:ext uri="{FF2B5EF4-FFF2-40B4-BE49-F238E27FC236}">
                <a16:creationId xmlns:a16="http://schemas.microsoft.com/office/drawing/2014/main" id="{467C1B98-7D82-2863-A6CB-769C6C3E3895}"/>
              </a:ext>
            </a:extLst>
          </p:cNvPr>
          <p:cNvSpPr txBox="1">
            <a:spLocks/>
          </p:cNvSpPr>
          <p:nvPr/>
        </p:nvSpPr>
        <p:spPr>
          <a:xfrm>
            <a:off x="11945877" y="7114361"/>
            <a:ext cx="1315156" cy="193182"/>
          </a:xfrm>
          <a:prstGeom prst="rect">
            <a:avLst/>
          </a:prstGeom>
        </p:spPr>
        <p:txBody>
          <a:bodyPr vert="horz" lIns="0" tIns="45720" rIns="0" bIns="45720" rtlCol="0" anchor="t"/>
          <a:lstStyle>
            <a:defPPr>
              <a:defRPr lang="en-CA"/>
            </a:defPPr>
            <a:lvl1pPr algn="r" rtl="0" fontAlgn="base">
              <a:spcBef>
                <a:spcPct val="0"/>
              </a:spcBef>
              <a:spcAft>
                <a:spcPct val="0"/>
              </a:spcAft>
              <a:defRPr sz="600" kern="1200">
                <a:solidFill>
                  <a:schemeClr val="tx2"/>
                </a:solidFill>
                <a:latin typeface="Arial" panose="020B0604020202020204" pitchFamily="34" charset="0"/>
                <a:ea typeface="Roboto Lt" panose="02000000000000000000" pitchFamily="2" charset="0"/>
                <a:cs typeface="Arial" panose="020B0604020202020204" pitchFamily="34" charset="0"/>
              </a:defRPr>
            </a:lvl1pPr>
            <a:lvl2pPr marL="457200" algn="ctr" rtl="0" fontAlgn="base">
              <a:spcBef>
                <a:spcPct val="0"/>
              </a:spcBef>
              <a:spcAft>
                <a:spcPct val="0"/>
              </a:spcAft>
              <a:defRPr sz="1200" kern="1200">
                <a:solidFill>
                  <a:schemeClr val="tx1"/>
                </a:solidFill>
                <a:latin typeface="Arial" charset="0"/>
                <a:ea typeface="LF_Kai" pitchFamily="2" charset="-122"/>
                <a:cs typeface="+mn-cs"/>
              </a:defRPr>
            </a:lvl2pPr>
            <a:lvl3pPr marL="914400" algn="ctr" rtl="0" fontAlgn="base">
              <a:spcBef>
                <a:spcPct val="0"/>
              </a:spcBef>
              <a:spcAft>
                <a:spcPct val="0"/>
              </a:spcAft>
              <a:defRPr sz="1200" kern="1200">
                <a:solidFill>
                  <a:schemeClr val="tx1"/>
                </a:solidFill>
                <a:latin typeface="Arial" charset="0"/>
                <a:ea typeface="LF_Kai" pitchFamily="2" charset="-122"/>
                <a:cs typeface="+mn-cs"/>
              </a:defRPr>
            </a:lvl3pPr>
            <a:lvl4pPr marL="1371600" algn="ctr" rtl="0" fontAlgn="base">
              <a:spcBef>
                <a:spcPct val="0"/>
              </a:spcBef>
              <a:spcAft>
                <a:spcPct val="0"/>
              </a:spcAft>
              <a:defRPr sz="1200" kern="1200">
                <a:solidFill>
                  <a:schemeClr val="tx1"/>
                </a:solidFill>
                <a:latin typeface="Arial" charset="0"/>
                <a:ea typeface="LF_Kai" pitchFamily="2" charset="-122"/>
                <a:cs typeface="+mn-cs"/>
              </a:defRPr>
            </a:lvl4pPr>
            <a:lvl5pPr marL="1828800" algn="ctr" rtl="0" fontAlgn="base">
              <a:spcBef>
                <a:spcPct val="0"/>
              </a:spcBef>
              <a:spcAft>
                <a:spcPct val="0"/>
              </a:spcAft>
              <a:defRPr sz="1200" kern="1200">
                <a:solidFill>
                  <a:schemeClr val="tx1"/>
                </a:solidFill>
                <a:latin typeface="Arial" charset="0"/>
                <a:ea typeface="LF_Kai" pitchFamily="2" charset="-122"/>
                <a:cs typeface="+mn-cs"/>
              </a:defRPr>
            </a:lvl5pPr>
            <a:lvl6pPr marL="2286000" algn="l" defTabSz="914400" rtl="0" eaLnBrk="1" latinLnBrk="0" hangingPunct="1">
              <a:defRPr sz="1200" kern="1200">
                <a:solidFill>
                  <a:schemeClr val="tx1"/>
                </a:solidFill>
                <a:latin typeface="Arial" charset="0"/>
                <a:ea typeface="LF_Kai" pitchFamily="2" charset="-122"/>
                <a:cs typeface="+mn-cs"/>
              </a:defRPr>
            </a:lvl6pPr>
            <a:lvl7pPr marL="2743200" algn="l" defTabSz="914400" rtl="0" eaLnBrk="1" latinLnBrk="0" hangingPunct="1">
              <a:defRPr sz="1200" kern="1200">
                <a:solidFill>
                  <a:schemeClr val="tx1"/>
                </a:solidFill>
                <a:latin typeface="Arial" charset="0"/>
                <a:ea typeface="LF_Kai" pitchFamily="2" charset="-122"/>
                <a:cs typeface="+mn-cs"/>
              </a:defRPr>
            </a:lvl7pPr>
            <a:lvl8pPr marL="3200400" algn="l" defTabSz="914400" rtl="0" eaLnBrk="1" latinLnBrk="0" hangingPunct="1">
              <a:defRPr sz="1200" kern="1200">
                <a:solidFill>
                  <a:schemeClr val="tx1"/>
                </a:solidFill>
                <a:latin typeface="Arial" charset="0"/>
                <a:ea typeface="LF_Kai" pitchFamily="2" charset="-122"/>
                <a:cs typeface="+mn-cs"/>
              </a:defRPr>
            </a:lvl8pPr>
            <a:lvl9pPr marL="3657600" algn="l" defTabSz="914400" rtl="0" eaLnBrk="1" latinLnBrk="0" hangingPunct="1">
              <a:defRPr sz="1200" kern="1200">
                <a:solidFill>
                  <a:schemeClr val="tx1"/>
                </a:solidFill>
                <a:latin typeface="Arial" charset="0"/>
                <a:ea typeface="LF_Kai" pitchFamily="2" charset="-122"/>
                <a:cs typeface="+mn-cs"/>
              </a:defRPr>
            </a:lvl9pPr>
          </a:lstStyle>
          <a:p>
            <a:r>
              <a:rPr lang="en-CA"/>
              <a:t>2024</a:t>
            </a:r>
          </a:p>
        </p:txBody>
      </p:sp>
      <p:pic>
        <p:nvPicPr>
          <p:cNvPr id="3" name="Picture 2">
            <a:extLst>
              <a:ext uri="{FF2B5EF4-FFF2-40B4-BE49-F238E27FC236}">
                <a16:creationId xmlns:a16="http://schemas.microsoft.com/office/drawing/2014/main" id="{A68C1B48-3826-651B-F8E8-BDCA7EC3D808}"/>
              </a:ext>
            </a:extLst>
          </p:cNvPr>
          <p:cNvPicPr>
            <a:picLocks noChangeAspect="1"/>
          </p:cNvPicPr>
          <p:nvPr>
            <p:custDataLst>
              <p:tags r:id="rId2"/>
            </p:custDataLst>
          </p:nvPr>
        </p:nvPicPr>
        <p:blipFill>
          <a:blip r:embed="rId8"/>
          <a:stretch>
            <a:fillRect/>
          </a:stretch>
        </p:blipFill>
        <p:spPr>
          <a:xfrm>
            <a:off x="506854" y="3115740"/>
            <a:ext cx="5617187" cy="3155706"/>
          </a:xfrm>
          <a:prstGeom prst="rect">
            <a:avLst/>
          </a:prstGeom>
        </p:spPr>
      </p:pic>
      <p:pic>
        <p:nvPicPr>
          <p:cNvPr id="8" name="Picture 7">
            <a:extLst>
              <a:ext uri="{FF2B5EF4-FFF2-40B4-BE49-F238E27FC236}">
                <a16:creationId xmlns:a16="http://schemas.microsoft.com/office/drawing/2014/main" id="{22E0DA45-DF14-6E27-8C53-776643E12BE0}"/>
              </a:ext>
            </a:extLst>
          </p:cNvPr>
          <p:cNvPicPr>
            <a:picLocks noChangeAspect="1"/>
          </p:cNvPicPr>
          <p:nvPr>
            <p:custDataLst>
              <p:tags r:id="rId3"/>
            </p:custDataLst>
          </p:nvPr>
        </p:nvPicPr>
        <p:blipFill>
          <a:blip r:embed="rId9"/>
          <a:stretch>
            <a:fillRect/>
          </a:stretch>
        </p:blipFill>
        <p:spPr>
          <a:xfrm>
            <a:off x="7269097" y="3290398"/>
            <a:ext cx="5617187" cy="3155706"/>
          </a:xfrm>
          <a:prstGeom prst="rect">
            <a:avLst/>
          </a:prstGeom>
        </p:spPr>
      </p:pic>
      <p:sp>
        <p:nvSpPr>
          <p:cNvPr id="49" name="AutoShape 3">
            <a:extLst>
              <a:ext uri="{FF2B5EF4-FFF2-40B4-BE49-F238E27FC236}">
                <a16:creationId xmlns:a16="http://schemas.microsoft.com/office/drawing/2014/main" id="{C7B8916E-15B8-856E-A914-9F363ABB75E3}"/>
              </a:ext>
            </a:extLst>
          </p:cNvPr>
          <p:cNvSpPr>
            <a:spLocks noChangeArrowheads="1"/>
          </p:cNvSpPr>
          <p:nvPr>
            <p:custDataLst>
              <p:tags r:id="rId4"/>
            </p:custDataLst>
          </p:nvPr>
        </p:nvSpPr>
        <p:spPr bwMode="auto">
          <a:xfrm>
            <a:off x="6481438" y="3323700"/>
            <a:ext cx="367603" cy="3089101"/>
          </a:xfrm>
          <a:prstGeom prst="homePlate">
            <a:avLst>
              <a:gd name="adj" fmla="val 100000"/>
            </a:avLst>
          </a:prstGeom>
          <a:solidFill>
            <a:schemeClr val="accent1">
              <a:lumMod val="100000"/>
            </a:schemeClr>
          </a:solidFill>
          <a:ln>
            <a:noFill/>
          </a:ln>
          <a:effectLst>
            <a:outerShdw blurRad="50800" dist="38100" dir="2700000" algn="tl" rotWithShape="0">
              <a:prstClr val="black">
                <a:alpha val="40000"/>
              </a:prstClr>
            </a:outerShdw>
          </a:effectLst>
        </p:spPr>
        <p:txBody>
          <a:bodyPr wrap="none" lIns="0" tIns="0" rIns="0" bIns="0" anchor="ctr"/>
          <a:lstStyle/>
          <a:p>
            <a:endParaRPr lang="en-US"/>
          </a:p>
        </p:txBody>
      </p:sp>
      <p:grpSp>
        <p:nvGrpSpPr>
          <p:cNvPr id="17" name="Group 16">
            <a:extLst>
              <a:ext uri="{FF2B5EF4-FFF2-40B4-BE49-F238E27FC236}">
                <a16:creationId xmlns:a16="http://schemas.microsoft.com/office/drawing/2014/main" id="{4EDFAB6A-BA79-48E0-5085-35968C8381CE}"/>
              </a:ext>
            </a:extLst>
          </p:cNvPr>
          <p:cNvGrpSpPr/>
          <p:nvPr/>
        </p:nvGrpSpPr>
        <p:grpSpPr>
          <a:xfrm>
            <a:off x="10874499" y="0"/>
            <a:ext cx="2943101" cy="914400"/>
            <a:chOff x="10874499" y="0"/>
            <a:chExt cx="2943101" cy="914400"/>
          </a:xfrm>
        </p:grpSpPr>
        <p:grpSp>
          <p:nvGrpSpPr>
            <p:cNvPr id="18" name="Group 17">
              <a:extLst>
                <a:ext uri="{FF2B5EF4-FFF2-40B4-BE49-F238E27FC236}">
                  <a16:creationId xmlns:a16="http://schemas.microsoft.com/office/drawing/2014/main" id="{D14291B2-B4EF-9713-5EB8-33C5C0964C8D}"/>
                </a:ext>
              </a:extLst>
            </p:cNvPr>
            <p:cNvGrpSpPr/>
            <p:nvPr/>
          </p:nvGrpSpPr>
          <p:grpSpPr>
            <a:xfrm>
              <a:off x="12903200" y="0"/>
              <a:ext cx="914400" cy="914400"/>
              <a:chOff x="12903200" y="0"/>
              <a:chExt cx="914400" cy="914400"/>
            </a:xfrm>
          </p:grpSpPr>
          <p:sp>
            <p:nvSpPr>
              <p:cNvPr id="20" name="Right Triangle 19">
                <a:extLst>
                  <a:ext uri="{FF2B5EF4-FFF2-40B4-BE49-F238E27FC236}">
                    <a16:creationId xmlns:a16="http://schemas.microsoft.com/office/drawing/2014/main" id="{2915BA05-1A1C-F2DA-7127-A24BFBD73743}"/>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21" name="Oval 20">
                <a:extLst>
                  <a:ext uri="{FF2B5EF4-FFF2-40B4-BE49-F238E27FC236}">
                    <a16:creationId xmlns:a16="http://schemas.microsoft.com/office/drawing/2014/main" id="{4B05BD60-FB2D-D388-2F00-C1917E5B18D8}"/>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19" name="TextBox 18">
              <a:extLst>
                <a:ext uri="{FF2B5EF4-FFF2-40B4-BE49-F238E27FC236}">
                  <a16:creationId xmlns:a16="http://schemas.microsoft.com/office/drawing/2014/main" id="{30D8ED89-6CA1-23C6-3AF3-2AB5FDA0CE26}"/>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2" name="TextBox 1">
            <a:extLst>
              <a:ext uri="{FF2B5EF4-FFF2-40B4-BE49-F238E27FC236}">
                <a16:creationId xmlns:a16="http://schemas.microsoft.com/office/drawing/2014/main" id="{A8BAA492-2B7A-E9EC-D726-22D010080C63}"/>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2A) Creating the slide: Titles, sub-titles and footnotes</a:t>
            </a:r>
          </a:p>
        </p:txBody>
      </p:sp>
    </p:spTree>
    <p:extLst>
      <p:ext uri="{BB962C8B-B14F-4D97-AF65-F5344CB8AC3E}">
        <p14:creationId xmlns:p14="http://schemas.microsoft.com/office/powerpoint/2010/main" val="4030756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uild="p"/>
      <p:bldP spid="4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271766F-DCA1-A412-F2BA-3C0EFD683965}"/>
              </a:ext>
            </a:extLst>
          </p:cNvPr>
          <p:cNvGraphicFramePr>
            <a:graphicFrameLocks noChangeAspect="1"/>
          </p:cNvGraphicFramePr>
          <p:nvPr>
            <p:custDataLst>
              <p:tags r:id="rId1"/>
            </p:custDataLst>
            <p:extLst>
              <p:ext uri="{D42A27DB-BD31-4B8C-83A1-F6EECF244321}">
                <p14:modId xmlns:p14="http://schemas.microsoft.com/office/powerpoint/2010/main" val="1556343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6" name="think-cell data - do not delete" hidden="1">
                        <a:extLst>
                          <a:ext uri="{FF2B5EF4-FFF2-40B4-BE49-F238E27FC236}">
                            <a16:creationId xmlns:a16="http://schemas.microsoft.com/office/drawing/2014/main" id="{5271766F-DCA1-A412-F2BA-3C0EFD6839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Content Placeholder 23">
            <a:extLst>
              <a:ext uri="{FF2B5EF4-FFF2-40B4-BE49-F238E27FC236}">
                <a16:creationId xmlns:a16="http://schemas.microsoft.com/office/drawing/2014/main" id="{1B04F833-294A-80FB-8A45-C0183689784D}"/>
              </a:ext>
            </a:extLst>
          </p:cNvPr>
          <p:cNvSpPr>
            <a:spLocks noGrp="1"/>
          </p:cNvSpPr>
          <p:nvPr>
            <p:ph sz="quarter" idx="15"/>
          </p:nvPr>
        </p:nvSpPr>
        <p:spPr>
          <a:xfrm>
            <a:off x="6908800" y="1770668"/>
            <a:ext cx="6225587" cy="838974"/>
          </a:xfrm>
        </p:spPr>
        <p:txBody>
          <a:bodyPr/>
          <a:lstStyle/>
          <a:p>
            <a:r>
              <a:rPr lang="en-US" sz="2000" b="1">
                <a:solidFill>
                  <a:schemeClr val="accent2"/>
                </a:solidFill>
              </a:rPr>
              <a:t>…to a compelling story</a:t>
            </a:r>
          </a:p>
        </p:txBody>
      </p:sp>
      <p:sp>
        <p:nvSpPr>
          <p:cNvPr id="23" name="Content Placeholder 22">
            <a:extLst>
              <a:ext uri="{FF2B5EF4-FFF2-40B4-BE49-F238E27FC236}">
                <a16:creationId xmlns:a16="http://schemas.microsoft.com/office/drawing/2014/main" id="{B3768710-7F87-27F1-1F6C-F99901CA51A5}"/>
              </a:ext>
            </a:extLst>
          </p:cNvPr>
          <p:cNvSpPr>
            <a:spLocks noGrp="1"/>
          </p:cNvSpPr>
          <p:nvPr>
            <p:ph sz="quarter" idx="14"/>
          </p:nvPr>
        </p:nvSpPr>
        <p:spPr>
          <a:xfrm>
            <a:off x="455791" y="1770682"/>
            <a:ext cx="6071618" cy="838974"/>
          </a:xfrm>
        </p:spPr>
        <p:txBody>
          <a:bodyPr/>
          <a:lstStyle/>
          <a:p>
            <a:r>
              <a:rPr lang="en-US" sz="2000" b="1">
                <a:solidFill>
                  <a:schemeClr val="accent2"/>
                </a:solidFill>
              </a:rPr>
              <a:t>Go from a set of descriptive titles…</a:t>
            </a:r>
          </a:p>
        </p:txBody>
      </p:sp>
      <p:sp>
        <p:nvSpPr>
          <p:cNvPr id="2" name="Title 1">
            <a:extLst>
              <a:ext uri="{FF2B5EF4-FFF2-40B4-BE49-F238E27FC236}">
                <a16:creationId xmlns:a16="http://schemas.microsoft.com/office/drawing/2014/main" id="{3B07CA15-7E38-92C7-3FC0-428685C0B976}"/>
              </a:ext>
            </a:extLst>
          </p:cNvPr>
          <p:cNvSpPr>
            <a:spLocks noGrp="1"/>
          </p:cNvSpPr>
          <p:nvPr>
            <p:ph type="title"/>
          </p:nvPr>
        </p:nvSpPr>
        <p:spPr/>
        <p:txBody>
          <a:bodyPr vert="horz"/>
          <a:lstStyle/>
          <a:p>
            <a:r>
              <a:rPr lang="en-US">
                <a:solidFill>
                  <a:schemeClr val="accent2"/>
                </a:solidFill>
              </a:rPr>
              <a:t>Double click | </a:t>
            </a:r>
            <a:r>
              <a:rPr lang="en-US"/>
              <a:t>Slide titles link the story together</a:t>
            </a:r>
          </a:p>
        </p:txBody>
      </p:sp>
      <p:sp>
        <p:nvSpPr>
          <p:cNvPr id="22" name="Subtitle 21">
            <a:extLst>
              <a:ext uri="{FF2B5EF4-FFF2-40B4-BE49-F238E27FC236}">
                <a16:creationId xmlns:a16="http://schemas.microsoft.com/office/drawing/2014/main" id="{BC78928D-61B6-B16C-86FB-1E2030624B9E}"/>
              </a:ext>
            </a:extLst>
          </p:cNvPr>
          <p:cNvSpPr>
            <a:spLocks noGrp="1"/>
          </p:cNvSpPr>
          <p:nvPr>
            <p:ph type="subTitle" idx="1"/>
          </p:nvPr>
        </p:nvSpPr>
        <p:spPr/>
        <p:txBody>
          <a:bodyPr/>
          <a:lstStyle/>
          <a:p>
            <a:endParaRPr lang="en-US"/>
          </a:p>
        </p:txBody>
      </p:sp>
      <p:sp>
        <p:nvSpPr>
          <p:cNvPr id="5" name="Footer Placeholder 4">
            <a:extLst>
              <a:ext uri="{FF2B5EF4-FFF2-40B4-BE49-F238E27FC236}">
                <a16:creationId xmlns:a16="http://schemas.microsoft.com/office/drawing/2014/main" id="{2A84BC67-38D1-9374-BFB4-AED4CBC3582E}"/>
              </a:ext>
            </a:extLst>
          </p:cNvPr>
          <p:cNvSpPr>
            <a:spLocks noGrp="1"/>
          </p:cNvSpPr>
          <p:nvPr>
            <p:ph type="ftr" sz="quarter" idx="3"/>
          </p:nvPr>
        </p:nvSpPr>
        <p:spPr/>
        <p:txBody>
          <a:bodyPr/>
          <a:lstStyle/>
          <a:p>
            <a:r>
              <a:rPr lang="en-CA"/>
              <a:t>2024</a:t>
            </a:r>
          </a:p>
        </p:txBody>
      </p:sp>
      <p:grpSp>
        <p:nvGrpSpPr>
          <p:cNvPr id="8" name="Group 7">
            <a:extLst>
              <a:ext uri="{FF2B5EF4-FFF2-40B4-BE49-F238E27FC236}">
                <a16:creationId xmlns:a16="http://schemas.microsoft.com/office/drawing/2014/main" id="{23EE932D-1D72-D184-D17B-975656ED3BC8}"/>
              </a:ext>
            </a:extLst>
          </p:cNvPr>
          <p:cNvGrpSpPr/>
          <p:nvPr/>
        </p:nvGrpSpPr>
        <p:grpSpPr>
          <a:xfrm>
            <a:off x="10874499" y="0"/>
            <a:ext cx="2943101" cy="914400"/>
            <a:chOff x="10874499" y="0"/>
            <a:chExt cx="2943101" cy="914400"/>
          </a:xfrm>
        </p:grpSpPr>
        <p:grpSp>
          <p:nvGrpSpPr>
            <p:cNvPr id="9" name="Group 8">
              <a:extLst>
                <a:ext uri="{FF2B5EF4-FFF2-40B4-BE49-F238E27FC236}">
                  <a16:creationId xmlns:a16="http://schemas.microsoft.com/office/drawing/2014/main" id="{DD245994-897E-3294-2C23-52EE3C09ADFB}"/>
                </a:ext>
              </a:extLst>
            </p:cNvPr>
            <p:cNvGrpSpPr/>
            <p:nvPr/>
          </p:nvGrpSpPr>
          <p:grpSpPr>
            <a:xfrm>
              <a:off x="12903200" y="0"/>
              <a:ext cx="914400" cy="914400"/>
              <a:chOff x="12903200" y="0"/>
              <a:chExt cx="914400" cy="914400"/>
            </a:xfrm>
          </p:grpSpPr>
          <p:sp>
            <p:nvSpPr>
              <p:cNvPr id="11" name="Right Triangle 10">
                <a:extLst>
                  <a:ext uri="{FF2B5EF4-FFF2-40B4-BE49-F238E27FC236}">
                    <a16:creationId xmlns:a16="http://schemas.microsoft.com/office/drawing/2014/main" id="{8512BA5A-9627-2DEB-C7CE-76F2CAEE48E9}"/>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2" name="Oval 20">
                <a:extLst>
                  <a:ext uri="{FF2B5EF4-FFF2-40B4-BE49-F238E27FC236}">
                    <a16:creationId xmlns:a16="http://schemas.microsoft.com/office/drawing/2014/main" id="{11DF534A-678D-C742-FA80-D46A24E58B62}"/>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10" name="TextBox 9">
              <a:extLst>
                <a:ext uri="{FF2B5EF4-FFF2-40B4-BE49-F238E27FC236}">
                  <a16:creationId xmlns:a16="http://schemas.microsoft.com/office/drawing/2014/main" id="{0EC9EF9D-88FA-1E67-6682-7091C410CC6D}"/>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26" name="Rectangle 25">
            <a:extLst>
              <a:ext uri="{FF2B5EF4-FFF2-40B4-BE49-F238E27FC236}">
                <a16:creationId xmlns:a16="http://schemas.microsoft.com/office/drawing/2014/main" id="{3C62AC9A-2DD3-6EC4-6178-2F45B6AEC03C}"/>
              </a:ext>
            </a:extLst>
          </p:cNvPr>
          <p:cNvSpPr/>
          <p:nvPr/>
        </p:nvSpPr>
        <p:spPr bwMode="auto">
          <a:xfrm>
            <a:off x="508084" y="2346325"/>
            <a:ext cx="5203422" cy="247195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a:r>
              <a:rPr lang="en-US" sz="1800" b="1" i="0" u="none" strike="noStrike" baseline="0">
                <a:latin typeface="Nunito" pitchFamily="2" charset="0"/>
              </a:rPr>
              <a:t>Traditional insurance value chain</a:t>
            </a:r>
            <a:endParaRPr kumimoji="0" lang="en-US" sz="1200" b="0" i="0" u="none" strike="noStrike" cap="none" normalizeH="0" baseline="0">
              <a:ln>
                <a:noFill/>
              </a:ln>
              <a:solidFill>
                <a:schemeClr val="tx1"/>
              </a:solidFill>
              <a:effectLst/>
              <a:latin typeface="Arial" charset="0"/>
            </a:endParaRPr>
          </a:p>
        </p:txBody>
      </p:sp>
      <p:sp>
        <p:nvSpPr>
          <p:cNvPr id="27" name="Rectangle 26">
            <a:extLst>
              <a:ext uri="{FF2B5EF4-FFF2-40B4-BE49-F238E27FC236}">
                <a16:creationId xmlns:a16="http://schemas.microsoft.com/office/drawing/2014/main" id="{65DDD188-4673-9F71-8BFA-543FA5990D49}"/>
              </a:ext>
            </a:extLst>
          </p:cNvPr>
          <p:cNvSpPr/>
          <p:nvPr/>
        </p:nvSpPr>
        <p:spPr bwMode="auto">
          <a:xfrm>
            <a:off x="847331" y="2974283"/>
            <a:ext cx="5203422" cy="247195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a:r>
              <a:rPr lang="en-US" sz="1800" b="1" i="0" u="none" strike="noStrike" baseline="0">
                <a:latin typeface="Nunito" pitchFamily="2" charset="0"/>
              </a:rPr>
              <a:t>Accelerant’s business model / flywheel</a:t>
            </a:r>
            <a:endParaRPr kumimoji="0" lang="en-US" sz="1200" b="0" i="0" u="none" strike="noStrike" cap="none" normalizeH="0" baseline="0">
              <a:ln>
                <a:noFill/>
              </a:ln>
              <a:solidFill>
                <a:schemeClr val="tx1"/>
              </a:solidFill>
              <a:effectLst/>
              <a:latin typeface="Arial" charset="0"/>
            </a:endParaRPr>
          </a:p>
        </p:txBody>
      </p:sp>
      <p:sp>
        <p:nvSpPr>
          <p:cNvPr id="28" name="Rectangle 27">
            <a:extLst>
              <a:ext uri="{FF2B5EF4-FFF2-40B4-BE49-F238E27FC236}">
                <a16:creationId xmlns:a16="http://schemas.microsoft.com/office/drawing/2014/main" id="{3DBA7526-F488-B613-B22B-18FDE836420F}"/>
              </a:ext>
            </a:extLst>
          </p:cNvPr>
          <p:cNvSpPr/>
          <p:nvPr/>
        </p:nvSpPr>
        <p:spPr bwMode="auto">
          <a:xfrm>
            <a:off x="1186578" y="3602241"/>
            <a:ext cx="5203422" cy="247195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81088" eaLnBrk="1" latinLnBrk="0" hangingPunct="1">
              <a:lnSpc>
                <a:spcPct val="100000"/>
              </a:lnSpc>
              <a:buClrTx/>
              <a:buSzTx/>
              <a:buFontTx/>
              <a:buNone/>
              <a:tabLst/>
            </a:pPr>
            <a:r>
              <a:rPr lang="en-US" sz="1800" b="1">
                <a:latin typeface="Nunito" pitchFamily="2" charset="0"/>
              </a:rPr>
              <a:t>Financial performance</a:t>
            </a:r>
          </a:p>
        </p:txBody>
      </p:sp>
      <p:sp>
        <p:nvSpPr>
          <p:cNvPr id="29" name="Rectangle 28">
            <a:extLst>
              <a:ext uri="{FF2B5EF4-FFF2-40B4-BE49-F238E27FC236}">
                <a16:creationId xmlns:a16="http://schemas.microsoft.com/office/drawing/2014/main" id="{C4BBD65E-B691-6B18-D235-F4CE9891CF68}"/>
              </a:ext>
            </a:extLst>
          </p:cNvPr>
          <p:cNvSpPr/>
          <p:nvPr/>
        </p:nvSpPr>
        <p:spPr bwMode="auto">
          <a:xfrm>
            <a:off x="1525825" y="4230198"/>
            <a:ext cx="5203422" cy="2471950"/>
          </a:xfrm>
          <a:prstGeom prst="rect">
            <a:avLst/>
          </a:prstGeom>
          <a:solidFill>
            <a:schemeClr val="bg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a:r>
              <a:rPr lang="en-US" sz="1800" b="1" i="0" u="none" strike="noStrike" baseline="0">
                <a:latin typeface="Nunito" pitchFamily="2" charset="0"/>
              </a:rPr>
              <a:t>Data, Technology and Analytics</a:t>
            </a:r>
            <a:endParaRPr kumimoji="0" lang="en-US" sz="1200" b="0" i="0" u="none" strike="noStrike" cap="none" normalizeH="0" baseline="0">
              <a:ln>
                <a:noFill/>
              </a:ln>
              <a:solidFill>
                <a:schemeClr val="tx1"/>
              </a:solidFill>
              <a:effectLst/>
              <a:latin typeface="Arial" charset="0"/>
            </a:endParaRPr>
          </a:p>
        </p:txBody>
      </p:sp>
      <p:sp>
        <p:nvSpPr>
          <p:cNvPr id="30" name="Rectangle 29">
            <a:extLst>
              <a:ext uri="{FF2B5EF4-FFF2-40B4-BE49-F238E27FC236}">
                <a16:creationId xmlns:a16="http://schemas.microsoft.com/office/drawing/2014/main" id="{66CE5051-207E-4F12-8AC8-CEB25C4619C2}"/>
              </a:ext>
            </a:extLst>
          </p:cNvPr>
          <p:cNvSpPr/>
          <p:nvPr/>
        </p:nvSpPr>
        <p:spPr bwMode="auto">
          <a:xfrm>
            <a:off x="7057530" y="2346325"/>
            <a:ext cx="5203422" cy="2471950"/>
          </a:xfrm>
          <a:prstGeom prst="rect">
            <a:avLst/>
          </a:prstGeom>
          <a:solidFill>
            <a:schemeClr val="accent2"/>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a:r>
              <a:rPr lang="en-US" sz="1800" b="1" i="0" u="none" strike="noStrike" baseline="0">
                <a:solidFill>
                  <a:schemeClr val="bg1"/>
                </a:solidFill>
                <a:latin typeface="Nunito" pitchFamily="2" charset="0"/>
              </a:rPr>
              <a:t>Traditional Insurance Distribution is Fragmented, Costly and Inflexible</a:t>
            </a:r>
            <a:endParaRPr kumimoji="0" lang="en-US" sz="1200" b="0" i="0" u="none" strike="noStrike" cap="none" normalizeH="0" baseline="0">
              <a:ln>
                <a:noFill/>
              </a:ln>
              <a:solidFill>
                <a:schemeClr val="bg1"/>
              </a:solidFill>
              <a:effectLst/>
              <a:latin typeface="Arial" charset="0"/>
            </a:endParaRPr>
          </a:p>
        </p:txBody>
      </p:sp>
      <p:sp>
        <p:nvSpPr>
          <p:cNvPr id="31" name="Rectangle 30">
            <a:extLst>
              <a:ext uri="{FF2B5EF4-FFF2-40B4-BE49-F238E27FC236}">
                <a16:creationId xmlns:a16="http://schemas.microsoft.com/office/drawing/2014/main" id="{3B8A97AF-A3B7-6AD4-27FD-9A1897BB9CB4}"/>
              </a:ext>
            </a:extLst>
          </p:cNvPr>
          <p:cNvSpPr/>
          <p:nvPr/>
        </p:nvSpPr>
        <p:spPr bwMode="auto">
          <a:xfrm>
            <a:off x="7396777" y="2974283"/>
            <a:ext cx="5203422" cy="2471950"/>
          </a:xfrm>
          <a:prstGeom prst="rect">
            <a:avLst/>
          </a:prstGeom>
          <a:solidFill>
            <a:schemeClr val="accent2"/>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a:r>
              <a:rPr lang="en-US" sz="1800" b="1" i="0" u="none" strike="noStrike" baseline="0">
                <a:solidFill>
                  <a:schemeClr val="bg1"/>
                </a:solidFill>
                <a:latin typeface="Nunito" pitchFamily="2" charset="0"/>
              </a:rPr>
              <a:t>Accelerant is Re-platforming the Specialty Insurance Value Chain</a:t>
            </a:r>
            <a:endParaRPr kumimoji="0" lang="en-US" sz="1200" b="0" i="0" u="none" strike="noStrike" cap="none" normalizeH="0" baseline="0">
              <a:ln>
                <a:noFill/>
              </a:ln>
              <a:solidFill>
                <a:schemeClr val="bg1"/>
              </a:solidFill>
              <a:effectLst/>
              <a:latin typeface="Arial" charset="0"/>
            </a:endParaRPr>
          </a:p>
        </p:txBody>
      </p:sp>
      <p:sp>
        <p:nvSpPr>
          <p:cNvPr id="32" name="Rectangle 31">
            <a:extLst>
              <a:ext uri="{FF2B5EF4-FFF2-40B4-BE49-F238E27FC236}">
                <a16:creationId xmlns:a16="http://schemas.microsoft.com/office/drawing/2014/main" id="{D40BF08C-6037-95B4-A793-8399008F1ABB}"/>
              </a:ext>
            </a:extLst>
          </p:cNvPr>
          <p:cNvSpPr/>
          <p:nvPr/>
        </p:nvSpPr>
        <p:spPr bwMode="auto">
          <a:xfrm>
            <a:off x="7736024" y="3602241"/>
            <a:ext cx="5203422" cy="2471950"/>
          </a:xfrm>
          <a:prstGeom prst="rect">
            <a:avLst/>
          </a:prstGeom>
          <a:solidFill>
            <a:schemeClr val="accent2"/>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1081088" eaLnBrk="1" latinLnBrk="0" hangingPunct="1">
              <a:lnSpc>
                <a:spcPct val="100000"/>
              </a:lnSpc>
              <a:buClrTx/>
              <a:buSzTx/>
              <a:buFontTx/>
              <a:buNone/>
              <a:tabLst/>
            </a:pPr>
            <a:r>
              <a:rPr lang="en-US" sz="1800" b="1">
                <a:solidFill>
                  <a:schemeClr val="bg1"/>
                </a:solidFill>
                <a:latin typeface="Nunito" pitchFamily="2" charset="0"/>
              </a:rPr>
              <a:t>200+ members, 65+ capital partners $2.5B+ GWP in only 6 years… and growing</a:t>
            </a:r>
          </a:p>
        </p:txBody>
      </p:sp>
      <p:sp>
        <p:nvSpPr>
          <p:cNvPr id="33" name="Rectangle 32">
            <a:extLst>
              <a:ext uri="{FF2B5EF4-FFF2-40B4-BE49-F238E27FC236}">
                <a16:creationId xmlns:a16="http://schemas.microsoft.com/office/drawing/2014/main" id="{FADDCA3D-443D-71A5-5E07-0CA4820470AB}"/>
              </a:ext>
            </a:extLst>
          </p:cNvPr>
          <p:cNvSpPr/>
          <p:nvPr/>
        </p:nvSpPr>
        <p:spPr bwMode="auto">
          <a:xfrm>
            <a:off x="8075271" y="4230198"/>
            <a:ext cx="5203422" cy="2471950"/>
          </a:xfrm>
          <a:prstGeom prst="rect">
            <a:avLst/>
          </a:prstGeom>
          <a:solidFill>
            <a:schemeClr val="accent2"/>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l"/>
            <a:r>
              <a:rPr lang="en-US" sz="1800" b="1" i="0" u="none" strike="noStrike" baseline="0">
                <a:solidFill>
                  <a:schemeClr val="bg1"/>
                </a:solidFill>
                <a:latin typeface="Nunito" pitchFamily="2" charset="0"/>
              </a:rPr>
              <a:t>Growth Underpinned by Proprietary and Differentiated Technology, Data and Analytics</a:t>
            </a:r>
            <a:endParaRPr kumimoji="0" lang="en-US" sz="1200" b="0" i="0" u="none" strike="noStrike" cap="none" normalizeH="0" baseline="0">
              <a:ln>
                <a:noFill/>
              </a:ln>
              <a:solidFill>
                <a:schemeClr val="bg1"/>
              </a:solidFill>
              <a:effectLst/>
              <a:latin typeface="Arial" charset="0"/>
            </a:endParaRPr>
          </a:p>
        </p:txBody>
      </p:sp>
      <p:sp>
        <p:nvSpPr>
          <p:cNvPr id="36" name="TextBox 35">
            <a:extLst>
              <a:ext uri="{FF2B5EF4-FFF2-40B4-BE49-F238E27FC236}">
                <a16:creationId xmlns:a16="http://schemas.microsoft.com/office/drawing/2014/main" id="{23DCDF5F-186B-0C54-CB62-D1C4E4B8225B}"/>
              </a:ext>
            </a:extLst>
          </p:cNvPr>
          <p:cNvSpPr txBox="1"/>
          <p:nvPr/>
        </p:nvSpPr>
        <p:spPr>
          <a:xfrm>
            <a:off x="2652594" y="6964035"/>
            <a:ext cx="4256205" cy="246221"/>
          </a:xfrm>
          <a:prstGeom prst="rect">
            <a:avLst/>
          </a:prstGeom>
          <a:noFill/>
        </p:spPr>
        <p:txBody>
          <a:bodyPr wrap="square" lIns="0" tIns="45720" rIns="0" bIns="45720" rtlCol="0">
            <a:spAutoFit/>
          </a:bodyPr>
          <a:lstStyle/>
          <a:p>
            <a:pPr algn="l"/>
            <a:r>
              <a:rPr lang="en-US" sz="1000"/>
              <a:t>Source: Project Swift Analyst Day deck</a:t>
            </a:r>
          </a:p>
        </p:txBody>
      </p:sp>
      <p:sp>
        <p:nvSpPr>
          <p:cNvPr id="3" name="TextBox 2">
            <a:extLst>
              <a:ext uri="{FF2B5EF4-FFF2-40B4-BE49-F238E27FC236}">
                <a16:creationId xmlns:a16="http://schemas.microsoft.com/office/drawing/2014/main" id="{B8EBC493-6A71-A459-3140-112BFAFE7CA2}"/>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2A) Creating the slide: Titles, sub-titles and footnotes</a:t>
            </a:r>
          </a:p>
        </p:txBody>
      </p:sp>
    </p:spTree>
    <p:extLst>
      <p:ext uri="{BB962C8B-B14F-4D97-AF65-F5344CB8AC3E}">
        <p14:creationId xmlns:p14="http://schemas.microsoft.com/office/powerpoint/2010/main" val="2770741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p"/>
      <p:bldP spid="30" grpId="0" animBg="1"/>
      <p:bldP spid="31" grpId="0" animBg="1"/>
      <p:bldP spid="32" grpId="0" animBg="1"/>
      <p:bldP spid="3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D2C5514-9B55-4F90-2322-AD6719A11FB4}"/>
              </a:ext>
            </a:extLst>
          </p:cNvPr>
          <p:cNvGraphicFramePr>
            <a:graphicFrameLocks noChangeAspect="1"/>
          </p:cNvGraphicFramePr>
          <p:nvPr>
            <p:custDataLst>
              <p:tags r:id="rId1"/>
            </p:custDataLst>
            <p:extLst>
              <p:ext uri="{D42A27DB-BD31-4B8C-83A1-F6EECF244321}">
                <p14:modId xmlns:p14="http://schemas.microsoft.com/office/powerpoint/2010/main" val="15155911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8" name="think-cell data - do not delete" hidden="1">
                        <a:extLst>
                          <a:ext uri="{FF2B5EF4-FFF2-40B4-BE49-F238E27FC236}">
                            <a16:creationId xmlns:a16="http://schemas.microsoft.com/office/drawing/2014/main" id="{3D2C5514-9B55-4F90-2322-AD6719A11FB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DF652CF4-71B3-BAF5-6BA1-05070676CA89}"/>
              </a:ext>
            </a:extLst>
          </p:cNvPr>
          <p:cNvSpPr>
            <a:spLocks noGrp="1"/>
          </p:cNvSpPr>
          <p:nvPr>
            <p:ph type="title"/>
          </p:nvPr>
        </p:nvSpPr>
        <p:spPr/>
        <p:txBody>
          <a:bodyPr vert="horz"/>
          <a:lstStyle/>
          <a:p>
            <a:r>
              <a:rPr lang="en-US">
                <a:solidFill>
                  <a:schemeClr val="accent2"/>
                </a:solidFill>
              </a:rPr>
              <a:t>Footnotes |</a:t>
            </a:r>
            <a:r>
              <a:rPr lang="en-US"/>
              <a:t> Provide citation and/or explanatory information</a:t>
            </a:r>
          </a:p>
        </p:txBody>
      </p:sp>
      <p:sp>
        <p:nvSpPr>
          <p:cNvPr id="5" name="Subtitle 4">
            <a:extLst>
              <a:ext uri="{FF2B5EF4-FFF2-40B4-BE49-F238E27FC236}">
                <a16:creationId xmlns:a16="http://schemas.microsoft.com/office/drawing/2014/main" id="{015AD77D-CB96-366B-360A-BA38DE0062DE}"/>
              </a:ext>
            </a:extLst>
          </p:cNvPr>
          <p:cNvSpPr>
            <a:spLocks noGrp="1"/>
          </p:cNvSpPr>
          <p:nvPr>
            <p:ph type="subTitle" idx="1"/>
          </p:nvPr>
        </p:nvSpPr>
        <p:spPr/>
        <p:txBody>
          <a:bodyPr anchor="t"/>
          <a:lstStyle/>
          <a:p>
            <a:r>
              <a:rPr lang="en-US"/>
              <a:t>Footnotes complete a slide - Use them especially when your deck will be read when you won’t be in the room</a:t>
            </a:r>
          </a:p>
        </p:txBody>
      </p:sp>
      <p:sp>
        <p:nvSpPr>
          <p:cNvPr id="6" name="Footer Placeholder 5">
            <a:extLst>
              <a:ext uri="{FF2B5EF4-FFF2-40B4-BE49-F238E27FC236}">
                <a16:creationId xmlns:a16="http://schemas.microsoft.com/office/drawing/2014/main" id="{8A814A8F-3A3A-9D8B-7E48-8F6C8AF2F1AB}"/>
              </a:ext>
            </a:extLst>
          </p:cNvPr>
          <p:cNvSpPr>
            <a:spLocks noGrp="1"/>
          </p:cNvSpPr>
          <p:nvPr>
            <p:ph type="ftr" sz="quarter" idx="3"/>
          </p:nvPr>
        </p:nvSpPr>
        <p:spPr/>
        <p:txBody>
          <a:bodyPr/>
          <a:lstStyle/>
          <a:p>
            <a:r>
              <a:rPr lang="en-CA"/>
              <a:t>2024</a:t>
            </a:r>
          </a:p>
        </p:txBody>
      </p:sp>
      <p:sp>
        <p:nvSpPr>
          <p:cNvPr id="11" name="AutoShape 3">
            <a:extLst>
              <a:ext uri="{FF2B5EF4-FFF2-40B4-BE49-F238E27FC236}">
                <a16:creationId xmlns:a16="http://schemas.microsoft.com/office/drawing/2014/main" id="{444C9E29-86D9-4512-C6C9-6983F4231CF0}"/>
              </a:ext>
            </a:extLst>
          </p:cNvPr>
          <p:cNvSpPr>
            <a:spLocks noChangeArrowheads="1"/>
          </p:cNvSpPr>
          <p:nvPr>
            <p:custDataLst>
              <p:tags r:id="rId2"/>
            </p:custDataLst>
          </p:nvPr>
        </p:nvSpPr>
        <p:spPr bwMode="auto">
          <a:xfrm>
            <a:off x="8308694" y="2754366"/>
            <a:ext cx="367603" cy="3089101"/>
          </a:xfrm>
          <a:prstGeom prst="homePlate">
            <a:avLst>
              <a:gd name="adj" fmla="val 100000"/>
            </a:avLst>
          </a:prstGeom>
          <a:solidFill>
            <a:schemeClr val="accent1">
              <a:lumMod val="100000"/>
            </a:schemeClr>
          </a:solidFill>
          <a:ln>
            <a:noFill/>
          </a:ln>
          <a:effectLst/>
        </p:spPr>
        <p:txBody>
          <a:bodyPr wrap="none" lIns="0" tIns="0" rIns="0" bIns="0" anchor="ctr"/>
          <a:lstStyle/>
          <a:p>
            <a:endParaRPr lang="en-US"/>
          </a:p>
        </p:txBody>
      </p:sp>
      <p:sp>
        <p:nvSpPr>
          <p:cNvPr id="12" name="TextBox 11">
            <a:extLst>
              <a:ext uri="{FF2B5EF4-FFF2-40B4-BE49-F238E27FC236}">
                <a16:creationId xmlns:a16="http://schemas.microsoft.com/office/drawing/2014/main" id="{D2BA306E-EA24-98CE-8203-9750A9F5FAEA}"/>
              </a:ext>
            </a:extLst>
          </p:cNvPr>
          <p:cNvSpPr txBox="1"/>
          <p:nvPr/>
        </p:nvSpPr>
        <p:spPr>
          <a:xfrm>
            <a:off x="9133726" y="3622993"/>
            <a:ext cx="4277422" cy="1938992"/>
          </a:xfrm>
          <a:prstGeom prst="rect">
            <a:avLst/>
          </a:prstGeom>
          <a:noFill/>
        </p:spPr>
        <p:txBody>
          <a:bodyPr wrap="square" lIns="0" tIns="45720" rIns="0" bIns="45720" rtlCol="0">
            <a:spAutoFit/>
          </a:bodyPr>
          <a:lstStyle/>
          <a:p>
            <a:pPr algn="l"/>
            <a:r>
              <a:rPr lang="en-US" sz="2000"/>
              <a:t>I personally prefer a 10-line footnote to none at all… </a:t>
            </a:r>
          </a:p>
          <a:p>
            <a:pPr algn="l"/>
            <a:endParaRPr lang="en-US" sz="2000"/>
          </a:p>
          <a:p>
            <a:pPr algn="l"/>
            <a:r>
              <a:rPr lang="en-US" sz="2000"/>
              <a:t>…but this may be less relevant for live presentation slides where voiceover will be present</a:t>
            </a:r>
          </a:p>
        </p:txBody>
      </p:sp>
      <p:grpSp>
        <p:nvGrpSpPr>
          <p:cNvPr id="2" name="Group 1">
            <a:extLst>
              <a:ext uri="{FF2B5EF4-FFF2-40B4-BE49-F238E27FC236}">
                <a16:creationId xmlns:a16="http://schemas.microsoft.com/office/drawing/2014/main" id="{142C2AC1-B557-4D91-D235-0C332C4DA26A}"/>
              </a:ext>
            </a:extLst>
          </p:cNvPr>
          <p:cNvGrpSpPr/>
          <p:nvPr/>
        </p:nvGrpSpPr>
        <p:grpSpPr>
          <a:xfrm>
            <a:off x="10874499" y="0"/>
            <a:ext cx="2943101" cy="914400"/>
            <a:chOff x="10874499" y="0"/>
            <a:chExt cx="2943101" cy="914400"/>
          </a:xfrm>
        </p:grpSpPr>
        <p:grpSp>
          <p:nvGrpSpPr>
            <p:cNvPr id="3" name="Group 2">
              <a:extLst>
                <a:ext uri="{FF2B5EF4-FFF2-40B4-BE49-F238E27FC236}">
                  <a16:creationId xmlns:a16="http://schemas.microsoft.com/office/drawing/2014/main" id="{E5E56778-F48A-248F-7275-F5402AF65ECE}"/>
                </a:ext>
              </a:extLst>
            </p:cNvPr>
            <p:cNvGrpSpPr/>
            <p:nvPr/>
          </p:nvGrpSpPr>
          <p:grpSpPr>
            <a:xfrm>
              <a:off x="12903200" y="0"/>
              <a:ext cx="914400" cy="914400"/>
              <a:chOff x="12903200" y="0"/>
              <a:chExt cx="914400" cy="914400"/>
            </a:xfrm>
          </p:grpSpPr>
          <p:sp>
            <p:nvSpPr>
              <p:cNvPr id="9" name="Right Triangle 8">
                <a:extLst>
                  <a:ext uri="{FF2B5EF4-FFF2-40B4-BE49-F238E27FC236}">
                    <a16:creationId xmlns:a16="http://schemas.microsoft.com/office/drawing/2014/main" id="{9B2ACDB6-BF34-7E50-1173-AC770CE251CF}"/>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3" name="Oval 20">
                <a:extLst>
                  <a:ext uri="{FF2B5EF4-FFF2-40B4-BE49-F238E27FC236}">
                    <a16:creationId xmlns:a16="http://schemas.microsoft.com/office/drawing/2014/main" id="{10582119-A086-9E06-575E-27010FE0FFA2}"/>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7" name="TextBox 6">
              <a:extLst>
                <a:ext uri="{FF2B5EF4-FFF2-40B4-BE49-F238E27FC236}">
                  <a16:creationId xmlns:a16="http://schemas.microsoft.com/office/drawing/2014/main" id="{48DDC358-B287-02B0-5A20-B96CF6494161}"/>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pic>
        <p:nvPicPr>
          <p:cNvPr id="10" name="Picture 9">
            <a:extLst>
              <a:ext uri="{FF2B5EF4-FFF2-40B4-BE49-F238E27FC236}">
                <a16:creationId xmlns:a16="http://schemas.microsoft.com/office/drawing/2014/main" id="{903E3213-3584-4CFB-0E34-3606B308E11B}"/>
              </a:ext>
            </a:extLst>
          </p:cNvPr>
          <p:cNvPicPr>
            <a:picLocks noChangeAspect="1"/>
          </p:cNvPicPr>
          <p:nvPr/>
        </p:nvPicPr>
        <p:blipFill>
          <a:blip r:embed="rId6">
            <a:clrChange>
              <a:clrFrom>
                <a:srgbClr val="F2F2F2"/>
              </a:clrFrom>
              <a:clrTo>
                <a:srgbClr val="F2F2F2">
                  <a:alpha val="0"/>
                </a:srgbClr>
              </a:clrTo>
            </a:clrChange>
          </a:blip>
          <a:srcRect t="72846"/>
          <a:stretch/>
        </p:blipFill>
        <p:spPr>
          <a:xfrm>
            <a:off x="-23641" y="5242560"/>
            <a:ext cx="8341475" cy="1123707"/>
          </a:xfrm>
          <a:prstGeom prst="rect">
            <a:avLst/>
          </a:prstGeom>
        </p:spPr>
      </p:pic>
      <p:pic>
        <p:nvPicPr>
          <p:cNvPr id="14" name="Picture 13">
            <a:extLst>
              <a:ext uri="{FF2B5EF4-FFF2-40B4-BE49-F238E27FC236}">
                <a16:creationId xmlns:a16="http://schemas.microsoft.com/office/drawing/2014/main" id="{33160729-F844-2596-A738-3119F192EC43}"/>
              </a:ext>
            </a:extLst>
          </p:cNvPr>
          <p:cNvPicPr>
            <a:picLocks noChangeAspect="1"/>
          </p:cNvPicPr>
          <p:nvPr/>
        </p:nvPicPr>
        <p:blipFill>
          <a:blip r:embed="rId6">
            <a:clrChange>
              <a:clrFrom>
                <a:srgbClr val="F2F2F2"/>
              </a:clrFrom>
              <a:clrTo>
                <a:srgbClr val="F2F2F2">
                  <a:alpha val="0"/>
                </a:srgbClr>
              </a:clrTo>
            </a:clrChange>
            <a:duotone>
              <a:prstClr val="black"/>
              <a:schemeClr val="accent1">
                <a:tint val="45000"/>
                <a:satMod val="400000"/>
              </a:schemeClr>
            </a:duotone>
          </a:blip>
          <a:srcRect t="2137" b="27991"/>
          <a:stretch/>
        </p:blipFill>
        <p:spPr>
          <a:xfrm>
            <a:off x="-23641" y="1976374"/>
            <a:ext cx="8341475" cy="2891441"/>
          </a:xfrm>
          <a:prstGeom prst="rect">
            <a:avLst/>
          </a:prstGeom>
        </p:spPr>
      </p:pic>
      <p:sp>
        <p:nvSpPr>
          <p:cNvPr id="16" name="TextBox 15">
            <a:extLst>
              <a:ext uri="{FF2B5EF4-FFF2-40B4-BE49-F238E27FC236}">
                <a16:creationId xmlns:a16="http://schemas.microsoft.com/office/drawing/2014/main" id="{E1E417E5-3242-0C8E-B20C-06B5FCC5CB2F}"/>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2A) Creating the slide: Titles, sub-titles and footnotes</a:t>
            </a:r>
          </a:p>
        </p:txBody>
      </p:sp>
    </p:spTree>
    <p:extLst>
      <p:ext uri="{BB962C8B-B14F-4D97-AF65-F5344CB8AC3E}">
        <p14:creationId xmlns:p14="http://schemas.microsoft.com/office/powerpoint/2010/main" val="152702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D3E74E4E-C1D7-626E-E825-B59F7A765B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14" name="think-cell data - do not delete" hidden="1">
                        <a:extLst>
                          <a:ext uri="{FF2B5EF4-FFF2-40B4-BE49-F238E27FC236}">
                            <a16:creationId xmlns:a16="http://schemas.microsoft.com/office/drawing/2014/main" id="{D3E74E4E-C1D7-626E-E825-B59F7A765B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3" name="Picture 12">
            <a:extLst>
              <a:ext uri="{FF2B5EF4-FFF2-40B4-BE49-F238E27FC236}">
                <a16:creationId xmlns:a16="http://schemas.microsoft.com/office/drawing/2014/main" id="{60397F51-EC31-C15D-7EAA-F58D49E80274}"/>
              </a:ext>
            </a:extLst>
          </p:cNvPr>
          <p:cNvPicPr>
            <a:picLocks noChangeAspect="1"/>
          </p:cNvPicPr>
          <p:nvPr/>
        </p:nvPicPr>
        <p:blipFill>
          <a:blip r:embed="rId5"/>
          <a:srcRect t="6483"/>
          <a:stretch/>
        </p:blipFill>
        <p:spPr>
          <a:xfrm>
            <a:off x="121700" y="914401"/>
            <a:ext cx="13574199" cy="6393142"/>
          </a:xfrm>
          <a:prstGeom prst="rect">
            <a:avLst/>
          </a:prstGeom>
        </p:spPr>
      </p:pic>
      <p:sp>
        <p:nvSpPr>
          <p:cNvPr id="5" name="Footer Placeholder 4">
            <a:extLst>
              <a:ext uri="{FF2B5EF4-FFF2-40B4-BE49-F238E27FC236}">
                <a16:creationId xmlns:a16="http://schemas.microsoft.com/office/drawing/2014/main" id="{D9B3A325-346F-35C6-3287-B5F8C2084E7C}"/>
              </a:ext>
            </a:extLst>
          </p:cNvPr>
          <p:cNvSpPr>
            <a:spLocks noGrp="1"/>
          </p:cNvSpPr>
          <p:nvPr>
            <p:ph type="ftr" sz="quarter" idx="3"/>
          </p:nvPr>
        </p:nvSpPr>
        <p:spPr/>
        <p:txBody>
          <a:bodyPr/>
          <a:lstStyle/>
          <a:p>
            <a:r>
              <a:rPr lang="en-CA"/>
              <a:t>2024</a:t>
            </a:r>
          </a:p>
        </p:txBody>
      </p:sp>
      <p:grpSp>
        <p:nvGrpSpPr>
          <p:cNvPr id="7" name="Group 6">
            <a:extLst>
              <a:ext uri="{FF2B5EF4-FFF2-40B4-BE49-F238E27FC236}">
                <a16:creationId xmlns:a16="http://schemas.microsoft.com/office/drawing/2014/main" id="{9C741867-AA9B-0CC4-9784-E7F3ECD5A73E}"/>
              </a:ext>
            </a:extLst>
          </p:cNvPr>
          <p:cNvGrpSpPr/>
          <p:nvPr/>
        </p:nvGrpSpPr>
        <p:grpSpPr>
          <a:xfrm>
            <a:off x="10874499" y="0"/>
            <a:ext cx="2943101" cy="914400"/>
            <a:chOff x="10874499" y="0"/>
            <a:chExt cx="2943101" cy="914400"/>
          </a:xfrm>
        </p:grpSpPr>
        <p:grpSp>
          <p:nvGrpSpPr>
            <p:cNvPr id="8" name="Group 7">
              <a:extLst>
                <a:ext uri="{FF2B5EF4-FFF2-40B4-BE49-F238E27FC236}">
                  <a16:creationId xmlns:a16="http://schemas.microsoft.com/office/drawing/2014/main" id="{B8FB2BF0-CB2F-4771-4519-DCC8B69A6803}"/>
                </a:ext>
              </a:extLst>
            </p:cNvPr>
            <p:cNvGrpSpPr/>
            <p:nvPr/>
          </p:nvGrpSpPr>
          <p:grpSpPr>
            <a:xfrm>
              <a:off x="12903200" y="0"/>
              <a:ext cx="914400" cy="914400"/>
              <a:chOff x="12903200" y="0"/>
              <a:chExt cx="914400" cy="914400"/>
            </a:xfrm>
          </p:grpSpPr>
          <p:sp>
            <p:nvSpPr>
              <p:cNvPr id="10" name="Right Triangle 9">
                <a:extLst>
                  <a:ext uri="{FF2B5EF4-FFF2-40B4-BE49-F238E27FC236}">
                    <a16:creationId xmlns:a16="http://schemas.microsoft.com/office/drawing/2014/main" id="{79446B97-3638-A52F-413D-9CF411FDEC69}"/>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1" name="Oval 20">
                <a:extLst>
                  <a:ext uri="{FF2B5EF4-FFF2-40B4-BE49-F238E27FC236}">
                    <a16:creationId xmlns:a16="http://schemas.microsoft.com/office/drawing/2014/main" id="{C48030DC-783A-523D-5646-95235F0A547C}"/>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9" name="TextBox 8">
              <a:extLst>
                <a:ext uri="{FF2B5EF4-FFF2-40B4-BE49-F238E27FC236}">
                  <a16:creationId xmlns:a16="http://schemas.microsoft.com/office/drawing/2014/main" id="{8723E115-705E-BFF9-1672-8B0A5B71F573}"/>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2" name="TextBox 1">
            <a:extLst>
              <a:ext uri="{FF2B5EF4-FFF2-40B4-BE49-F238E27FC236}">
                <a16:creationId xmlns:a16="http://schemas.microsoft.com/office/drawing/2014/main" id="{B5E27653-4A14-6BE2-E67F-3A0AEC7CBCBE}"/>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2B) Creating the slide: Slide body</a:t>
            </a:r>
          </a:p>
        </p:txBody>
      </p:sp>
      <p:sp>
        <p:nvSpPr>
          <p:cNvPr id="3" name="Rectangle 2">
            <a:extLst>
              <a:ext uri="{FF2B5EF4-FFF2-40B4-BE49-F238E27FC236}">
                <a16:creationId xmlns:a16="http://schemas.microsoft.com/office/drawing/2014/main" id="{2BFF6AE5-9F54-4464-57BE-C04916AFEB90}"/>
              </a:ext>
            </a:extLst>
          </p:cNvPr>
          <p:cNvSpPr/>
          <p:nvPr/>
        </p:nvSpPr>
        <p:spPr bwMode="auto">
          <a:xfrm>
            <a:off x="4994396" y="0"/>
            <a:ext cx="3819677" cy="291356"/>
          </a:xfrm>
          <a:prstGeom prst="rect">
            <a:avLst/>
          </a:prstGeom>
          <a:solidFill>
            <a:srgbClr val="CC0000"/>
          </a:solidFill>
          <a:ln w="952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charset="0"/>
              </a:rPr>
              <a:t>Glance tes</a:t>
            </a:r>
            <a:r>
              <a:rPr lang="en-US">
                <a:solidFill>
                  <a:schemeClr val="bg1"/>
                </a:solidFill>
              </a:rPr>
              <a:t>t – What is wrong with this slide?</a:t>
            </a:r>
            <a:endParaRPr kumimoji="0" lang="en-US" sz="1200" b="0" i="0" u="none" strike="noStrike" cap="none" normalizeH="0" baseline="0">
              <a:ln>
                <a:noFill/>
              </a:ln>
              <a:solidFill>
                <a:schemeClr val="bg1"/>
              </a:solidFill>
              <a:effectLst/>
              <a:latin typeface="Arial" charset="0"/>
            </a:endParaRPr>
          </a:p>
        </p:txBody>
      </p:sp>
    </p:spTree>
    <p:extLst>
      <p:ext uri="{BB962C8B-B14F-4D97-AF65-F5344CB8AC3E}">
        <p14:creationId xmlns:p14="http://schemas.microsoft.com/office/powerpoint/2010/main" val="3452903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5645C36-9E24-0DEE-6AE9-ADBEF57E00A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10" name="think-cell data - do not delete" hidden="1">
                        <a:extLst>
                          <a:ext uri="{FF2B5EF4-FFF2-40B4-BE49-F238E27FC236}">
                            <a16:creationId xmlns:a16="http://schemas.microsoft.com/office/drawing/2014/main" id="{55645C36-9E24-0DEE-6AE9-ADBEF57E00A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633949C5-4B65-A634-A3E3-850432CBA80E}"/>
              </a:ext>
            </a:extLst>
          </p:cNvPr>
          <p:cNvSpPr>
            <a:spLocks noGrp="1"/>
          </p:cNvSpPr>
          <p:nvPr>
            <p:ph type="title"/>
          </p:nvPr>
        </p:nvSpPr>
        <p:spPr/>
        <p:txBody>
          <a:bodyPr vert="horz"/>
          <a:lstStyle/>
          <a:p>
            <a:r>
              <a:rPr lang="en-US"/>
              <a:t>Things to avoid in the slide body</a:t>
            </a:r>
          </a:p>
        </p:txBody>
      </p:sp>
      <p:sp>
        <p:nvSpPr>
          <p:cNvPr id="8" name="Subtitle 7">
            <a:extLst>
              <a:ext uri="{FF2B5EF4-FFF2-40B4-BE49-F238E27FC236}">
                <a16:creationId xmlns:a16="http://schemas.microsoft.com/office/drawing/2014/main" id="{F71119E6-E9AD-7E5B-30E8-342B7EF50A22}"/>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FC3CB3F6-1B76-1DAE-29D9-88110CB8112D}"/>
              </a:ext>
            </a:extLst>
          </p:cNvPr>
          <p:cNvSpPr>
            <a:spLocks noGrp="1"/>
          </p:cNvSpPr>
          <p:nvPr>
            <p:ph type="ftr" sz="quarter" idx="3"/>
          </p:nvPr>
        </p:nvSpPr>
        <p:spPr/>
        <p:txBody>
          <a:bodyPr/>
          <a:lstStyle/>
          <a:p>
            <a:r>
              <a:rPr lang="en-CA"/>
              <a:t>2024</a:t>
            </a:r>
          </a:p>
        </p:txBody>
      </p:sp>
      <p:pic>
        <p:nvPicPr>
          <p:cNvPr id="6" name="Picture 5">
            <a:extLst>
              <a:ext uri="{FF2B5EF4-FFF2-40B4-BE49-F238E27FC236}">
                <a16:creationId xmlns:a16="http://schemas.microsoft.com/office/drawing/2014/main" id="{A78875C4-3AFE-0028-4A85-E983255DB0BE}"/>
              </a:ext>
            </a:extLst>
          </p:cNvPr>
          <p:cNvPicPr>
            <a:picLocks noChangeAspect="1"/>
          </p:cNvPicPr>
          <p:nvPr/>
        </p:nvPicPr>
        <p:blipFill>
          <a:blip r:embed="rId5">
            <a:clrChange>
              <a:clrFrom>
                <a:srgbClr val="F2F2F2"/>
              </a:clrFrom>
              <a:clrTo>
                <a:srgbClr val="F2F2F2">
                  <a:alpha val="0"/>
                </a:srgbClr>
              </a:clrTo>
            </a:clrChange>
          </a:blip>
          <a:stretch>
            <a:fillRect/>
          </a:stretch>
        </p:blipFill>
        <p:spPr>
          <a:xfrm>
            <a:off x="448969" y="1446423"/>
            <a:ext cx="12665146" cy="5589645"/>
          </a:xfrm>
          <a:prstGeom prst="rect">
            <a:avLst/>
          </a:prstGeom>
        </p:spPr>
      </p:pic>
      <p:grpSp>
        <p:nvGrpSpPr>
          <p:cNvPr id="14" name="Group 13">
            <a:extLst>
              <a:ext uri="{FF2B5EF4-FFF2-40B4-BE49-F238E27FC236}">
                <a16:creationId xmlns:a16="http://schemas.microsoft.com/office/drawing/2014/main" id="{61D69CE0-8D9F-62BE-DFAD-BACA000562DA}"/>
              </a:ext>
            </a:extLst>
          </p:cNvPr>
          <p:cNvGrpSpPr/>
          <p:nvPr/>
        </p:nvGrpSpPr>
        <p:grpSpPr>
          <a:xfrm>
            <a:off x="10874499" y="0"/>
            <a:ext cx="2943101" cy="914400"/>
            <a:chOff x="10874499" y="0"/>
            <a:chExt cx="2943101" cy="914400"/>
          </a:xfrm>
        </p:grpSpPr>
        <p:grpSp>
          <p:nvGrpSpPr>
            <p:cNvPr id="15" name="Group 14">
              <a:extLst>
                <a:ext uri="{FF2B5EF4-FFF2-40B4-BE49-F238E27FC236}">
                  <a16:creationId xmlns:a16="http://schemas.microsoft.com/office/drawing/2014/main" id="{AC23631E-879B-03CF-17DF-6379CE919675}"/>
                </a:ext>
              </a:extLst>
            </p:cNvPr>
            <p:cNvGrpSpPr/>
            <p:nvPr/>
          </p:nvGrpSpPr>
          <p:grpSpPr>
            <a:xfrm>
              <a:off x="12903200" y="0"/>
              <a:ext cx="914400" cy="914400"/>
              <a:chOff x="12903200" y="0"/>
              <a:chExt cx="914400" cy="914400"/>
            </a:xfrm>
          </p:grpSpPr>
          <p:sp>
            <p:nvSpPr>
              <p:cNvPr id="17" name="Right Triangle 16">
                <a:extLst>
                  <a:ext uri="{FF2B5EF4-FFF2-40B4-BE49-F238E27FC236}">
                    <a16:creationId xmlns:a16="http://schemas.microsoft.com/office/drawing/2014/main" id="{628D6BD2-943C-C8B5-C87A-6E6A627328EE}"/>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8" name="Oval 20">
                <a:extLst>
                  <a:ext uri="{FF2B5EF4-FFF2-40B4-BE49-F238E27FC236}">
                    <a16:creationId xmlns:a16="http://schemas.microsoft.com/office/drawing/2014/main" id="{979F9498-9320-D54E-E210-9D21B6AD55CF}"/>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16" name="TextBox 15">
              <a:extLst>
                <a:ext uri="{FF2B5EF4-FFF2-40B4-BE49-F238E27FC236}">
                  <a16:creationId xmlns:a16="http://schemas.microsoft.com/office/drawing/2014/main" id="{44495FC8-899A-4668-F70D-528C69674A4D}"/>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2" name="TextBox 1">
            <a:extLst>
              <a:ext uri="{FF2B5EF4-FFF2-40B4-BE49-F238E27FC236}">
                <a16:creationId xmlns:a16="http://schemas.microsoft.com/office/drawing/2014/main" id="{9BDDA134-9074-0745-2461-4752D2A8F85C}"/>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2B) Creating the slide: Slide body</a:t>
            </a:r>
          </a:p>
        </p:txBody>
      </p:sp>
    </p:spTree>
    <p:extLst>
      <p:ext uri="{BB962C8B-B14F-4D97-AF65-F5344CB8AC3E}">
        <p14:creationId xmlns:p14="http://schemas.microsoft.com/office/powerpoint/2010/main" val="1534206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EB2CC60-68A2-8B2B-5314-C1B1A6904BF0}"/>
              </a:ext>
            </a:extLst>
          </p:cNvPr>
          <p:cNvGraphicFramePr>
            <a:graphicFrameLocks noChangeAspect="1"/>
          </p:cNvGraphicFramePr>
          <p:nvPr>
            <p:custDataLst>
              <p:tags r:id="rId1"/>
            </p:custDataLst>
            <p:extLst>
              <p:ext uri="{D42A27DB-BD31-4B8C-83A1-F6EECF244321}">
                <p14:modId xmlns:p14="http://schemas.microsoft.com/office/powerpoint/2010/main" val="5246030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8" name="think-cell data - do not delete" hidden="1">
                        <a:extLst>
                          <a:ext uri="{FF2B5EF4-FFF2-40B4-BE49-F238E27FC236}">
                            <a16:creationId xmlns:a16="http://schemas.microsoft.com/office/drawing/2014/main" id="{1EB2CC60-68A2-8B2B-5314-C1B1A6904BF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3AEC930A-E138-FC73-95B8-D64D6C61B8FE}"/>
              </a:ext>
            </a:extLst>
          </p:cNvPr>
          <p:cNvSpPr>
            <a:spLocks noGrp="1"/>
          </p:cNvSpPr>
          <p:nvPr>
            <p:ph type="title"/>
          </p:nvPr>
        </p:nvSpPr>
        <p:spPr/>
        <p:txBody>
          <a:bodyPr vert="horz"/>
          <a:lstStyle/>
          <a:p>
            <a:r>
              <a:rPr lang="en-US">
                <a:solidFill>
                  <a:schemeClr val="accent2"/>
                </a:solidFill>
              </a:rPr>
              <a:t>Visuals |</a:t>
            </a:r>
            <a:r>
              <a:rPr lang="en-US"/>
              <a:t> Four common types of visuals in a deck</a:t>
            </a:r>
          </a:p>
        </p:txBody>
      </p:sp>
      <p:sp>
        <p:nvSpPr>
          <p:cNvPr id="3" name="Subtitle 2">
            <a:extLst>
              <a:ext uri="{FF2B5EF4-FFF2-40B4-BE49-F238E27FC236}">
                <a16:creationId xmlns:a16="http://schemas.microsoft.com/office/drawing/2014/main" id="{CEFB16B7-4042-5813-B674-A6E0C8A2F82B}"/>
              </a:ext>
            </a:extLst>
          </p:cNvPr>
          <p:cNvSpPr>
            <a:spLocks noGrp="1"/>
          </p:cNvSpPr>
          <p:nvPr>
            <p:ph type="subTitle" idx="1"/>
          </p:nvPr>
        </p:nvSpPr>
        <p:spPr/>
        <p:txBody>
          <a:bodyPr/>
          <a:lstStyle/>
          <a:p>
            <a:r>
              <a:rPr lang="en-US"/>
              <a:t>Visuals help convey complex ideas and relationships in a simple and quick way to the reader</a:t>
            </a:r>
          </a:p>
        </p:txBody>
      </p:sp>
      <p:sp>
        <p:nvSpPr>
          <p:cNvPr id="5" name="Footer Placeholder 4">
            <a:extLst>
              <a:ext uri="{FF2B5EF4-FFF2-40B4-BE49-F238E27FC236}">
                <a16:creationId xmlns:a16="http://schemas.microsoft.com/office/drawing/2014/main" id="{6FD5CEB0-72A4-7817-1E0F-582C50409F3C}"/>
              </a:ext>
            </a:extLst>
          </p:cNvPr>
          <p:cNvSpPr>
            <a:spLocks noGrp="1"/>
          </p:cNvSpPr>
          <p:nvPr>
            <p:ph type="ftr" sz="quarter" idx="3"/>
          </p:nvPr>
        </p:nvSpPr>
        <p:spPr/>
        <p:txBody>
          <a:bodyPr/>
          <a:lstStyle/>
          <a:p>
            <a:r>
              <a:rPr lang="en-CA"/>
              <a:t>2024</a:t>
            </a:r>
          </a:p>
        </p:txBody>
      </p:sp>
      <p:grpSp>
        <p:nvGrpSpPr>
          <p:cNvPr id="16" name="Group 15">
            <a:extLst>
              <a:ext uri="{FF2B5EF4-FFF2-40B4-BE49-F238E27FC236}">
                <a16:creationId xmlns:a16="http://schemas.microsoft.com/office/drawing/2014/main" id="{DBA7576E-E1F1-E954-6D2A-9DA67CD9FE13}"/>
              </a:ext>
            </a:extLst>
          </p:cNvPr>
          <p:cNvGrpSpPr/>
          <p:nvPr/>
        </p:nvGrpSpPr>
        <p:grpSpPr>
          <a:xfrm>
            <a:off x="10874499" y="0"/>
            <a:ext cx="2943101" cy="914400"/>
            <a:chOff x="10874499" y="0"/>
            <a:chExt cx="2943101" cy="914400"/>
          </a:xfrm>
        </p:grpSpPr>
        <p:grpSp>
          <p:nvGrpSpPr>
            <p:cNvPr id="17" name="Group 16">
              <a:extLst>
                <a:ext uri="{FF2B5EF4-FFF2-40B4-BE49-F238E27FC236}">
                  <a16:creationId xmlns:a16="http://schemas.microsoft.com/office/drawing/2014/main" id="{7B3BF513-FF52-D423-2D4F-E0C6E1004C49}"/>
                </a:ext>
              </a:extLst>
            </p:cNvPr>
            <p:cNvGrpSpPr/>
            <p:nvPr/>
          </p:nvGrpSpPr>
          <p:grpSpPr>
            <a:xfrm>
              <a:off x="12903200" y="0"/>
              <a:ext cx="914400" cy="914400"/>
              <a:chOff x="12903200" y="0"/>
              <a:chExt cx="914400" cy="914400"/>
            </a:xfrm>
          </p:grpSpPr>
          <p:sp>
            <p:nvSpPr>
              <p:cNvPr id="19" name="Right Triangle 18">
                <a:extLst>
                  <a:ext uri="{FF2B5EF4-FFF2-40B4-BE49-F238E27FC236}">
                    <a16:creationId xmlns:a16="http://schemas.microsoft.com/office/drawing/2014/main" id="{CEB170CD-8191-CD8A-1F0D-7EE2C5143406}"/>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20" name="Oval 20">
                <a:extLst>
                  <a:ext uri="{FF2B5EF4-FFF2-40B4-BE49-F238E27FC236}">
                    <a16:creationId xmlns:a16="http://schemas.microsoft.com/office/drawing/2014/main" id="{22F45992-4066-9AE6-7B5A-1355BC57CD51}"/>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18" name="TextBox 17">
              <a:extLst>
                <a:ext uri="{FF2B5EF4-FFF2-40B4-BE49-F238E27FC236}">
                  <a16:creationId xmlns:a16="http://schemas.microsoft.com/office/drawing/2014/main" id="{D4AD8DAB-235B-18C8-5B62-69DAB5843C3B}"/>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pic>
        <p:nvPicPr>
          <p:cNvPr id="13" name="Picture 12">
            <a:extLst>
              <a:ext uri="{FF2B5EF4-FFF2-40B4-BE49-F238E27FC236}">
                <a16:creationId xmlns:a16="http://schemas.microsoft.com/office/drawing/2014/main" id="{901FD59A-D8E1-28D9-43E5-8513CB231162}"/>
              </a:ext>
            </a:extLst>
          </p:cNvPr>
          <p:cNvPicPr>
            <a:picLocks noChangeAspect="1"/>
          </p:cNvPicPr>
          <p:nvPr/>
        </p:nvPicPr>
        <p:blipFill>
          <a:blip r:embed="rId5" cstate="print">
            <a:clrChange>
              <a:clrFrom>
                <a:srgbClr val="F2F2F2"/>
              </a:clrFrom>
              <a:clrTo>
                <a:srgbClr val="F2F2F2">
                  <a:alpha val="0"/>
                </a:srgbClr>
              </a:clrTo>
            </a:clrChange>
            <a:extLst>
              <a:ext uri="{28A0092B-C50C-407E-A947-70E740481C1C}">
                <a14:useLocalDpi xmlns:a14="http://schemas.microsoft.com/office/drawing/2010/main"/>
              </a:ext>
            </a:extLst>
          </a:blip>
          <a:srcRect/>
          <a:stretch/>
        </p:blipFill>
        <p:spPr>
          <a:xfrm>
            <a:off x="552661" y="5283200"/>
            <a:ext cx="12561455" cy="1643988"/>
          </a:xfrm>
          <a:prstGeom prst="rect">
            <a:avLst/>
          </a:prstGeom>
        </p:spPr>
      </p:pic>
      <p:pic>
        <p:nvPicPr>
          <p:cNvPr id="4" name="Picture 3">
            <a:extLst>
              <a:ext uri="{FF2B5EF4-FFF2-40B4-BE49-F238E27FC236}">
                <a16:creationId xmlns:a16="http://schemas.microsoft.com/office/drawing/2014/main" id="{75442728-202A-D2D2-5B69-49B02DB161D9}"/>
              </a:ext>
            </a:extLst>
          </p:cNvPr>
          <p:cNvPicPr>
            <a:picLocks noChangeAspect="1"/>
          </p:cNvPicPr>
          <p:nvPr/>
        </p:nvPicPr>
        <p:blipFill>
          <a:blip r:embed="rId6" cstate="print">
            <a:clrChange>
              <a:clrFrom>
                <a:srgbClr val="F2F2F2"/>
              </a:clrFrom>
              <a:clrTo>
                <a:srgbClr val="F2F2F2">
                  <a:alpha val="0"/>
                </a:srgbClr>
              </a:clrTo>
            </a:clrChange>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552661" y="1788803"/>
            <a:ext cx="12561455" cy="3220078"/>
          </a:xfrm>
          <a:prstGeom prst="rect">
            <a:avLst/>
          </a:prstGeom>
        </p:spPr>
      </p:pic>
      <p:sp>
        <p:nvSpPr>
          <p:cNvPr id="7" name="TextBox 6">
            <a:extLst>
              <a:ext uri="{FF2B5EF4-FFF2-40B4-BE49-F238E27FC236}">
                <a16:creationId xmlns:a16="http://schemas.microsoft.com/office/drawing/2014/main" id="{304EB822-5438-82F1-059C-497D2A8B7E1C}"/>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2C) Creating the slide: Visuals</a:t>
            </a:r>
          </a:p>
        </p:txBody>
      </p:sp>
    </p:spTree>
    <p:extLst>
      <p:ext uri="{BB962C8B-B14F-4D97-AF65-F5344CB8AC3E}">
        <p14:creationId xmlns:p14="http://schemas.microsoft.com/office/powerpoint/2010/main" val="2754837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F5FFB013-EA4D-4F35-3A84-C348E7F87E6F}"/>
              </a:ext>
            </a:extLst>
          </p:cNvPr>
          <p:cNvGraphicFramePr>
            <a:graphicFrameLocks noChangeAspect="1"/>
          </p:cNvGraphicFramePr>
          <p:nvPr>
            <p:custDataLst>
              <p:tags r:id="rId1"/>
            </p:custDataLst>
            <p:extLst>
              <p:ext uri="{D42A27DB-BD31-4B8C-83A1-F6EECF244321}">
                <p14:modId xmlns:p14="http://schemas.microsoft.com/office/powerpoint/2010/main" val="17568171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9" name="think-cell data - do not delete" hidden="1">
                        <a:extLst>
                          <a:ext uri="{FF2B5EF4-FFF2-40B4-BE49-F238E27FC236}">
                            <a16:creationId xmlns:a16="http://schemas.microsoft.com/office/drawing/2014/main" id="{F5FFB013-EA4D-4F35-3A84-C348E7F87E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C47E87E-495D-284E-B7E2-607B7F42BE67}"/>
              </a:ext>
            </a:extLst>
          </p:cNvPr>
          <p:cNvSpPr>
            <a:spLocks noGrp="1"/>
          </p:cNvSpPr>
          <p:nvPr>
            <p:ph type="title"/>
          </p:nvPr>
        </p:nvSpPr>
        <p:spPr/>
        <p:txBody>
          <a:bodyPr vert="horz"/>
          <a:lstStyle/>
          <a:p>
            <a:r>
              <a:rPr lang="en-US">
                <a:solidFill>
                  <a:schemeClr val="accent2"/>
                </a:solidFill>
              </a:rPr>
              <a:t>Charts | </a:t>
            </a:r>
            <a:r>
              <a:rPr lang="en-US"/>
              <a:t>Help demonstrate different kinds of relationships</a:t>
            </a:r>
          </a:p>
        </p:txBody>
      </p:sp>
      <p:sp>
        <p:nvSpPr>
          <p:cNvPr id="3" name="Subtitle 2">
            <a:extLst>
              <a:ext uri="{FF2B5EF4-FFF2-40B4-BE49-F238E27FC236}">
                <a16:creationId xmlns:a16="http://schemas.microsoft.com/office/drawing/2014/main" id="{D7D4F478-E158-E7D0-814C-78BB32136DE8}"/>
              </a:ext>
            </a:extLst>
          </p:cNvPr>
          <p:cNvSpPr>
            <a:spLocks noGrp="1"/>
          </p:cNvSpPr>
          <p:nvPr>
            <p:ph type="subTitle" idx="1"/>
          </p:nvPr>
        </p:nvSpPr>
        <p:spPr/>
        <p:txBody>
          <a:bodyPr/>
          <a:lstStyle/>
          <a:p>
            <a:endParaRPr lang="en-US"/>
          </a:p>
        </p:txBody>
      </p:sp>
      <p:sp>
        <p:nvSpPr>
          <p:cNvPr id="5" name="Footer Placeholder 4">
            <a:extLst>
              <a:ext uri="{FF2B5EF4-FFF2-40B4-BE49-F238E27FC236}">
                <a16:creationId xmlns:a16="http://schemas.microsoft.com/office/drawing/2014/main" id="{3AC5BD35-E373-60DA-827D-78D69370D765}"/>
              </a:ext>
            </a:extLst>
          </p:cNvPr>
          <p:cNvSpPr>
            <a:spLocks noGrp="1"/>
          </p:cNvSpPr>
          <p:nvPr>
            <p:ph type="ftr" sz="quarter" idx="3"/>
          </p:nvPr>
        </p:nvSpPr>
        <p:spPr/>
        <p:txBody>
          <a:bodyPr/>
          <a:lstStyle/>
          <a:p>
            <a:r>
              <a:rPr lang="en-CA"/>
              <a:t>2024</a:t>
            </a:r>
          </a:p>
        </p:txBody>
      </p:sp>
      <p:pic>
        <p:nvPicPr>
          <p:cNvPr id="7" name="Picture 6">
            <a:extLst>
              <a:ext uri="{FF2B5EF4-FFF2-40B4-BE49-F238E27FC236}">
                <a16:creationId xmlns:a16="http://schemas.microsoft.com/office/drawing/2014/main" id="{709459D3-C599-916F-60D0-0375C556DED0}"/>
              </a:ext>
            </a:extLst>
          </p:cNvPr>
          <p:cNvPicPr>
            <a:picLocks noChangeAspect="1"/>
          </p:cNvPicPr>
          <p:nvPr/>
        </p:nvPicPr>
        <p:blipFill>
          <a:blip r:embed="rId5" cstate="print">
            <a:clrChange>
              <a:clrFrom>
                <a:srgbClr val="F2F2F2"/>
              </a:clrFrom>
              <a:clrTo>
                <a:srgbClr val="F2F2F2">
                  <a:alpha val="0"/>
                </a:srgbClr>
              </a:clrTo>
            </a:clrChange>
            <a:extLst>
              <a:ext uri="{28A0092B-C50C-407E-A947-70E740481C1C}">
                <a14:useLocalDpi xmlns:a14="http://schemas.microsoft.com/office/drawing/2010/main"/>
              </a:ext>
            </a:extLst>
          </a:blip>
          <a:srcRect/>
          <a:stretch/>
        </p:blipFill>
        <p:spPr>
          <a:xfrm>
            <a:off x="447835" y="2600960"/>
            <a:ext cx="12665146" cy="4454664"/>
          </a:xfrm>
          <a:prstGeom prst="rect">
            <a:avLst/>
          </a:prstGeom>
        </p:spPr>
      </p:pic>
      <p:grpSp>
        <p:nvGrpSpPr>
          <p:cNvPr id="15" name="Group 14">
            <a:extLst>
              <a:ext uri="{FF2B5EF4-FFF2-40B4-BE49-F238E27FC236}">
                <a16:creationId xmlns:a16="http://schemas.microsoft.com/office/drawing/2014/main" id="{ADEDCDE0-EF8D-2B1A-76E3-F7D2D159DAA2}"/>
              </a:ext>
            </a:extLst>
          </p:cNvPr>
          <p:cNvGrpSpPr/>
          <p:nvPr/>
        </p:nvGrpSpPr>
        <p:grpSpPr>
          <a:xfrm>
            <a:off x="10874499" y="0"/>
            <a:ext cx="2943101" cy="914400"/>
            <a:chOff x="10874499" y="0"/>
            <a:chExt cx="2943101" cy="914400"/>
          </a:xfrm>
        </p:grpSpPr>
        <p:grpSp>
          <p:nvGrpSpPr>
            <p:cNvPr id="16" name="Group 15">
              <a:extLst>
                <a:ext uri="{FF2B5EF4-FFF2-40B4-BE49-F238E27FC236}">
                  <a16:creationId xmlns:a16="http://schemas.microsoft.com/office/drawing/2014/main" id="{840FB4AD-D968-4E67-ED9D-8CC390B0C4EC}"/>
                </a:ext>
              </a:extLst>
            </p:cNvPr>
            <p:cNvGrpSpPr/>
            <p:nvPr/>
          </p:nvGrpSpPr>
          <p:grpSpPr>
            <a:xfrm>
              <a:off x="12903200" y="0"/>
              <a:ext cx="914400" cy="914400"/>
              <a:chOff x="12903200" y="0"/>
              <a:chExt cx="914400" cy="914400"/>
            </a:xfrm>
          </p:grpSpPr>
          <p:sp>
            <p:nvSpPr>
              <p:cNvPr id="18" name="Right Triangle 17">
                <a:extLst>
                  <a:ext uri="{FF2B5EF4-FFF2-40B4-BE49-F238E27FC236}">
                    <a16:creationId xmlns:a16="http://schemas.microsoft.com/office/drawing/2014/main" id="{30156A45-BBF2-9629-02BE-4B1A3DBF38B4}"/>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9" name="Oval 20">
                <a:extLst>
                  <a:ext uri="{FF2B5EF4-FFF2-40B4-BE49-F238E27FC236}">
                    <a16:creationId xmlns:a16="http://schemas.microsoft.com/office/drawing/2014/main" id="{20A3FB07-72A7-7DC7-5B57-6B7B3EA39A75}"/>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17" name="TextBox 16">
              <a:extLst>
                <a:ext uri="{FF2B5EF4-FFF2-40B4-BE49-F238E27FC236}">
                  <a16:creationId xmlns:a16="http://schemas.microsoft.com/office/drawing/2014/main" id="{6C50164C-A373-5F8C-8FD6-DFD59DF86F69}"/>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pic>
        <p:nvPicPr>
          <p:cNvPr id="10" name="Picture 9">
            <a:extLst>
              <a:ext uri="{FF2B5EF4-FFF2-40B4-BE49-F238E27FC236}">
                <a16:creationId xmlns:a16="http://schemas.microsoft.com/office/drawing/2014/main" id="{662F834E-B38C-9E04-6C34-E3B411BC603B}"/>
              </a:ext>
            </a:extLst>
          </p:cNvPr>
          <p:cNvPicPr>
            <a:picLocks noChangeAspect="1"/>
          </p:cNvPicPr>
          <p:nvPr/>
        </p:nvPicPr>
        <p:blipFill>
          <a:blip r:embed="rId6" cstate="print">
            <a:clrChange>
              <a:clrFrom>
                <a:srgbClr val="F2F2F2"/>
              </a:clrFrom>
              <a:clrTo>
                <a:srgbClr val="F2F2F2">
                  <a:alpha val="0"/>
                </a:srgbClr>
              </a:clrTo>
            </a:clrChange>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447835" y="1463014"/>
            <a:ext cx="12665146" cy="1092849"/>
          </a:xfrm>
          <a:prstGeom prst="rect">
            <a:avLst/>
          </a:prstGeom>
        </p:spPr>
      </p:pic>
      <p:sp>
        <p:nvSpPr>
          <p:cNvPr id="12" name="TextBox 11">
            <a:extLst>
              <a:ext uri="{FF2B5EF4-FFF2-40B4-BE49-F238E27FC236}">
                <a16:creationId xmlns:a16="http://schemas.microsoft.com/office/drawing/2014/main" id="{5BBE1F86-99DC-C61A-9D28-9AFCB257B3CD}"/>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2C) Creating the slide: Visuals</a:t>
            </a:r>
          </a:p>
        </p:txBody>
      </p:sp>
    </p:spTree>
    <p:extLst>
      <p:ext uri="{BB962C8B-B14F-4D97-AF65-F5344CB8AC3E}">
        <p14:creationId xmlns:p14="http://schemas.microsoft.com/office/powerpoint/2010/main" val="677621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B870210F-D83A-BD55-6FB0-5F7E88A9C8EA}"/>
              </a:ext>
            </a:extLst>
          </p:cNvPr>
          <p:cNvGraphicFramePr>
            <a:graphicFrameLocks noChangeAspect="1"/>
          </p:cNvGraphicFramePr>
          <p:nvPr>
            <p:custDataLst>
              <p:tags r:id="rId1"/>
            </p:custDataLst>
            <p:extLst>
              <p:ext uri="{D42A27DB-BD31-4B8C-83A1-F6EECF244321}">
                <p14:modId xmlns:p14="http://schemas.microsoft.com/office/powerpoint/2010/main" val="2966398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13" name="think-cell data - do not delete" hidden="1">
                        <a:extLst>
                          <a:ext uri="{FF2B5EF4-FFF2-40B4-BE49-F238E27FC236}">
                            <a16:creationId xmlns:a16="http://schemas.microsoft.com/office/drawing/2014/main" id="{B870210F-D83A-BD55-6FB0-5F7E88A9C8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9DA1F40-122F-A363-1BCB-A5F0C16E81CB}"/>
              </a:ext>
            </a:extLst>
          </p:cNvPr>
          <p:cNvSpPr>
            <a:spLocks noGrp="1"/>
          </p:cNvSpPr>
          <p:nvPr>
            <p:ph type="title"/>
          </p:nvPr>
        </p:nvSpPr>
        <p:spPr/>
        <p:txBody>
          <a:bodyPr vert="horz"/>
          <a:lstStyle/>
          <a:p>
            <a:r>
              <a:rPr lang="en-US">
                <a:solidFill>
                  <a:schemeClr val="accent2"/>
                </a:solidFill>
              </a:rPr>
              <a:t>Language | </a:t>
            </a:r>
            <a:r>
              <a:rPr lang="en-US"/>
              <a:t>Good writing clarifies thinking before communicating</a:t>
            </a:r>
          </a:p>
        </p:txBody>
      </p:sp>
      <p:sp>
        <p:nvSpPr>
          <p:cNvPr id="3" name="Subtitle 2">
            <a:extLst>
              <a:ext uri="{FF2B5EF4-FFF2-40B4-BE49-F238E27FC236}">
                <a16:creationId xmlns:a16="http://schemas.microsoft.com/office/drawing/2014/main" id="{29EAC6B5-7194-9ACD-3820-2E849643E577}"/>
              </a:ext>
            </a:extLst>
          </p:cNvPr>
          <p:cNvSpPr>
            <a:spLocks noGrp="1"/>
          </p:cNvSpPr>
          <p:nvPr>
            <p:ph type="subTitle" idx="1"/>
          </p:nvPr>
        </p:nvSpPr>
        <p:spPr/>
        <p:txBody>
          <a:bodyPr/>
          <a:lstStyle/>
          <a:p>
            <a:r>
              <a:rPr lang="en-US"/>
              <a:t>Generally follow </a:t>
            </a:r>
            <a:r>
              <a:rPr lang="en-US">
                <a:hlinkClick r:id="rId5"/>
              </a:rPr>
              <a:t>Amazon’s writing principles </a:t>
            </a:r>
            <a:r>
              <a:rPr lang="en-US"/>
              <a:t>for effective business writing</a:t>
            </a:r>
          </a:p>
        </p:txBody>
      </p:sp>
      <p:sp>
        <p:nvSpPr>
          <p:cNvPr id="5" name="Footer Placeholder 4">
            <a:extLst>
              <a:ext uri="{FF2B5EF4-FFF2-40B4-BE49-F238E27FC236}">
                <a16:creationId xmlns:a16="http://schemas.microsoft.com/office/drawing/2014/main" id="{4A8E16C5-A42C-2E62-DB98-A792C26762C7}"/>
              </a:ext>
            </a:extLst>
          </p:cNvPr>
          <p:cNvSpPr>
            <a:spLocks noGrp="1"/>
          </p:cNvSpPr>
          <p:nvPr>
            <p:ph type="ftr" sz="quarter" idx="3"/>
          </p:nvPr>
        </p:nvSpPr>
        <p:spPr/>
        <p:txBody>
          <a:bodyPr/>
          <a:lstStyle/>
          <a:p>
            <a:r>
              <a:rPr lang="en-CA"/>
              <a:t>2024</a:t>
            </a:r>
          </a:p>
        </p:txBody>
      </p:sp>
      <p:grpSp>
        <p:nvGrpSpPr>
          <p:cNvPr id="6" name="Group 5">
            <a:extLst>
              <a:ext uri="{FF2B5EF4-FFF2-40B4-BE49-F238E27FC236}">
                <a16:creationId xmlns:a16="http://schemas.microsoft.com/office/drawing/2014/main" id="{F18F3556-8646-5CDD-E97D-B7D110DD97F7}"/>
              </a:ext>
            </a:extLst>
          </p:cNvPr>
          <p:cNvGrpSpPr/>
          <p:nvPr/>
        </p:nvGrpSpPr>
        <p:grpSpPr>
          <a:xfrm>
            <a:off x="10874499" y="0"/>
            <a:ext cx="2943101" cy="914400"/>
            <a:chOff x="10874499" y="0"/>
            <a:chExt cx="2943101" cy="914400"/>
          </a:xfrm>
        </p:grpSpPr>
        <p:grpSp>
          <p:nvGrpSpPr>
            <p:cNvPr id="7" name="Group 6">
              <a:extLst>
                <a:ext uri="{FF2B5EF4-FFF2-40B4-BE49-F238E27FC236}">
                  <a16:creationId xmlns:a16="http://schemas.microsoft.com/office/drawing/2014/main" id="{16CE9AE8-DCF5-2593-1C2C-21259D69F368}"/>
                </a:ext>
              </a:extLst>
            </p:cNvPr>
            <p:cNvGrpSpPr/>
            <p:nvPr/>
          </p:nvGrpSpPr>
          <p:grpSpPr>
            <a:xfrm>
              <a:off x="12903200" y="0"/>
              <a:ext cx="914400" cy="914400"/>
              <a:chOff x="12903200" y="0"/>
              <a:chExt cx="914400" cy="914400"/>
            </a:xfrm>
          </p:grpSpPr>
          <p:sp>
            <p:nvSpPr>
              <p:cNvPr id="9" name="Right Triangle 8">
                <a:extLst>
                  <a:ext uri="{FF2B5EF4-FFF2-40B4-BE49-F238E27FC236}">
                    <a16:creationId xmlns:a16="http://schemas.microsoft.com/office/drawing/2014/main" id="{8A5D5CB0-C4D4-2962-5446-5AFE3E71A48F}"/>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0" name="Oval 20">
                <a:extLst>
                  <a:ext uri="{FF2B5EF4-FFF2-40B4-BE49-F238E27FC236}">
                    <a16:creationId xmlns:a16="http://schemas.microsoft.com/office/drawing/2014/main" id="{BB84B08E-4E99-BEAD-3CE8-E732090CA4DE}"/>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8" name="TextBox 7">
              <a:extLst>
                <a:ext uri="{FF2B5EF4-FFF2-40B4-BE49-F238E27FC236}">
                  <a16:creationId xmlns:a16="http://schemas.microsoft.com/office/drawing/2014/main" id="{803DD711-C9F5-DDB3-671D-8F49FA8AD746}"/>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12" name="TextBox 11">
            <a:extLst>
              <a:ext uri="{FF2B5EF4-FFF2-40B4-BE49-F238E27FC236}">
                <a16:creationId xmlns:a16="http://schemas.microsoft.com/office/drawing/2014/main" id="{FB042A94-72B5-A3A9-2D61-69B9A2CED48D}"/>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2D) Creating the slide: Language</a:t>
            </a:r>
          </a:p>
        </p:txBody>
      </p:sp>
      <p:pic>
        <p:nvPicPr>
          <p:cNvPr id="1026" name="Picture 2" descr="Image">
            <a:extLst>
              <a:ext uri="{FF2B5EF4-FFF2-40B4-BE49-F238E27FC236}">
                <a16:creationId xmlns:a16="http://schemas.microsoft.com/office/drawing/2014/main" id="{2C2380CD-33C6-8EB9-18DC-1FAD04C783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737" y="1995708"/>
            <a:ext cx="2963673" cy="526452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mage">
            <a:extLst>
              <a:ext uri="{FF2B5EF4-FFF2-40B4-BE49-F238E27FC236}">
                <a16:creationId xmlns:a16="http://schemas.microsoft.com/office/drawing/2014/main" id="{B1D07FD1-32CB-748C-9310-3DF9F7572B5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80827" y="1995708"/>
            <a:ext cx="3200807" cy="52645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a:extLst>
              <a:ext uri="{FF2B5EF4-FFF2-40B4-BE49-F238E27FC236}">
                <a16:creationId xmlns:a16="http://schemas.microsoft.com/office/drawing/2014/main" id="{B6A8AAA1-4D92-8E36-60EF-DC59E59E958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05051" y="1995708"/>
            <a:ext cx="3694589" cy="526452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a:extLst>
              <a:ext uri="{FF2B5EF4-FFF2-40B4-BE49-F238E27FC236}">
                <a16:creationId xmlns:a16="http://schemas.microsoft.com/office/drawing/2014/main" id="{827C89D5-7F2B-CC4D-252E-46410EF65F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3057" y="1995708"/>
            <a:ext cx="3280827" cy="5264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717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4B58F005-FBD9-5B82-C3F9-70312D5D1FCF}"/>
              </a:ext>
            </a:extLst>
          </p:cNvPr>
          <p:cNvGraphicFramePr>
            <a:graphicFrameLocks noChangeAspect="1"/>
          </p:cNvGraphicFramePr>
          <p:nvPr>
            <p:custDataLst>
              <p:tags r:id="rId1"/>
            </p:custDataLst>
            <p:extLst>
              <p:ext uri="{D42A27DB-BD31-4B8C-83A1-F6EECF244321}">
                <p14:modId xmlns:p14="http://schemas.microsoft.com/office/powerpoint/2010/main" val="3380794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3" name="think-cell data - do not delete" hidden="1">
                        <a:extLst>
                          <a:ext uri="{FF2B5EF4-FFF2-40B4-BE49-F238E27FC236}">
                            <a16:creationId xmlns:a16="http://schemas.microsoft.com/office/drawing/2014/main" id="{4B58F005-FBD9-5B82-C3F9-70312D5D1F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D076BFF-CB51-98E3-251E-6525202860D6}"/>
              </a:ext>
            </a:extLst>
          </p:cNvPr>
          <p:cNvSpPr>
            <a:spLocks noGrp="1"/>
          </p:cNvSpPr>
          <p:nvPr>
            <p:ph type="title"/>
          </p:nvPr>
        </p:nvSpPr>
        <p:spPr>
          <a:xfrm>
            <a:off x="448969" y="765692"/>
            <a:ext cx="12665147" cy="447575"/>
          </a:xfrm>
        </p:spPr>
        <p:txBody>
          <a:bodyPr vert="horz"/>
          <a:lstStyle/>
          <a:p>
            <a:r>
              <a:rPr lang="en-US"/>
              <a:t>Draft – drain – refine to get to good slide language</a:t>
            </a:r>
          </a:p>
        </p:txBody>
      </p:sp>
      <p:sp>
        <p:nvSpPr>
          <p:cNvPr id="36" name="Subtitle 35">
            <a:extLst>
              <a:ext uri="{FF2B5EF4-FFF2-40B4-BE49-F238E27FC236}">
                <a16:creationId xmlns:a16="http://schemas.microsoft.com/office/drawing/2014/main" id="{950F7C88-B629-B7D7-8543-2F00CD8D42C4}"/>
              </a:ext>
            </a:extLst>
          </p:cNvPr>
          <p:cNvSpPr>
            <a:spLocks noGrp="1"/>
          </p:cNvSpPr>
          <p:nvPr>
            <p:ph type="subTitle" idx="1"/>
          </p:nvPr>
        </p:nvSpPr>
        <p:spPr/>
        <p:txBody>
          <a:bodyPr/>
          <a:lstStyle/>
          <a:p>
            <a:endParaRPr lang="en-US"/>
          </a:p>
        </p:txBody>
      </p:sp>
      <p:sp>
        <p:nvSpPr>
          <p:cNvPr id="38" name="Content Placeholder 37">
            <a:extLst>
              <a:ext uri="{FF2B5EF4-FFF2-40B4-BE49-F238E27FC236}">
                <a16:creationId xmlns:a16="http://schemas.microsoft.com/office/drawing/2014/main" id="{C4A361F4-7089-1EE3-1E10-F984F813ED6C}"/>
              </a:ext>
            </a:extLst>
          </p:cNvPr>
          <p:cNvSpPr>
            <a:spLocks noGrp="1"/>
          </p:cNvSpPr>
          <p:nvPr>
            <p:ph sz="quarter" idx="18"/>
          </p:nvPr>
        </p:nvSpPr>
        <p:spPr>
          <a:xfrm>
            <a:off x="448969" y="3396655"/>
            <a:ext cx="4138196" cy="3651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lnSpcReduction="10000"/>
          </a:bodyPr>
          <a:lstStyle/>
          <a:p>
            <a:r>
              <a:rPr lang="en-US" sz="1800" b="1">
                <a:solidFill>
                  <a:schemeClr val="accent2"/>
                </a:solidFill>
              </a:rPr>
              <a:t>Get your story on paper</a:t>
            </a:r>
          </a:p>
        </p:txBody>
      </p:sp>
      <p:sp>
        <p:nvSpPr>
          <p:cNvPr id="42" name="Content Placeholder 41">
            <a:extLst>
              <a:ext uri="{FF2B5EF4-FFF2-40B4-BE49-F238E27FC236}">
                <a16:creationId xmlns:a16="http://schemas.microsoft.com/office/drawing/2014/main" id="{AD17B570-B4D2-5416-B8D3-1DB5E4C5FC23}"/>
              </a:ext>
            </a:extLst>
          </p:cNvPr>
          <p:cNvSpPr>
            <a:spLocks noGrp="1"/>
          </p:cNvSpPr>
          <p:nvPr>
            <p:ph sz="quarter" idx="24"/>
          </p:nvPr>
        </p:nvSpPr>
        <p:spPr>
          <a:xfrm>
            <a:off x="448969" y="4116824"/>
            <a:ext cx="4138196" cy="2789115"/>
          </a:xfrm>
        </p:spPr>
        <p:txBody>
          <a:bodyPr>
            <a:noAutofit/>
          </a:bodyPr>
          <a:lstStyle/>
          <a:p>
            <a:pPr marL="108000" lvl="1" indent="0">
              <a:spcBef>
                <a:spcPts val="0"/>
              </a:spcBef>
              <a:spcAft>
                <a:spcPts val="0"/>
              </a:spcAft>
              <a:buClr>
                <a:schemeClr val="accent1"/>
              </a:buClr>
              <a:buSzPct val="100000"/>
              <a:buNone/>
            </a:pPr>
            <a:r>
              <a:rPr lang="en-US" sz="1400" b="0" i="0" u="none" strike="noStrike" kern="1200" baseline="0">
                <a:solidFill>
                  <a:schemeClr val="tx1"/>
                </a:solidFill>
                <a:latin typeface="+mn-lt"/>
              </a:rPr>
              <a:t>We have designed a set of appealing offerings, which will likely acquire, deepen and penetrate customer relationship effectively</a:t>
            </a:r>
          </a:p>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kern="1200" baseline="0">
                <a:solidFill>
                  <a:schemeClr val="tx1"/>
                </a:solidFill>
                <a:latin typeface="+mn-lt"/>
              </a:rPr>
              <a:t>Acquire: Business solution with immediate value to be provided to clients and improve acquisition success rate effectively</a:t>
            </a:r>
          </a:p>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kern="1200" baseline="0">
                <a:solidFill>
                  <a:schemeClr val="tx1"/>
                </a:solidFill>
                <a:latin typeface="+mn-lt"/>
              </a:rPr>
              <a:t>Deepening: To strengthen digital platform and appealing insurance products to deepen relationship</a:t>
            </a:r>
          </a:p>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kern="1200" baseline="0">
                <a:solidFill>
                  <a:schemeClr val="tx1"/>
                </a:solidFill>
                <a:latin typeface="+mn-lt"/>
              </a:rPr>
              <a:t>Penetration: Ensure holistic planning and investment expertise for revenue fee generation from clients</a:t>
            </a:r>
            <a:endParaRPr lang="en-US" sz="1200">
              <a:latin typeface="+mn-lt"/>
            </a:endParaRPr>
          </a:p>
        </p:txBody>
      </p:sp>
      <p:sp>
        <p:nvSpPr>
          <p:cNvPr id="37" name="Content Placeholder 36">
            <a:extLst>
              <a:ext uri="{FF2B5EF4-FFF2-40B4-BE49-F238E27FC236}">
                <a16:creationId xmlns:a16="http://schemas.microsoft.com/office/drawing/2014/main" id="{98C5875D-170E-9DE9-E1F1-48B14162A81C}"/>
              </a:ext>
            </a:extLst>
          </p:cNvPr>
          <p:cNvSpPr>
            <a:spLocks noGrp="1"/>
          </p:cNvSpPr>
          <p:nvPr>
            <p:ph sz="quarter" idx="17"/>
          </p:nvPr>
        </p:nvSpPr>
        <p:spPr>
          <a:xfrm>
            <a:off x="4782687" y="4116824"/>
            <a:ext cx="4176588" cy="2789115"/>
          </a:xfrm>
        </p:spPr>
        <p:txBody>
          <a:bodyPr>
            <a:noAutofit/>
          </a:bodyPr>
          <a:lstStyle/>
          <a:p>
            <a:pPr marL="108000" lvl="1" indent="0">
              <a:spcBef>
                <a:spcPts val="0"/>
              </a:spcBef>
              <a:spcAft>
                <a:spcPts val="0"/>
              </a:spcAft>
              <a:buClr>
                <a:schemeClr val="accent1"/>
              </a:buClr>
              <a:buSzPct val="100000"/>
              <a:buNone/>
            </a:pPr>
            <a:r>
              <a:rPr lang="en-US" sz="1400" b="0" i="0" u="none" strike="sngStrike" kern="1200" baseline="0">
                <a:solidFill>
                  <a:srgbClr val="CC0000"/>
                </a:solidFill>
                <a:latin typeface="+mn-lt"/>
              </a:rPr>
              <a:t>We have designed a set of </a:t>
            </a:r>
            <a:r>
              <a:rPr lang="en-US" sz="1400" b="0" i="0" u="none" strike="noStrike" kern="1200" baseline="0">
                <a:solidFill>
                  <a:schemeClr val="tx1"/>
                </a:solidFill>
                <a:latin typeface="+mn-lt"/>
              </a:rPr>
              <a:t>appealing offerings, </a:t>
            </a:r>
            <a:r>
              <a:rPr lang="en-US" sz="1400" strike="sngStrike" kern="1200">
                <a:solidFill>
                  <a:srgbClr val="CC0000"/>
                </a:solidFill>
                <a:latin typeface="+mn-lt"/>
              </a:rPr>
              <a:t>which will likely</a:t>
            </a:r>
            <a:r>
              <a:rPr lang="en-US" sz="1400" b="0" i="0" u="none" strike="noStrike" kern="1200" baseline="0">
                <a:solidFill>
                  <a:schemeClr val="tx1"/>
                </a:solidFill>
                <a:latin typeface="+mn-lt"/>
              </a:rPr>
              <a:t> </a:t>
            </a:r>
            <a:r>
              <a:rPr lang="en-US" sz="1400" b="0" i="0" u="none" strike="noStrike" kern="1200" baseline="0">
                <a:solidFill>
                  <a:srgbClr val="009933"/>
                </a:solidFill>
                <a:latin typeface="+mn-lt"/>
              </a:rPr>
              <a:t>to build </a:t>
            </a:r>
            <a:r>
              <a:rPr lang="en-US" sz="1400" strike="sngStrike" kern="1200">
                <a:solidFill>
                  <a:srgbClr val="CC0000"/>
                </a:solidFill>
                <a:latin typeface="+mn-lt"/>
              </a:rPr>
              <a:t>acquire, deepen and penetrate</a:t>
            </a:r>
            <a:r>
              <a:rPr lang="en-US" sz="1400" b="0" i="0" u="none" strike="noStrike" kern="1200" baseline="0">
                <a:solidFill>
                  <a:schemeClr val="tx1"/>
                </a:solidFill>
                <a:latin typeface="+mn-lt"/>
              </a:rPr>
              <a:t> customer relationship effectively</a:t>
            </a:r>
          </a:p>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kern="1200" baseline="0">
                <a:solidFill>
                  <a:schemeClr val="tx1"/>
                </a:solidFill>
                <a:latin typeface="+mn-lt"/>
              </a:rPr>
              <a:t>Acquire: </a:t>
            </a:r>
            <a:r>
              <a:rPr lang="en-US" sz="1400" strike="sngStrike" kern="1200">
                <a:solidFill>
                  <a:srgbClr val="CC0000"/>
                </a:solidFill>
                <a:latin typeface="+mn-lt"/>
              </a:rPr>
              <a:t>Business </a:t>
            </a:r>
            <a:r>
              <a:rPr lang="en-US" sz="1400" b="0" i="0" u="none" strike="noStrike" kern="1200" baseline="0">
                <a:solidFill>
                  <a:schemeClr val="tx1"/>
                </a:solidFill>
                <a:latin typeface="+mn-lt"/>
              </a:rPr>
              <a:t>solution with immediate value </a:t>
            </a:r>
            <a:r>
              <a:rPr lang="en-US" sz="1400" kern="1200">
                <a:solidFill>
                  <a:schemeClr val="tx1"/>
                </a:solidFill>
                <a:latin typeface="+mn-lt"/>
              </a:rPr>
              <a:t>to </a:t>
            </a:r>
            <a:r>
              <a:rPr lang="en-US" sz="1400" strike="sngStrike" kern="1200">
                <a:solidFill>
                  <a:srgbClr val="CC0000"/>
                </a:solidFill>
                <a:latin typeface="+mn-lt"/>
              </a:rPr>
              <a:t>be provided to clients and </a:t>
            </a:r>
            <a:r>
              <a:rPr lang="en-US" sz="1400" b="0" i="0" u="none" strike="noStrike" kern="1200" baseline="0">
                <a:solidFill>
                  <a:schemeClr val="tx1"/>
                </a:solidFill>
                <a:latin typeface="+mn-lt"/>
              </a:rPr>
              <a:t>improve </a:t>
            </a:r>
            <a:r>
              <a:rPr lang="en-US" sz="1400" strike="sngStrike" kern="1200">
                <a:solidFill>
                  <a:srgbClr val="CC0000"/>
                </a:solidFill>
                <a:latin typeface="+mn-lt"/>
              </a:rPr>
              <a:t>acquisition </a:t>
            </a:r>
            <a:r>
              <a:rPr lang="en-US" sz="1400" b="0" i="0" u="none" strike="noStrike" kern="1200" baseline="0">
                <a:solidFill>
                  <a:schemeClr val="tx1"/>
                </a:solidFill>
                <a:latin typeface="+mn-lt"/>
              </a:rPr>
              <a:t>success rate </a:t>
            </a:r>
            <a:r>
              <a:rPr lang="en-US" sz="1400" strike="sngStrike" kern="1200">
                <a:solidFill>
                  <a:srgbClr val="CC0000"/>
                </a:solidFill>
                <a:latin typeface="+mn-lt"/>
              </a:rPr>
              <a:t>effectively</a:t>
            </a:r>
          </a:p>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kern="1200" baseline="0">
                <a:solidFill>
                  <a:schemeClr val="tx1"/>
                </a:solidFill>
                <a:latin typeface="+mn-lt"/>
              </a:rPr>
              <a:t>Deepening: To strengthen digital platform and </a:t>
            </a:r>
            <a:r>
              <a:rPr lang="en-US" sz="1400" strike="sngStrike" kern="1200">
                <a:solidFill>
                  <a:srgbClr val="CC0000"/>
                </a:solidFill>
                <a:latin typeface="+mn-lt"/>
              </a:rPr>
              <a:t>appealing </a:t>
            </a:r>
            <a:r>
              <a:rPr lang="en-US" sz="1400" b="0" i="0" u="none" strike="noStrike" kern="1200" baseline="0">
                <a:solidFill>
                  <a:schemeClr val="tx1"/>
                </a:solidFill>
                <a:latin typeface="+mn-lt"/>
              </a:rPr>
              <a:t>insurance products </a:t>
            </a:r>
            <a:r>
              <a:rPr lang="en-US" sz="1400" strike="sngStrike" kern="1200">
                <a:solidFill>
                  <a:srgbClr val="CC0000"/>
                </a:solidFill>
                <a:latin typeface="+mn-lt"/>
              </a:rPr>
              <a:t>to deepen relationship</a:t>
            </a:r>
          </a:p>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kern="1200" baseline="0">
                <a:solidFill>
                  <a:schemeClr val="tx1"/>
                </a:solidFill>
                <a:latin typeface="+mn-lt"/>
              </a:rPr>
              <a:t>Penetration: </a:t>
            </a:r>
            <a:r>
              <a:rPr lang="en-US" sz="1400" strike="sngStrike" kern="1200">
                <a:solidFill>
                  <a:srgbClr val="CC0000"/>
                </a:solidFill>
                <a:latin typeface="+mn-lt"/>
              </a:rPr>
              <a:t>Ensure </a:t>
            </a:r>
            <a:r>
              <a:rPr lang="en-US" sz="1400" b="0" i="0" u="none" strike="noStrike" kern="1200" baseline="0">
                <a:solidFill>
                  <a:schemeClr val="tx1"/>
                </a:solidFill>
                <a:latin typeface="+mn-lt"/>
              </a:rPr>
              <a:t>holistic planning and investment expertise for </a:t>
            </a:r>
            <a:r>
              <a:rPr lang="en-US" sz="1400" strike="sngStrike" kern="1200">
                <a:solidFill>
                  <a:srgbClr val="CC0000"/>
                </a:solidFill>
                <a:latin typeface="+mn-lt"/>
              </a:rPr>
              <a:t>revenue </a:t>
            </a:r>
            <a:r>
              <a:rPr lang="en-US" sz="1400" b="0" i="0" u="none" strike="noStrike" kern="1200" baseline="0">
                <a:solidFill>
                  <a:schemeClr val="tx1"/>
                </a:solidFill>
                <a:latin typeface="+mn-lt"/>
              </a:rPr>
              <a:t>fee generation </a:t>
            </a:r>
            <a:r>
              <a:rPr lang="en-US" sz="1400" strike="sngStrike" kern="1200">
                <a:solidFill>
                  <a:srgbClr val="CC0000"/>
                </a:solidFill>
                <a:latin typeface="+mn-lt"/>
              </a:rPr>
              <a:t>from clients</a:t>
            </a:r>
          </a:p>
        </p:txBody>
      </p:sp>
      <p:sp>
        <p:nvSpPr>
          <p:cNvPr id="39" name="Content Placeholder 38">
            <a:extLst>
              <a:ext uri="{FF2B5EF4-FFF2-40B4-BE49-F238E27FC236}">
                <a16:creationId xmlns:a16="http://schemas.microsoft.com/office/drawing/2014/main" id="{7BE608C1-9BC7-642A-A160-A94501DA2DF0}"/>
              </a:ext>
            </a:extLst>
          </p:cNvPr>
          <p:cNvSpPr>
            <a:spLocks noGrp="1"/>
          </p:cNvSpPr>
          <p:nvPr>
            <p:ph sz="quarter" idx="19"/>
          </p:nvPr>
        </p:nvSpPr>
        <p:spPr>
          <a:xfrm>
            <a:off x="4782687" y="3396655"/>
            <a:ext cx="4176588" cy="3651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lnSpcReduction="10000"/>
          </a:bodyPr>
          <a:lstStyle/>
          <a:p>
            <a:r>
              <a:rPr lang="en-US" sz="1800" b="1">
                <a:solidFill>
                  <a:schemeClr val="accent2"/>
                </a:solidFill>
              </a:rPr>
              <a:t>Take out unnecessary words</a:t>
            </a:r>
          </a:p>
        </p:txBody>
      </p:sp>
      <p:sp>
        <p:nvSpPr>
          <p:cNvPr id="40" name="Content Placeholder 39">
            <a:extLst>
              <a:ext uri="{FF2B5EF4-FFF2-40B4-BE49-F238E27FC236}">
                <a16:creationId xmlns:a16="http://schemas.microsoft.com/office/drawing/2014/main" id="{812EACBF-8B32-02B1-CBB8-DC689EDE5F82}"/>
              </a:ext>
            </a:extLst>
          </p:cNvPr>
          <p:cNvSpPr>
            <a:spLocks noGrp="1"/>
          </p:cNvSpPr>
          <p:nvPr>
            <p:ph sz="quarter" idx="20"/>
          </p:nvPr>
        </p:nvSpPr>
        <p:spPr>
          <a:xfrm>
            <a:off x="9154798" y="4116824"/>
            <a:ext cx="3959318" cy="2789115"/>
          </a:xfrm>
        </p:spPr>
        <p:txBody>
          <a:bodyPr>
            <a:normAutofit/>
          </a:bodyPr>
          <a:lstStyle/>
          <a:p>
            <a:pPr marL="108000" lvl="1" indent="0">
              <a:spcBef>
                <a:spcPts val="0"/>
              </a:spcBef>
              <a:spcAft>
                <a:spcPts val="0"/>
              </a:spcAft>
              <a:buClr>
                <a:schemeClr val="accent1"/>
              </a:buClr>
              <a:buSzPct val="100000"/>
              <a:buNone/>
            </a:pPr>
            <a:r>
              <a:rPr lang="en-US" sz="1600" b="0" i="0" u="none" strike="noStrike" kern="1200" baseline="0">
                <a:solidFill>
                  <a:srgbClr val="CC0000"/>
                </a:solidFill>
                <a:latin typeface="+mn-lt"/>
              </a:rPr>
              <a:t>Three </a:t>
            </a:r>
            <a:r>
              <a:rPr lang="en-US" sz="1600" b="0" i="0" u="none" strike="noStrike" kern="1200" baseline="0">
                <a:solidFill>
                  <a:schemeClr val="tx1"/>
                </a:solidFill>
                <a:latin typeface="+mn-lt"/>
              </a:rPr>
              <a:t>appealing offerings </a:t>
            </a:r>
            <a:r>
              <a:rPr lang="en-US" sz="1600" kern="1200">
                <a:solidFill>
                  <a:schemeClr val="tx1"/>
                </a:solidFill>
                <a:latin typeface="+mn-lt"/>
              </a:rPr>
              <a:t>to build customer </a:t>
            </a:r>
            <a:r>
              <a:rPr lang="en-US" sz="1600" b="0" i="0" u="none" strike="noStrike" kern="1200" baseline="0">
                <a:solidFill>
                  <a:schemeClr val="tx1"/>
                </a:solidFill>
                <a:latin typeface="+mn-lt"/>
              </a:rPr>
              <a:t>relationship effectively</a:t>
            </a:r>
          </a:p>
          <a:p>
            <a:pPr marL="324000" lvl="1" indent="-216000">
              <a:spcBef>
                <a:spcPts val="0"/>
              </a:spcBef>
              <a:spcAft>
                <a:spcPts val="0"/>
              </a:spcAft>
              <a:buClr>
                <a:schemeClr val="accent1"/>
              </a:buClr>
              <a:buSzPct val="100000"/>
              <a:buFont typeface="Segoe UI" panose="020B0502040204020203" pitchFamily="34" charset="0"/>
              <a:buChar char="•"/>
            </a:pPr>
            <a:r>
              <a:rPr lang="en-US" sz="1600" b="1" i="0" u="none" strike="noStrike" kern="1200" baseline="0">
                <a:solidFill>
                  <a:schemeClr val="tx1"/>
                </a:solidFill>
                <a:latin typeface="+mn-lt"/>
              </a:rPr>
              <a:t>Acquire</a:t>
            </a:r>
            <a:r>
              <a:rPr lang="en-US" sz="1600" b="0" i="0" u="none" strike="noStrike" kern="1200" baseline="0">
                <a:solidFill>
                  <a:schemeClr val="tx1"/>
                </a:solidFill>
                <a:latin typeface="+mn-lt"/>
              </a:rPr>
              <a:t>: Solution</a:t>
            </a:r>
            <a:r>
              <a:rPr lang="en-US" sz="1600" b="0" i="0" u="none" strike="noStrike" kern="1200" baseline="0">
                <a:solidFill>
                  <a:srgbClr val="CC0000"/>
                </a:solidFill>
                <a:latin typeface="+mn-lt"/>
              </a:rPr>
              <a:t>s</a:t>
            </a:r>
            <a:r>
              <a:rPr lang="en-US" sz="1600" b="0" i="0" u="none" strike="noStrike" kern="1200" baseline="0">
                <a:solidFill>
                  <a:schemeClr val="tx1"/>
                </a:solidFill>
                <a:latin typeface="+mn-lt"/>
              </a:rPr>
              <a:t> with immediate value </a:t>
            </a:r>
            <a:r>
              <a:rPr lang="en-US" sz="1600" kern="1200">
                <a:solidFill>
                  <a:schemeClr val="tx1"/>
                </a:solidFill>
                <a:latin typeface="+mn-lt"/>
              </a:rPr>
              <a:t>to </a:t>
            </a:r>
            <a:r>
              <a:rPr lang="en-US" sz="1600" b="0" i="0" u="none" strike="noStrike" kern="1200" baseline="0">
                <a:solidFill>
                  <a:schemeClr val="tx1"/>
                </a:solidFill>
                <a:latin typeface="+mn-lt"/>
              </a:rPr>
              <a:t>improve success rate</a:t>
            </a:r>
            <a:endParaRPr lang="en-US" sz="1600" strike="sngStrike" kern="1200">
              <a:solidFill>
                <a:srgbClr val="CC0000"/>
              </a:solidFill>
              <a:latin typeface="+mn-lt"/>
            </a:endParaRPr>
          </a:p>
          <a:p>
            <a:pPr marL="324000" lvl="1" indent="-216000">
              <a:spcBef>
                <a:spcPts val="0"/>
              </a:spcBef>
              <a:spcAft>
                <a:spcPts val="0"/>
              </a:spcAft>
              <a:buClr>
                <a:schemeClr val="accent1"/>
              </a:buClr>
              <a:buSzPct val="100000"/>
              <a:buFont typeface="Segoe UI" panose="020B0502040204020203" pitchFamily="34" charset="0"/>
              <a:buChar char="•"/>
            </a:pPr>
            <a:r>
              <a:rPr lang="en-US" sz="1600" b="1" i="0" u="none" strike="noStrike" kern="1200" baseline="0">
                <a:solidFill>
                  <a:srgbClr val="CC0000"/>
                </a:solidFill>
                <a:latin typeface="+mn-lt"/>
              </a:rPr>
              <a:t>Deepen</a:t>
            </a:r>
            <a:r>
              <a:rPr lang="en-US" sz="1600" b="0" i="0" u="none" strike="noStrike" kern="1200" baseline="0">
                <a:solidFill>
                  <a:schemeClr val="tx1"/>
                </a:solidFill>
                <a:latin typeface="+mn-lt"/>
              </a:rPr>
              <a:t>: Strengthen</a:t>
            </a:r>
            <a:r>
              <a:rPr lang="en-US" sz="1600" b="0" i="0" u="none" strike="noStrike" kern="1200" baseline="0">
                <a:solidFill>
                  <a:srgbClr val="CC0000"/>
                </a:solidFill>
                <a:latin typeface="+mn-lt"/>
              </a:rPr>
              <a:t>ed</a:t>
            </a:r>
            <a:r>
              <a:rPr lang="en-US" sz="1600" b="0" i="0" u="none" strike="noStrike" kern="1200" baseline="0">
                <a:solidFill>
                  <a:schemeClr val="tx1"/>
                </a:solidFill>
                <a:latin typeface="+mn-lt"/>
              </a:rPr>
              <a:t> digital platform and insurance products</a:t>
            </a:r>
            <a:endParaRPr lang="en-US" sz="1600" strike="sngStrike" kern="1200">
              <a:solidFill>
                <a:srgbClr val="CC0000"/>
              </a:solidFill>
              <a:latin typeface="+mn-lt"/>
            </a:endParaRPr>
          </a:p>
          <a:p>
            <a:pPr marL="324000" lvl="1" indent="-216000">
              <a:spcBef>
                <a:spcPts val="0"/>
              </a:spcBef>
              <a:spcAft>
                <a:spcPts val="0"/>
              </a:spcAft>
              <a:buClr>
                <a:schemeClr val="accent1"/>
              </a:buClr>
              <a:buSzPct val="100000"/>
              <a:buFont typeface="Segoe UI" panose="020B0502040204020203" pitchFamily="34" charset="0"/>
              <a:buChar char="•"/>
            </a:pPr>
            <a:r>
              <a:rPr lang="en-US" sz="1600" b="1" i="0" u="none" strike="noStrike" kern="1200" baseline="0">
                <a:solidFill>
                  <a:srgbClr val="CC0000"/>
                </a:solidFill>
                <a:latin typeface="+mn-lt"/>
              </a:rPr>
              <a:t>Penetrate</a:t>
            </a:r>
            <a:r>
              <a:rPr lang="en-US" sz="1600" b="0" i="0" u="none" strike="noStrike" kern="1200" baseline="0">
                <a:solidFill>
                  <a:schemeClr val="tx1"/>
                </a:solidFill>
                <a:latin typeface="+mn-lt"/>
              </a:rPr>
              <a:t>: Holistic planning and investment expertise for fee generation</a:t>
            </a:r>
            <a:endParaRPr lang="en-US" sz="1600" strike="sngStrike" kern="1200">
              <a:solidFill>
                <a:srgbClr val="CC0000"/>
              </a:solidFill>
              <a:latin typeface="+mn-lt"/>
            </a:endParaRPr>
          </a:p>
        </p:txBody>
      </p:sp>
      <p:sp>
        <p:nvSpPr>
          <p:cNvPr id="41" name="Content Placeholder 40">
            <a:extLst>
              <a:ext uri="{FF2B5EF4-FFF2-40B4-BE49-F238E27FC236}">
                <a16:creationId xmlns:a16="http://schemas.microsoft.com/office/drawing/2014/main" id="{E56680E9-54A0-2A70-A29C-83EC3A727FF4}"/>
              </a:ext>
            </a:extLst>
          </p:cNvPr>
          <p:cNvSpPr>
            <a:spLocks noGrp="1"/>
          </p:cNvSpPr>
          <p:nvPr>
            <p:ph sz="quarter" idx="21"/>
          </p:nvPr>
        </p:nvSpPr>
        <p:spPr>
          <a:xfrm>
            <a:off x="9154798" y="3396655"/>
            <a:ext cx="3959318" cy="365125"/>
          </a:xfrm>
        </p:spPr>
        <p:txBody>
          <a:bodyPr>
            <a:noAutofit/>
          </a:bodyPr>
          <a:lstStyle/>
          <a:p>
            <a:r>
              <a:rPr lang="en-US" sz="1800" b="1">
                <a:solidFill>
                  <a:schemeClr val="accent2"/>
                </a:solidFill>
              </a:rPr>
              <a:t>Make language more effective</a:t>
            </a:r>
          </a:p>
        </p:txBody>
      </p:sp>
      <p:sp>
        <p:nvSpPr>
          <p:cNvPr id="5" name="Footer Placeholder 4">
            <a:extLst>
              <a:ext uri="{FF2B5EF4-FFF2-40B4-BE49-F238E27FC236}">
                <a16:creationId xmlns:a16="http://schemas.microsoft.com/office/drawing/2014/main" id="{8CC63BD7-CBAF-7D42-1324-EA7D4071BC56}"/>
              </a:ext>
            </a:extLst>
          </p:cNvPr>
          <p:cNvSpPr>
            <a:spLocks noGrp="1"/>
          </p:cNvSpPr>
          <p:nvPr>
            <p:ph type="ftr" sz="quarter" idx="3"/>
          </p:nvPr>
        </p:nvSpPr>
        <p:spPr>
          <a:xfrm>
            <a:off x="11945877" y="7114361"/>
            <a:ext cx="1315156" cy="193182"/>
          </a:xfrm>
        </p:spPr>
        <p:txBody>
          <a:bodyPr/>
          <a:lstStyle/>
          <a:p>
            <a:r>
              <a:rPr lang="en-CA"/>
              <a:t>2024</a:t>
            </a:r>
          </a:p>
        </p:txBody>
      </p:sp>
      <p:grpSp>
        <p:nvGrpSpPr>
          <p:cNvPr id="6" name="Group 5">
            <a:extLst>
              <a:ext uri="{FF2B5EF4-FFF2-40B4-BE49-F238E27FC236}">
                <a16:creationId xmlns:a16="http://schemas.microsoft.com/office/drawing/2014/main" id="{A5A0D950-B4FB-DB98-B4AC-3DF15A052F02}"/>
              </a:ext>
            </a:extLst>
          </p:cNvPr>
          <p:cNvGrpSpPr/>
          <p:nvPr/>
        </p:nvGrpSpPr>
        <p:grpSpPr>
          <a:xfrm>
            <a:off x="10874499" y="0"/>
            <a:ext cx="2943101" cy="914400"/>
            <a:chOff x="10874499" y="0"/>
            <a:chExt cx="2943101" cy="914400"/>
          </a:xfrm>
        </p:grpSpPr>
        <p:grpSp>
          <p:nvGrpSpPr>
            <p:cNvPr id="7" name="Group 6">
              <a:extLst>
                <a:ext uri="{FF2B5EF4-FFF2-40B4-BE49-F238E27FC236}">
                  <a16:creationId xmlns:a16="http://schemas.microsoft.com/office/drawing/2014/main" id="{BF5B4BE8-D3B8-B49A-7522-C25620A896EF}"/>
                </a:ext>
              </a:extLst>
            </p:cNvPr>
            <p:cNvGrpSpPr/>
            <p:nvPr/>
          </p:nvGrpSpPr>
          <p:grpSpPr>
            <a:xfrm>
              <a:off x="12903200" y="0"/>
              <a:ext cx="914400" cy="914400"/>
              <a:chOff x="12903200" y="0"/>
              <a:chExt cx="914400" cy="914400"/>
            </a:xfrm>
          </p:grpSpPr>
          <p:sp>
            <p:nvSpPr>
              <p:cNvPr id="9" name="Right Triangle 8">
                <a:extLst>
                  <a:ext uri="{FF2B5EF4-FFF2-40B4-BE49-F238E27FC236}">
                    <a16:creationId xmlns:a16="http://schemas.microsoft.com/office/drawing/2014/main" id="{39E9660B-2B5B-3CBD-6D0C-EB29100DC6E3}"/>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0" name="Oval 20">
                <a:extLst>
                  <a:ext uri="{FF2B5EF4-FFF2-40B4-BE49-F238E27FC236}">
                    <a16:creationId xmlns:a16="http://schemas.microsoft.com/office/drawing/2014/main" id="{06E45FBB-E4FD-3116-DD98-23CB4B65ABC0}"/>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8" name="TextBox 7">
              <a:extLst>
                <a:ext uri="{FF2B5EF4-FFF2-40B4-BE49-F238E27FC236}">
                  <a16:creationId xmlns:a16="http://schemas.microsoft.com/office/drawing/2014/main" id="{AA51F2EC-15CC-36BC-5496-67BAA5FBD00F}"/>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11" name="TextBox 10">
            <a:extLst>
              <a:ext uri="{FF2B5EF4-FFF2-40B4-BE49-F238E27FC236}">
                <a16:creationId xmlns:a16="http://schemas.microsoft.com/office/drawing/2014/main" id="{2385907B-34E7-9F7F-3426-0852D0FF763B}"/>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2D) Creating the slide: Language</a:t>
            </a:r>
          </a:p>
        </p:txBody>
      </p:sp>
      <p:cxnSp>
        <p:nvCxnSpPr>
          <p:cNvPr id="20" name="Straight Connector 19">
            <a:extLst>
              <a:ext uri="{FF2B5EF4-FFF2-40B4-BE49-F238E27FC236}">
                <a16:creationId xmlns:a16="http://schemas.microsoft.com/office/drawing/2014/main" id="{78F0C8CF-AE79-1E18-09B4-A8979F573934}"/>
              </a:ext>
            </a:extLst>
          </p:cNvPr>
          <p:cNvCxnSpPr/>
          <p:nvPr/>
        </p:nvCxnSpPr>
        <p:spPr>
          <a:xfrm flipH="1">
            <a:off x="448970" y="2475482"/>
            <a:ext cx="12665146" cy="0"/>
          </a:xfrm>
          <a:prstGeom prst="line">
            <a:avLst/>
          </a:prstGeom>
          <a:ln w="22225" cap="rnd" cmpd="sng" algn="ctr">
            <a:solidFill>
              <a:schemeClr val="accent2"/>
            </a:solidFill>
            <a:prstDash val="solid"/>
            <a:round/>
            <a:headEnd type="triangle" w="med" len="med"/>
            <a:tailEnd type="oval" w="med" len="med"/>
          </a:ln>
        </p:spPr>
        <p:style>
          <a:lnRef idx="1">
            <a:schemeClr val="accent1"/>
          </a:lnRef>
          <a:fillRef idx="0">
            <a:schemeClr val="accent1"/>
          </a:fillRef>
          <a:effectRef idx="0">
            <a:schemeClr val="accent1"/>
          </a:effectRef>
          <a:fontRef idx="minor">
            <a:schemeClr val="tx1"/>
          </a:fontRef>
        </p:style>
      </p:cxnSp>
      <p:sp>
        <p:nvSpPr>
          <p:cNvPr id="21" name="Flowchart: Connector 20">
            <a:extLst>
              <a:ext uri="{FF2B5EF4-FFF2-40B4-BE49-F238E27FC236}">
                <a16:creationId xmlns:a16="http://schemas.microsoft.com/office/drawing/2014/main" id="{32AB23E0-7D7F-B971-DC7A-907C8B0B0505}"/>
              </a:ext>
            </a:extLst>
          </p:cNvPr>
          <p:cNvSpPr/>
          <p:nvPr/>
        </p:nvSpPr>
        <p:spPr bwMode="auto">
          <a:xfrm>
            <a:off x="1865844" y="1826600"/>
            <a:ext cx="1304445" cy="1304445"/>
          </a:xfrm>
          <a:prstGeom prst="flowChartConnector">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1081088"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FFFFFF"/>
                </a:solidFill>
                <a:effectLst/>
                <a:latin typeface="Arial" charset="0"/>
              </a:rPr>
              <a:t>Draft</a:t>
            </a:r>
          </a:p>
        </p:txBody>
      </p:sp>
      <p:sp>
        <p:nvSpPr>
          <p:cNvPr id="22" name="Flowchart: Connector 21">
            <a:extLst>
              <a:ext uri="{FF2B5EF4-FFF2-40B4-BE49-F238E27FC236}">
                <a16:creationId xmlns:a16="http://schemas.microsoft.com/office/drawing/2014/main" id="{8D7DE443-CE07-712C-EE20-0B6AC6D21036}"/>
              </a:ext>
            </a:extLst>
          </p:cNvPr>
          <p:cNvSpPr/>
          <p:nvPr/>
        </p:nvSpPr>
        <p:spPr bwMode="auto">
          <a:xfrm>
            <a:off x="6218759" y="1826600"/>
            <a:ext cx="1304445" cy="1304445"/>
          </a:xfrm>
          <a:prstGeom prst="flowChartConnector">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1081088"/>
            <a:r>
              <a:rPr lang="en-US" sz="2000">
                <a:solidFill>
                  <a:srgbClr val="FFFFFF"/>
                </a:solidFill>
              </a:rPr>
              <a:t>Drain</a:t>
            </a:r>
          </a:p>
        </p:txBody>
      </p:sp>
      <p:sp>
        <p:nvSpPr>
          <p:cNvPr id="23" name="Flowchart: Connector 22">
            <a:extLst>
              <a:ext uri="{FF2B5EF4-FFF2-40B4-BE49-F238E27FC236}">
                <a16:creationId xmlns:a16="http://schemas.microsoft.com/office/drawing/2014/main" id="{32AB55E0-3241-5619-A29A-CDF85DDDE5F1}"/>
              </a:ext>
            </a:extLst>
          </p:cNvPr>
          <p:cNvSpPr/>
          <p:nvPr/>
        </p:nvSpPr>
        <p:spPr bwMode="auto">
          <a:xfrm>
            <a:off x="10482235" y="1826600"/>
            <a:ext cx="1304445" cy="1304445"/>
          </a:xfrm>
          <a:prstGeom prst="flowChartConnector">
            <a:avLst/>
          </a:prstGeom>
          <a:solidFill>
            <a:schemeClr val="accent1"/>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defTabSz="1081088"/>
            <a:r>
              <a:rPr lang="en-US" sz="2000">
                <a:solidFill>
                  <a:srgbClr val="FFFFFF"/>
                </a:solidFill>
              </a:rPr>
              <a:t>Refine</a:t>
            </a:r>
          </a:p>
        </p:txBody>
      </p:sp>
    </p:spTree>
    <p:extLst>
      <p:ext uri="{BB962C8B-B14F-4D97-AF65-F5344CB8AC3E}">
        <p14:creationId xmlns:p14="http://schemas.microsoft.com/office/powerpoint/2010/main" val="24003425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xEl>
                                              <p:pRg st="0" end="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xEl>
                                              <p:pRg st="2" end="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uild="p"/>
      <p:bldP spid="39" grpId="0" build="p"/>
      <p:bldP spid="40" grpId="0" build="p"/>
      <p:bldP spid="41" grpId="0" build="p"/>
      <p:bldP spid="22"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D0DE4F6-DDE2-97B5-D41F-F89471152C49}"/>
              </a:ext>
            </a:extLst>
          </p:cNvPr>
          <p:cNvGraphicFramePr>
            <a:graphicFrameLocks noChangeAspect="1"/>
          </p:cNvGraphicFramePr>
          <p:nvPr>
            <p:custDataLst>
              <p:tags r:id="rId1"/>
            </p:custDataLst>
            <p:extLst>
              <p:ext uri="{D42A27DB-BD31-4B8C-83A1-F6EECF244321}">
                <p14:modId xmlns:p14="http://schemas.microsoft.com/office/powerpoint/2010/main" val="1134825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04" imgH="405" progId="TCLayout.ActiveDocument.1">
                  <p:embed/>
                </p:oleObj>
              </mc:Choice>
              <mc:Fallback>
                <p:oleObj name="think-cell Slide" r:id="rId8" imgW="404" imgH="405" progId="TCLayout.ActiveDocument.1">
                  <p:embed/>
                  <p:pic>
                    <p:nvPicPr>
                      <p:cNvPr id="7" name="think-cell data - do not delete" hidden="1">
                        <a:extLst>
                          <a:ext uri="{FF2B5EF4-FFF2-40B4-BE49-F238E27FC236}">
                            <a16:creationId xmlns:a16="http://schemas.microsoft.com/office/drawing/2014/main" id="{4D0DE4F6-DDE2-97B5-D41F-F89471152C4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F19F379-63CB-2C33-7BBB-11472A54923E}"/>
              </a:ext>
            </a:extLst>
          </p:cNvPr>
          <p:cNvSpPr>
            <a:spLocks noGrp="1"/>
          </p:cNvSpPr>
          <p:nvPr>
            <p:ph type="title"/>
          </p:nvPr>
        </p:nvSpPr>
        <p:spPr>
          <a:xfrm>
            <a:off x="448969" y="765692"/>
            <a:ext cx="12665147" cy="447575"/>
          </a:xfrm>
        </p:spPr>
        <p:txBody>
          <a:bodyPr vert="horz"/>
          <a:lstStyle/>
          <a:p>
            <a:r>
              <a:rPr lang="en-US">
                <a:solidFill>
                  <a:schemeClr val="accent2"/>
                </a:solidFill>
              </a:rPr>
              <a:t>Design principles | </a:t>
            </a:r>
            <a:r>
              <a:rPr lang="en-US"/>
              <a:t>5 critical principles create harmony in a deck</a:t>
            </a:r>
          </a:p>
        </p:txBody>
      </p:sp>
      <p:sp>
        <p:nvSpPr>
          <p:cNvPr id="21" name="Subtitle 20">
            <a:extLst>
              <a:ext uri="{FF2B5EF4-FFF2-40B4-BE49-F238E27FC236}">
                <a16:creationId xmlns:a16="http://schemas.microsoft.com/office/drawing/2014/main" id="{C08E7B37-1B7D-064F-58D1-8235E514D40A}"/>
              </a:ext>
            </a:extLst>
          </p:cNvPr>
          <p:cNvSpPr>
            <a:spLocks noGrp="1"/>
          </p:cNvSpPr>
          <p:nvPr>
            <p:ph type="subTitle" idx="1"/>
          </p:nvPr>
        </p:nvSpPr>
        <p:spPr/>
        <p:txBody>
          <a:bodyPr/>
          <a:lstStyle/>
          <a:p>
            <a:endParaRPr lang="en-US"/>
          </a:p>
        </p:txBody>
      </p:sp>
      <p:sp>
        <p:nvSpPr>
          <p:cNvPr id="5" name="Footer Placeholder 4">
            <a:extLst>
              <a:ext uri="{FF2B5EF4-FFF2-40B4-BE49-F238E27FC236}">
                <a16:creationId xmlns:a16="http://schemas.microsoft.com/office/drawing/2014/main" id="{65161224-08E5-75B6-A95F-592394419AE3}"/>
              </a:ext>
            </a:extLst>
          </p:cNvPr>
          <p:cNvSpPr>
            <a:spLocks noGrp="1"/>
          </p:cNvSpPr>
          <p:nvPr>
            <p:ph type="ftr" sz="quarter" idx="3"/>
          </p:nvPr>
        </p:nvSpPr>
        <p:spPr>
          <a:xfrm>
            <a:off x="11945877" y="7114361"/>
            <a:ext cx="1315156" cy="193182"/>
          </a:xfrm>
        </p:spPr>
        <p:txBody>
          <a:bodyPr/>
          <a:lstStyle/>
          <a:p>
            <a:r>
              <a:rPr lang="en-CA"/>
              <a:t>2024</a:t>
            </a:r>
          </a:p>
        </p:txBody>
      </p:sp>
      <p:sp>
        <p:nvSpPr>
          <p:cNvPr id="24" name="Oval 23">
            <a:extLst>
              <a:ext uri="{FF2B5EF4-FFF2-40B4-BE49-F238E27FC236}">
                <a16:creationId xmlns:a16="http://schemas.microsoft.com/office/drawing/2014/main" id="{D86D0DEF-B97D-981A-B208-CD067DFE33EA}"/>
              </a:ext>
            </a:extLst>
          </p:cNvPr>
          <p:cNvSpPr>
            <a:spLocks noChangeArrowheads="1"/>
          </p:cNvSpPr>
          <p:nvPr>
            <p:custDataLst>
              <p:tags r:id="rId2"/>
            </p:custDataLst>
          </p:nvPr>
        </p:nvSpPr>
        <p:spPr bwMode="auto">
          <a:xfrm flipH="1">
            <a:off x="5854448" y="2607189"/>
            <a:ext cx="1854191" cy="1854191"/>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5" name="Oval 27">
            <a:extLst>
              <a:ext uri="{FF2B5EF4-FFF2-40B4-BE49-F238E27FC236}">
                <a16:creationId xmlns:a16="http://schemas.microsoft.com/office/drawing/2014/main" id="{A68054A4-7C0F-08BB-90D6-7AC83BFBA306}"/>
              </a:ext>
            </a:extLst>
          </p:cNvPr>
          <p:cNvSpPr>
            <a:spLocks noChangeArrowheads="1"/>
          </p:cNvSpPr>
          <p:nvPr>
            <p:custDataLst>
              <p:tags r:id="rId3"/>
            </p:custDataLst>
          </p:nvPr>
        </p:nvSpPr>
        <p:spPr bwMode="auto">
          <a:xfrm flipH="1">
            <a:off x="8467725" y="2607189"/>
            <a:ext cx="1854191" cy="1854191"/>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6" name="Oval 27">
            <a:extLst>
              <a:ext uri="{FF2B5EF4-FFF2-40B4-BE49-F238E27FC236}">
                <a16:creationId xmlns:a16="http://schemas.microsoft.com/office/drawing/2014/main" id="{50F5A976-987B-ECF7-5EB9-F67F466C488B}"/>
              </a:ext>
            </a:extLst>
          </p:cNvPr>
          <p:cNvSpPr>
            <a:spLocks noChangeArrowheads="1"/>
          </p:cNvSpPr>
          <p:nvPr>
            <p:custDataLst>
              <p:tags r:id="rId4"/>
            </p:custDataLst>
          </p:nvPr>
        </p:nvSpPr>
        <p:spPr bwMode="auto">
          <a:xfrm flipH="1">
            <a:off x="3241170" y="2607189"/>
            <a:ext cx="1854191" cy="1854191"/>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7" name="Oval 27">
            <a:extLst>
              <a:ext uri="{FF2B5EF4-FFF2-40B4-BE49-F238E27FC236}">
                <a16:creationId xmlns:a16="http://schemas.microsoft.com/office/drawing/2014/main" id="{0323936F-19FE-3598-74B0-32338F52D7A4}"/>
              </a:ext>
            </a:extLst>
          </p:cNvPr>
          <p:cNvSpPr>
            <a:spLocks noChangeArrowheads="1"/>
          </p:cNvSpPr>
          <p:nvPr>
            <p:custDataLst>
              <p:tags r:id="rId5"/>
            </p:custDataLst>
          </p:nvPr>
        </p:nvSpPr>
        <p:spPr bwMode="auto">
          <a:xfrm flipH="1">
            <a:off x="627892" y="2607189"/>
            <a:ext cx="1854191" cy="1854191"/>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9683F701-E1C4-3A25-CD19-5E4D801FA125}"/>
              </a:ext>
            </a:extLst>
          </p:cNvPr>
          <p:cNvSpPr>
            <a:spLocks noChangeArrowheads="1"/>
          </p:cNvSpPr>
          <p:nvPr>
            <p:custDataLst>
              <p:tags r:id="rId6"/>
            </p:custDataLst>
          </p:nvPr>
        </p:nvSpPr>
        <p:spPr bwMode="auto">
          <a:xfrm flipH="1">
            <a:off x="11081002" y="2607189"/>
            <a:ext cx="1854191" cy="1854191"/>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9" name="Content Placeholder 12">
            <a:extLst>
              <a:ext uri="{FF2B5EF4-FFF2-40B4-BE49-F238E27FC236}">
                <a16:creationId xmlns:a16="http://schemas.microsoft.com/office/drawing/2014/main" id="{269C6897-2DF2-0531-0E05-5EB94F1C9D51}"/>
              </a:ext>
            </a:extLst>
          </p:cNvPr>
          <p:cNvSpPr txBox="1">
            <a:spLocks/>
          </p:cNvSpPr>
          <p:nvPr/>
        </p:nvSpPr>
        <p:spPr bwMode="gray">
          <a:xfrm>
            <a:off x="448969" y="4745924"/>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800" b="1" kern="0">
                <a:solidFill>
                  <a:schemeClr val="accent2"/>
                </a:solidFill>
              </a:rPr>
              <a:t>Contrast</a:t>
            </a:r>
          </a:p>
        </p:txBody>
      </p:sp>
      <p:sp>
        <p:nvSpPr>
          <p:cNvPr id="30" name="Content Placeholder 12">
            <a:extLst>
              <a:ext uri="{FF2B5EF4-FFF2-40B4-BE49-F238E27FC236}">
                <a16:creationId xmlns:a16="http://schemas.microsoft.com/office/drawing/2014/main" id="{C5FB5B26-EBD8-3DB8-E438-E7FADE596C6A}"/>
              </a:ext>
            </a:extLst>
          </p:cNvPr>
          <p:cNvSpPr txBox="1">
            <a:spLocks/>
          </p:cNvSpPr>
          <p:nvPr/>
        </p:nvSpPr>
        <p:spPr bwMode="gray">
          <a:xfrm>
            <a:off x="3062246" y="4745924"/>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800" b="1" kern="0">
                <a:solidFill>
                  <a:schemeClr val="accent2"/>
                </a:solidFill>
              </a:rPr>
              <a:t>Whitespace</a:t>
            </a:r>
          </a:p>
        </p:txBody>
      </p:sp>
      <p:sp>
        <p:nvSpPr>
          <p:cNvPr id="31" name="Content Placeholder 12">
            <a:extLst>
              <a:ext uri="{FF2B5EF4-FFF2-40B4-BE49-F238E27FC236}">
                <a16:creationId xmlns:a16="http://schemas.microsoft.com/office/drawing/2014/main" id="{7A27AA7C-ECD1-6CCE-8BC8-0A7A5168F7B7}"/>
              </a:ext>
            </a:extLst>
          </p:cNvPr>
          <p:cNvSpPr txBox="1">
            <a:spLocks/>
          </p:cNvSpPr>
          <p:nvPr/>
        </p:nvSpPr>
        <p:spPr bwMode="gray">
          <a:xfrm>
            <a:off x="5675523" y="4745924"/>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800" b="1" kern="0">
                <a:solidFill>
                  <a:schemeClr val="accent2"/>
                </a:solidFill>
              </a:rPr>
              <a:t>Hierarchy</a:t>
            </a:r>
          </a:p>
        </p:txBody>
      </p:sp>
      <p:sp>
        <p:nvSpPr>
          <p:cNvPr id="32" name="Content Placeholder 12">
            <a:extLst>
              <a:ext uri="{FF2B5EF4-FFF2-40B4-BE49-F238E27FC236}">
                <a16:creationId xmlns:a16="http://schemas.microsoft.com/office/drawing/2014/main" id="{455659E2-F7AA-A760-4E07-44ACC63D01C9}"/>
              </a:ext>
            </a:extLst>
          </p:cNvPr>
          <p:cNvSpPr txBox="1">
            <a:spLocks/>
          </p:cNvSpPr>
          <p:nvPr/>
        </p:nvSpPr>
        <p:spPr bwMode="gray">
          <a:xfrm>
            <a:off x="8288800" y="4745924"/>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800" b="1" kern="0">
                <a:solidFill>
                  <a:schemeClr val="accent2"/>
                </a:solidFill>
              </a:rPr>
              <a:t>Eye flow</a:t>
            </a:r>
          </a:p>
        </p:txBody>
      </p:sp>
      <p:sp>
        <p:nvSpPr>
          <p:cNvPr id="33" name="Content Placeholder 12">
            <a:extLst>
              <a:ext uri="{FF2B5EF4-FFF2-40B4-BE49-F238E27FC236}">
                <a16:creationId xmlns:a16="http://schemas.microsoft.com/office/drawing/2014/main" id="{1EFC5581-F9F6-BB5F-A584-913004103FCE}"/>
              </a:ext>
            </a:extLst>
          </p:cNvPr>
          <p:cNvSpPr txBox="1">
            <a:spLocks/>
          </p:cNvSpPr>
          <p:nvPr/>
        </p:nvSpPr>
        <p:spPr bwMode="gray">
          <a:xfrm>
            <a:off x="10902077" y="4745924"/>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800" b="1" kern="0">
                <a:solidFill>
                  <a:schemeClr val="accent2"/>
                </a:solidFill>
              </a:rPr>
              <a:t>Unity</a:t>
            </a:r>
          </a:p>
        </p:txBody>
      </p:sp>
      <p:grpSp>
        <p:nvGrpSpPr>
          <p:cNvPr id="34" name="ee4p_icon_group">
            <a:extLst>
              <a:ext uri="{FF2B5EF4-FFF2-40B4-BE49-F238E27FC236}">
                <a16:creationId xmlns:a16="http://schemas.microsoft.com/office/drawing/2014/main" id="{7045F8DC-D709-CFE3-24F3-4141ECC0278E}"/>
              </a:ext>
            </a:extLst>
          </p:cNvPr>
          <p:cNvGrpSpPr/>
          <p:nvPr/>
        </p:nvGrpSpPr>
        <p:grpSpPr>
          <a:xfrm>
            <a:off x="6203614" y="2956355"/>
            <a:ext cx="1155859" cy="1155859"/>
            <a:chOff x="4031857" y="2889693"/>
            <a:chExt cx="1080000" cy="1080000"/>
          </a:xfrm>
        </p:grpSpPr>
        <p:sp>
          <p:nvSpPr>
            <p:cNvPr id="35" name="ee4p_icon_frame" hidden="1">
              <a:extLst>
                <a:ext uri="{FF2B5EF4-FFF2-40B4-BE49-F238E27FC236}">
                  <a16:creationId xmlns:a16="http://schemas.microsoft.com/office/drawing/2014/main" id="{4CD35214-CAC2-8039-33C6-7124F1F2A115}"/>
                </a:ext>
              </a:extLst>
            </p:cNvPr>
            <p:cNvSpPr/>
            <p:nvPr/>
          </p:nvSpPr>
          <p:spPr>
            <a:xfrm>
              <a:off x="4031857" y="2889693"/>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ee4p_icon">
              <a:extLst>
                <a:ext uri="{FF2B5EF4-FFF2-40B4-BE49-F238E27FC236}">
                  <a16:creationId xmlns:a16="http://schemas.microsoft.com/office/drawing/2014/main" id="{D6531BA9-DFD4-5214-E594-B54CC2BAFA1F}"/>
                </a:ext>
              </a:extLst>
            </p:cNvPr>
            <p:cNvSpPr>
              <a:spLocks noChangeAspect="1"/>
            </p:cNvSpPr>
            <p:nvPr/>
          </p:nvSpPr>
          <p:spPr>
            <a:xfrm>
              <a:off x="4067386" y="2921574"/>
              <a:ext cx="1008943" cy="1016238"/>
            </a:xfrm>
            <a:custGeom>
              <a:avLst/>
              <a:gdLst>
                <a:gd name="connsiteX0" fmla="*/ 10160 w 1008943"/>
                <a:gd name="connsiteY0" fmla="*/ 287767 h 1016238"/>
                <a:gd name="connsiteX1" fmla="*/ 409211 w 1008943"/>
                <a:gd name="connsiteY1" fmla="*/ 287767 h 1016238"/>
                <a:gd name="connsiteX2" fmla="*/ 416966 w 1008943"/>
                <a:gd name="connsiteY2" fmla="*/ 284177 h 1016238"/>
                <a:gd name="connsiteX3" fmla="*/ 530928 w 1008943"/>
                <a:gd name="connsiteY3" fmla="*/ 150370 h 1016238"/>
                <a:gd name="connsiteX4" fmla="*/ 530928 w 1008943"/>
                <a:gd name="connsiteY4" fmla="*/ 137195 h 1016238"/>
                <a:gd name="connsiteX5" fmla="*/ 416966 w 1008943"/>
                <a:gd name="connsiteY5" fmla="*/ 3388 h 1016238"/>
                <a:gd name="connsiteX6" fmla="*/ 409211 w 1008943"/>
                <a:gd name="connsiteY6" fmla="*/ 2 h 1016238"/>
                <a:gd name="connsiteX7" fmla="*/ 10160 w 1008943"/>
                <a:gd name="connsiteY7" fmla="*/ 2 h 1016238"/>
                <a:gd name="connsiteX8" fmla="*/ 0 w 1008943"/>
                <a:gd name="connsiteY8" fmla="*/ 10162 h 1016238"/>
                <a:gd name="connsiteX9" fmla="*/ 0 w 1008943"/>
                <a:gd name="connsiteY9" fmla="*/ 277708 h 1016238"/>
                <a:gd name="connsiteX10" fmla="*/ 10160 w 1008943"/>
                <a:gd name="connsiteY10" fmla="*/ 287767 h 1016238"/>
                <a:gd name="connsiteX11" fmla="*/ 20320 w 1008943"/>
                <a:gd name="connsiteY11" fmla="*/ 20220 h 1016238"/>
                <a:gd name="connsiteX12" fmla="*/ 404537 w 1008943"/>
                <a:gd name="connsiteY12" fmla="*/ 20220 h 1016238"/>
                <a:gd name="connsiteX13" fmla="*/ 509863 w 1008943"/>
                <a:gd name="connsiteY13" fmla="*/ 143867 h 1016238"/>
                <a:gd name="connsiteX14" fmla="*/ 404537 w 1008943"/>
                <a:gd name="connsiteY14" fmla="*/ 267514 h 1016238"/>
                <a:gd name="connsiteX15" fmla="*/ 20320 w 1008943"/>
                <a:gd name="connsiteY15" fmla="*/ 267514 h 1016238"/>
                <a:gd name="connsiteX16" fmla="*/ 0 w 1008943"/>
                <a:gd name="connsiteY16" fmla="*/ 641843 h 1016238"/>
                <a:gd name="connsiteX17" fmla="*/ 0 w 1008943"/>
                <a:gd name="connsiteY17" fmla="*/ 374296 h 1016238"/>
                <a:gd name="connsiteX18" fmla="*/ 10160 w 1008943"/>
                <a:gd name="connsiteY18" fmla="*/ 364136 h 1016238"/>
                <a:gd name="connsiteX19" fmla="*/ 642146 w 1008943"/>
                <a:gd name="connsiteY19" fmla="*/ 364136 h 1016238"/>
                <a:gd name="connsiteX20" fmla="*/ 649867 w 1008943"/>
                <a:gd name="connsiteY20" fmla="*/ 367523 h 1016238"/>
                <a:gd name="connsiteX21" fmla="*/ 763829 w 1008943"/>
                <a:gd name="connsiteY21" fmla="*/ 501330 h 1016238"/>
                <a:gd name="connsiteX22" fmla="*/ 763829 w 1008943"/>
                <a:gd name="connsiteY22" fmla="*/ 514504 h 1016238"/>
                <a:gd name="connsiteX23" fmla="*/ 649867 w 1008943"/>
                <a:gd name="connsiteY23" fmla="*/ 648311 h 1016238"/>
                <a:gd name="connsiteX24" fmla="*/ 642146 w 1008943"/>
                <a:gd name="connsiteY24" fmla="*/ 651901 h 1016238"/>
                <a:gd name="connsiteX25" fmla="*/ 415713 w 1008943"/>
                <a:gd name="connsiteY25" fmla="*/ 651901 h 1016238"/>
                <a:gd name="connsiteX26" fmla="*/ 415713 w 1008943"/>
                <a:gd name="connsiteY26" fmla="*/ 631581 h 1016238"/>
                <a:gd name="connsiteX27" fmla="*/ 637438 w 1008943"/>
                <a:gd name="connsiteY27" fmla="*/ 631581 h 1016238"/>
                <a:gd name="connsiteX28" fmla="*/ 742764 w 1008943"/>
                <a:gd name="connsiteY28" fmla="*/ 507934 h 1016238"/>
                <a:gd name="connsiteX29" fmla="*/ 637438 w 1008943"/>
                <a:gd name="connsiteY29" fmla="*/ 384287 h 1016238"/>
                <a:gd name="connsiteX30" fmla="*/ 20320 w 1008943"/>
                <a:gd name="connsiteY30" fmla="*/ 384287 h 1016238"/>
                <a:gd name="connsiteX31" fmla="*/ 20320 w 1008943"/>
                <a:gd name="connsiteY31" fmla="*/ 631513 h 1016238"/>
                <a:gd name="connsiteX32" fmla="*/ 304800 w 1008943"/>
                <a:gd name="connsiteY32" fmla="*/ 631513 h 1016238"/>
                <a:gd name="connsiteX33" fmla="*/ 304800 w 1008943"/>
                <a:gd name="connsiteY33" fmla="*/ 651833 h 1016238"/>
                <a:gd name="connsiteX34" fmla="*/ 10160 w 1008943"/>
                <a:gd name="connsiteY34" fmla="*/ 651833 h 1016238"/>
                <a:gd name="connsiteX35" fmla="*/ 0 w 1008943"/>
                <a:gd name="connsiteY35" fmla="*/ 641843 h 1016238"/>
                <a:gd name="connsiteX36" fmla="*/ 1006517 w 1008943"/>
                <a:gd name="connsiteY36" fmla="*/ 865668 h 1016238"/>
                <a:gd name="connsiteX37" fmla="*/ 1006517 w 1008943"/>
                <a:gd name="connsiteY37" fmla="*/ 878842 h 1016238"/>
                <a:gd name="connsiteX38" fmla="*/ 892556 w 1008943"/>
                <a:gd name="connsiteY38" fmla="*/ 1012649 h 1016238"/>
                <a:gd name="connsiteX39" fmla="*/ 884834 w 1008943"/>
                <a:gd name="connsiteY39" fmla="*/ 1016239 h 1016238"/>
                <a:gd name="connsiteX40" fmla="*/ 10160 w 1008943"/>
                <a:gd name="connsiteY40" fmla="*/ 1016239 h 1016238"/>
                <a:gd name="connsiteX41" fmla="*/ 0 w 1008943"/>
                <a:gd name="connsiteY41" fmla="*/ 1006079 h 1016238"/>
                <a:gd name="connsiteX42" fmla="*/ 0 w 1008943"/>
                <a:gd name="connsiteY42" fmla="*/ 738532 h 1016238"/>
                <a:gd name="connsiteX43" fmla="*/ 10160 w 1008943"/>
                <a:gd name="connsiteY43" fmla="*/ 728372 h 1016238"/>
                <a:gd name="connsiteX44" fmla="*/ 640080 w 1008943"/>
                <a:gd name="connsiteY44" fmla="*/ 728372 h 1016238"/>
                <a:gd name="connsiteX45" fmla="*/ 640080 w 1008943"/>
                <a:gd name="connsiteY45" fmla="*/ 748692 h 1016238"/>
                <a:gd name="connsiteX46" fmla="*/ 20320 w 1008943"/>
                <a:gd name="connsiteY46" fmla="*/ 748692 h 1016238"/>
                <a:gd name="connsiteX47" fmla="*/ 20320 w 1008943"/>
                <a:gd name="connsiteY47" fmla="*/ 995919 h 1016238"/>
                <a:gd name="connsiteX48" fmla="*/ 880262 w 1008943"/>
                <a:gd name="connsiteY48" fmla="*/ 995919 h 1016238"/>
                <a:gd name="connsiteX49" fmla="*/ 985520 w 1008943"/>
                <a:gd name="connsiteY49" fmla="*/ 872272 h 1016238"/>
                <a:gd name="connsiteX50" fmla="*/ 880195 w 1008943"/>
                <a:gd name="connsiteY50" fmla="*/ 748624 h 1016238"/>
                <a:gd name="connsiteX51" fmla="*/ 756107 w 1008943"/>
                <a:gd name="connsiteY51" fmla="*/ 748624 h 1016238"/>
                <a:gd name="connsiteX52" fmla="*/ 756107 w 1008943"/>
                <a:gd name="connsiteY52" fmla="*/ 728304 h 1016238"/>
                <a:gd name="connsiteX53" fmla="*/ 884970 w 1008943"/>
                <a:gd name="connsiteY53" fmla="*/ 728304 h 1016238"/>
                <a:gd name="connsiteX54" fmla="*/ 892691 w 1008943"/>
                <a:gd name="connsiteY54" fmla="*/ 731860 h 1016238"/>
                <a:gd name="connsiteX55" fmla="*/ 103801 w 1008943"/>
                <a:gd name="connsiteY55" fmla="*/ 76235 h 1016238"/>
                <a:gd name="connsiteX56" fmla="*/ 56998 w 1008943"/>
                <a:gd name="connsiteY56" fmla="*/ 213937 h 1016238"/>
                <a:gd name="connsiteX57" fmla="*/ 75387 w 1008943"/>
                <a:gd name="connsiteY57" fmla="*/ 213937 h 1016238"/>
                <a:gd name="connsiteX58" fmla="*/ 89713 w 1008943"/>
                <a:gd name="connsiteY58" fmla="*/ 170622 h 1016238"/>
                <a:gd name="connsiteX59" fmla="*/ 138515 w 1008943"/>
                <a:gd name="connsiteY59" fmla="*/ 170622 h 1016238"/>
                <a:gd name="connsiteX60" fmla="*/ 153247 w 1008943"/>
                <a:gd name="connsiteY60" fmla="*/ 213937 h 1016238"/>
                <a:gd name="connsiteX61" fmla="*/ 172246 w 1008943"/>
                <a:gd name="connsiteY61" fmla="*/ 213937 h 1016238"/>
                <a:gd name="connsiteX62" fmla="*/ 125307 w 1008943"/>
                <a:gd name="connsiteY62" fmla="*/ 76235 h 1016238"/>
                <a:gd name="connsiteX63" fmla="*/ 93370 w 1008943"/>
                <a:gd name="connsiteY63" fmla="*/ 156737 h 1016238"/>
                <a:gd name="connsiteX64" fmla="*/ 106917 w 1008943"/>
                <a:gd name="connsiteY64" fmla="*/ 116875 h 1016238"/>
                <a:gd name="connsiteX65" fmla="*/ 113860 w 1008943"/>
                <a:gd name="connsiteY65" fmla="*/ 91950 h 1016238"/>
                <a:gd name="connsiteX66" fmla="*/ 114300 w 1008943"/>
                <a:gd name="connsiteY66" fmla="*/ 91950 h 1016238"/>
                <a:gd name="connsiteX67" fmla="*/ 134925 w 1008943"/>
                <a:gd name="connsiteY67" fmla="*/ 156737 h 1016238"/>
                <a:gd name="connsiteX68" fmla="*/ 144848 w 1008943"/>
                <a:gd name="connsiteY68" fmla="*/ 453239 h 1016238"/>
                <a:gd name="connsiteX69" fmla="*/ 74574 w 1008943"/>
                <a:gd name="connsiteY69" fmla="*/ 446060 h 1016238"/>
                <a:gd name="connsiteX70" fmla="*/ 74574 w 1008943"/>
                <a:gd name="connsiteY70" fmla="*/ 581526 h 1016238"/>
                <a:gd name="connsiteX71" fmla="*/ 149758 w 1008943"/>
                <a:gd name="connsiteY71" fmla="*/ 570282 h 1016238"/>
                <a:gd name="connsiteX72" fmla="*/ 151987 w 1008943"/>
                <a:gd name="connsiteY72" fmla="*/ 519083 h 1016238"/>
                <a:gd name="connsiteX73" fmla="*/ 133028 w 1008943"/>
                <a:gd name="connsiteY73" fmla="*/ 508171 h 1016238"/>
                <a:gd name="connsiteX74" fmla="*/ 133028 w 1008943"/>
                <a:gd name="connsiteY74" fmla="*/ 507798 h 1016238"/>
                <a:gd name="connsiteX75" fmla="*/ 144848 w 1008943"/>
                <a:gd name="connsiteY75" fmla="*/ 453239 h 1016238"/>
                <a:gd name="connsiteX76" fmla="*/ 142613 w 1008943"/>
                <a:gd name="connsiteY76" fmla="*/ 542512 h 1016238"/>
                <a:gd name="connsiteX77" fmla="*/ 92354 w 1008943"/>
                <a:gd name="connsiteY77" fmla="*/ 568454 h 1016238"/>
                <a:gd name="connsiteX78" fmla="*/ 92354 w 1008943"/>
                <a:gd name="connsiteY78" fmla="*/ 515960 h 1016238"/>
                <a:gd name="connsiteX79" fmla="*/ 142613 w 1008943"/>
                <a:gd name="connsiteY79" fmla="*/ 542478 h 1016238"/>
                <a:gd name="connsiteX80" fmla="*/ 108373 w 1008943"/>
                <a:gd name="connsiteY80" fmla="*/ 502447 h 1016238"/>
                <a:gd name="connsiteX81" fmla="*/ 92354 w 1008943"/>
                <a:gd name="connsiteY81" fmla="*/ 502447 h 1016238"/>
                <a:gd name="connsiteX82" fmla="*/ 92354 w 1008943"/>
                <a:gd name="connsiteY82" fmla="*/ 458082 h 1016238"/>
                <a:gd name="connsiteX83" fmla="*/ 138311 w 1008943"/>
                <a:gd name="connsiteY83" fmla="*/ 479350 h 1016238"/>
                <a:gd name="connsiteX84" fmla="*/ 108373 w 1008943"/>
                <a:gd name="connsiteY84" fmla="*/ 502447 h 1016238"/>
                <a:gd name="connsiteX85" fmla="*/ 81280 w 1008943"/>
                <a:gd name="connsiteY85" fmla="*/ 871594 h 1016238"/>
                <a:gd name="connsiteX86" fmla="*/ 163237 w 1008943"/>
                <a:gd name="connsiteY86" fmla="*/ 921344 h 1016238"/>
                <a:gd name="connsiteX87" fmla="*/ 166929 w 1008943"/>
                <a:gd name="connsiteY87" fmla="*/ 935433 h 1016238"/>
                <a:gd name="connsiteX88" fmla="*/ 62518 w 1008943"/>
                <a:gd name="connsiteY88" fmla="*/ 872305 h 1016238"/>
                <a:gd name="connsiteX89" fmla="*/ 167132 w 1008943"/>
                <a:gd name="connsiteY89" fmla="*/ 806130 h 1016238"/>
                <a:gd name="connsiteX90" fmla="*/ 162831 w 1008943"/>
                <a:gd name="connsiteY90" fmla="*/ 820625 h 1016238"/>
                <a:gd name="connsiteX91" fmla="*/ 81280 w 1008943"/>
                <a:gd name="connsiteY91" fmla="*/ 871696 h 1016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008943" h="1016238">
                  <a:moveTo>
                    <a:pt x="10160" y="287767"/>
                  </a:moveTo>
                  <a:lnTo>
                    <a:pt x="409211" y="287767"/>
                  </a:lnTo>
                  <a:cubicBezTo>
                    <a:pt x="412198" y="287768"/>
                    <a:pt x="415036" y="286455"/>
                    <a:pt x="416966" y="284177"/>
                  </a:cubicBezTo>
                  <a:lnTo>
                    <a:pt x="530928" y="150370"/>
                  </a:lnTo>
                  <a:cubicBezTo>
                    <a:pt x="534162" y="146573"/>
                    <a:pt x="534162" y="140992"/>
                    <a:pt x="530928" y="137195"/>
                  </a:cubicBezTo>
                  <a:lnTo>
                    <a:pt x="416966" y="3388"/>
                  </a:lnTo>
                  <a:cubicBezTo>
                    <a:pt x="414995" y="1185"/>
                    <a:pt x="412164" y="-51"/>
                    <a:pt x="409211" y="2"/>
                  </a:cubicBezTo>
                  <a:lnTo>
                    <a:pt x="10160" y="2"/>
                  </a:lnTo>
                  <a:cubicBezTo>
                    <a:pt x="4549" y="2"/>
                    <a:pt x="0" y="4550"/>
                    <a:pt x="0" y="10162"/>
                  </a:cubicBezTo>
                  <a:lnTo>
                    <a:pt x="0" y="277708"/>
                  </a:lnTo>
                  <a:cubicBezTo>
                    <a:pt x="56" y="283280"/>
                    <a:pt x="4588" y="287767"/>
                    <a:pt x="10160" y="287767"/>
                  </a:cubicBezTo>
                  <a:close/>
                  <a:moveTo>
                    <a:pt x="20320" y="20220"/>
                  </a:moveTo>
                  <a:lnTo>
                    <a:pt x="404537" y="20220"/>
                  </a:lnTo>
                  <a:lnTo>
                    <a:pt x="509863" y="143867"/>
                  </a:lnTo>
                  <a:lnTo>
                    <a:pt x="404537" y="267514"/>
                  </a:lnTo>
                  <a:lnTo>
                    <a:pt x="20320" y="267514"/>
                  </a:lnTo>
                  <a:close/>
                  <a:moveTo>
                    <a:pt x="0" y="641843"/>
                  </a:moveTo>
                  <a:lnTo>
                    <a:pt x="0" y="374296"/>
                  </a:lnTo>
                  <a:cubicBezTo>
                    <a:pt x="0" y="368684"/>
                    <a:pt x="4549" y="364136"/>
                    <a:pt x="10160" y="364136"/>
                  </a:cubicBezTo>
                  <a:lnTo>
                    <a:pt x="642146" y="364136"/>
                  </a:lnTo>
                  <a:cubicBezTo>
                    <a:pt x="645089" y="364092"/>
                    <a:pt x="647907" y="365328"/>
                    <a:pt x="649867" y="367523"/>
                  </a:cubicBezTo>
                  <a:lnTo>
                    <a:pt x="763829" y="501330"/>
                  </a:lnTo>
                  <a:cubicBezTo>
                    <a:pt x="767063" y="505126"/>
                    <a:pt x="767063" y="510708"/>
                    <a:pt x="763829" y="514504"/>
                  </a:cubicBezTo>
                  <a:lnTo>
                    <a:pt x="649867" y="648311"/>
                  </a:lnTo>
                  <a:cubicBezTo>
                    <a:pt x="647944" y="650580"/>
                    <a:pt x="645123" y="651894"/>
                    <a:pt x="642146" y="651901"/>
                  </a:cubicBezTo>
                  <a:lnTo>
                    <a:pt x="415713" y="651901"/>
                  </a:lnTo>
                  <a:lnTo>
                    <a:pt x="415713" y="631581"/>
                  </a:lnTo>
                  <a:lnTo>
                    <a:pt x="637438" y="631581"/>
                  </a:lnTo>
                  <a:lnTo>
                    <a:pt x="742764" y="507934"/>
                  </a:lnTo>
                  <a:lnTo>
                    <a:pt x="637438" y="384287"/>
                  </a:lnTo>
                  <a:lnTo>
                    <a:pt x="20320" y="384287"/>
                  </a:lnTo>
                  <a:lnTo>
                    <a:pt x="20320" y="631513"/>
                  </a:lnTo>
                  <a:lnTo>
                    <a:pt x="304800" y="631513"/>
                  </a:lnTo>
                  <a:lnTo>
                    <a:pt x="304800" y="651833"/>
                  </a:lnTo>
                  <a:lnTo>
                    <a:pt x="10160" y="651833"/>
                  </a:lnTo>
                  <a:cubicBezTo>
                    <a:pt x="4614" y="651833"/>
                    <a:pt x="92" y="647387"/>
                    <a:pt x="0" y="641843"/>
                  </a:cubicBezTo>
                  <a:close/>
                  <a:moveTo>
                    <a:pt x="1006517" y="865668"/>
                  </a:moveTo>
                  <a:cubicBezTo>
                    <a:pt x="1009752" y="869464"/>
                    <a:pt x="1009752" y="875045"/>
                    <a:pt x="1006517" y="878842"/>
                  </a:cubicBezTo>
                  <a:lnTo>
                    <a:pt x="892556" y="1012649"/>
                  </a:lnTo>
                  <a:cubicBezTo>
                    <a:pt x="890632" y="1014918"/>
                    <a:pt x="887811" y="1016232"/>
                    <a:pt x="884834" y="1016239"/>
                  </a:cubicBezTo>
                  <a:lnTo>
                    <a:pt x="10160" y="1016239"/>
                  </a:lnTo>
                  <a:cubicBezTo>
                    <a:pt x="4549" y="1016239"/>
                    <a:pt x="0" y="1011690"/>
                    <a:pt x="0" y="1006079"/>
                  </a:cubicBezTo>
                  <a:lnTo>
                    <a:pt x="0" y="738532"/>
                  </a:lnTo>
                  <a:cubicBezTo>
                    <a:pt x="0" y="732920"/>
                    <a:pt x="4549" y="728372"/>
                    <a:pt x="10160" y="728372"/>
                  </a:cubicBezTo>
                  <a:lnTo>
                    <a:pt x="640080" y="728372"/>
                  </a:lnTo>
                  <a:lnTo>
                    <a:pt x="640080" y="748692"/>
                  </a:lnTo>
                  <a:lnTo>
                    <a:pt x="20320" y="748692"/>
                  </a:lnTo>
                  <a:lnTo>
                    <a:pt x="20320" y="995919"/>
                  </a:lnTo>
                  <a:lnTo>
                    <a:pt x="880262" y="995919"/>
                  </a:lnTo>
                  <a:lnTo>
                    <a:pt x="985520" y="872272"/>
                  </a:lnTo>
                  <a:lnTo>
                    <a:pt x="880195" y="748624"/>
                  </a:lnTo>
                  <a:lnTo>
                    <a:pt x="756107" y="748624"/>
                  </a:lnTo>
                  <a:lnTo>
                    <a:pt x="756107" y="728304"/>
                  </a:lnTo>
                  <a:lnTo>
                    <a:pt x="884970" y="728304"/>
                  </a:lnTo>
                  <a:cubicBezTo>
                    <a:pt x="887940" y="728304"/>
                    <a:pt x="890761" y="729605"/>
                    <a:pt x="892691" y="731860"/>
                  </a:cubicBezTo>
                  <a:close/>
                  <a:moveTo>
                    <a:pt x="103801" y="76235"/>
                  </a:moveTo>
                  <a:lnTo>
                    <a:pt x="56998" y="213937"/>
                  </a:lnTo>
                  <a:lnTo>
                    <a:pt x="75387" y="213937"/>
                  </a:lnTo>
                  <a:lnTo>
                    <a:pt x="89713" y="170622"/>
                  </a:lnTo>
                  <a:lnTo>
                    <a:pt x="138515" y="170622"/>
                  </a:lnTo>
                  <a:lnTo>
                    <a:pt x="153247" y="213937"/>
                  </a:lnTo>
                  <a:lnTo>
                    <a:pt x="172246" y="213937"/>
                  </a:lnTo>
                  <a:lnTo>
                    <a:pt x="125307" y="76235"/>
                  </a:lnTo>
                  <a:close/>
                  <a:moveTo>
                    <a:pt x="93370" y="156737"/>
                  </a:moveTo>
                  <a:lnTo>
                    <a:pt x="106917" y="116875"/>
                  </a:lnTo>
                  <a:cubicBezTo>
                    <a:pt x="109593" y="108510"/>
                    <a:pt x="111828" y="100145"/>
                    <a:pt x="113860" y="91950"/>
                  </a:cubicBezTo>
                  <a:lnTo>
                    <a:pt x="114300" y="91950"/>
                  </a:lnTo>
                  <a:cubicBezTo>
                    <a:pt x="117687" y="107765"/>
                    <a:pt x="129506" y="140616"/>
                    <a:pt x="134925" y="156737"/>
                  </a:cubicBezTo>
                  <a:close/>
                  <a:moveTo>
                    <a:pt x="144848" y="453239"/>
                  </a:moveTo>
                  <a:cubicBezTo>
                    <a:pt x="132046" y="440302"/>
                    <a:pt x="92016" y="442300"/>
                    <a:pt x="74574" y="446060"/>
                  </a:cubicBezTo>
                  <a:lnTo>
                    <a:pt x="74574" y="581526"/>
                  </a:lnTo>
                  <a:cubicBezTo>
                    <a:pt x="94725" y="584744"/>
                    <a:pt x="137363" y="584473"/>
                    <a:pt x="149758" y="570282"/>
                  </a:cubicBezTo>
                  <a:cubicBezTo>
                    <a:pt x="164512" y="556759"/>
                    <a:pt x="165510" y="533839"/>
                    <a:pt x="151987" y="519083"/>
                  </a:cubicBezTo>
                  <a:cubicBezTo>
                    <a:pt x="146942" y="513579"/>
                    <a:pt x="140321" y="509769"/>
                    <a:pt x="133028" y="508171"/>
                  </a:cubicBezTo>
                  <a:lnTo>
                    <a:pt x="133028" y="507798"/>
                  </a:lnTo>
                  <a:cubicBezTo>
                    <a:pt x="157988" y="499941"/>
                    <a:pt x="164321" y="467565"/>
                    <a:pt x="144848" y="453239"/>
                  </a:cubicBezTo>
                  <a:close/>
                  <a:moveTo>
                    <a:pt x="142613" y="542512"/>
                  </a:moveTo>
                  <a:cubicBezTo>
                    <a:pt x="143459" y="568792"/>
                    <a:pt x="111726" y="571400"/>
                    <a:pt x="92354" y="568454"/>
                  </a:cubicBezTo>
                  <a:lnTo>
                    <a:pt x="92354" y="515960"/>
                  </a:lnTo>
                  <a:cubicBezTo>
                    <a:pt x="114266" y="515147"/>
                    <a:pt x="142240" y="515960"/>
                    <a:pt x="142613" y="542478"/>
                  </a:cubicBezTo>
                  <a:close/>
                  <a:moveTo>
                    <a:pt x="108373" y="502447"/>
                  </a:moveTo>
                  <a:lnTo>
                    <a:pt x="92354" y="502447"/>
                  </a:lnTo>
                  <a:lnTo>
                    <a:pt x="92354" y="458082"/>
                  </a:lnTo>
                  <a:cubicBezTo>
                    <a:pt x="109288" y="454695"/>
                    <a:pt x="139429" y="456016"/>
                    <a:pt x="138311" y="479350"/>
                  </a:cubicBezTo>
                  <a:cubicBezTo>
                    <a:pt x="138311" y="492626"/>
                    <a:pt x="127305" y="502447"/>
                    <a:pt x="108373" y="502447"/>
                  </a:cubicBezTo>
                  <a:close/>
                  <a:moveTo>
                    <a:pt x="81280" y="871594"/>
                  </a:moveTo>
                  <a:cubicBezTo>
                    <a:pt x="80230" y="919956"/>
                    <a:pt x="123884" y="937533"/>
                    <a:pt x="163237" y="921344"/>
                  </a:cubicBezTo>
                  <a:lnTo>
                    <a:pt x="166929" y="935433"/>
                  </a:lnTo>
                  <a:cubicBezTo>
                    <a:pt x="121717" y="953958"/>
                    <a:pt x="61366" y="935433"/>
                    <a:pt x="62518" y="872305"/>
                  </a:cubicBezTo>
                  <a:cubicBezTo>
                    <a:pt x="61366" y="813174"/>
                    <a:pt x="119719" y="786352"/>
                    <a:pt x="167132" y="806130"/>
                  </a:cubicBezTo>
                  <a:lnTo>
                    <a:pt x="162831" y="820625"/>
                  </a:lnTo>
                  <a:cubicBezTo>
                    <a:pt x="125070" y="804098"/>
                    <a:pt x="80027" y="822386"/>
                    <a:pt x="81280" y="871696"/>
                  </a:cubicBezTo>
                  <a:close/>
                </a:path>
              </a:pathLst>
            </a:custGeom>
            <a:solidFill>
              <a:schemeClr val="accent2"/>
            </a:solidFill>
            <a:ln w="3365" cap="flat">
              <a:noFill/>
              <a:prstDash val="solid"/>
              <a:miter/>
            </a:ln>
          </p:spPr>
          <p:txBody>
            <a:bodyPr rtlCol="0" anchor="ctr"/>
            <a:lstStyle/>
            <a:p>
              <a:endParaRPr lang="en-US"/>
            </a:p>
          </p:txBody>
        </p:sp>
      </p:grpSp>
      <p:grpSp>
        <p:nvGrpSpPr>
          <p:cNvPr id="37" name="ee4p_icon_group">
            <a:extLst>
              <a:ext uri="{FF2B5EF4-FFF2-40B4-BE49-F238E27FC236}">
                <a16:creationId xmlns:a16="http://schemas.microsoft.com/office/drawing/2014/main" id="{6BD6295F-D603-BDA3-03B7-1686187A6824}"/>
              </a:ext>
            </a:extLst>
          </p:cNvPr>
          <p:cNvGrpSpPr/>
          <p:nvPr/>
        </p:nvGrpSpPr>
        <p:grpSpPr>
          <a:xfrm>
            <a:off x="11372375" y="2898562"/>
            <a:ext cx="1271445" cy="1271445"/>
            <a:chOff x="4028744" y="2888931"/>
            <a:chExt cx="1080000" cy="1080000"/>
          </a:xfrm>
        </p:grpSpPr>
        <p:sp>
          <p:nvSpPr>
            <p:cNvPr id="38" name="ee4p_icon_frame" hidden="1">
              <a:extLst>
                <a:ext uri="{FF2B5EF4-FFF2-40B4-BE49-F238E27FC236}">
                  <a16:creationId xmlns:a16="http://schemas.microsoft.com/office/drawing/2014/main" id="{64DABC5F-894E-B64E-9E3C-B8150CBF82F6}"/>
                </a:ext>
              </a:extLst>
            </p:cNvPr>
            <p:cNvSpPr/>
            <p:nvPr/>
          </p:nvSpPr>
          <p:spPr>
            <a:xfrm>
              <a:off x="4028744" y="2888931"/>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ee4p_icon">
              <a:extLst>
                <a:ext uri="{FF2B5EF4-FFF2-40B4-BE49-F238E27FC236}">
                  <a16:creationId xmlns:a16="http://schemas.microsoft.com/office/drawing/2014/main" id="{9C0AC6D0-1361-54A3-29AE-82931639BF56}"/>
                </a:ext>
              </a:extLst>
            </p:cNvPr>
            <p:cNvSpPr>
              <a:spLocks noChangeAspect="1"/>
            </p:cNvSpPr>
            <p:nvPr/>
          </p:nvSpPr>
          <p:spPr>
            <a:xfrm>
              <a:off x="4147379" y="2922828"/>
              <a:ext cx="842729" cy="1012206"/>
            </a:xfrm>
            <a:custGeom>
              <a:avLst/>
              <a:gdLst>
                <a:gd name="connsiteX0" fmla="*/ 19744 w 842729"/>
                <a:gd name="connsiteY0" fmla="*/ 0 h 1012206"/>
                <a:gd name="connsiteX1" fmla="*/ 812428 w 842729"/>
                <a:gd name="connsiteY1" fmla="*/ 505257 h 1012206"/>
                <a:gd name="connsiteX2" fmla="*/ 651019 w 842729"/>
                <a:gd name="connsiteY2" fmla="*/ 343882 h 1012206"/>
                <a:gd name="connsiteX3" fmla="*/ 665378 w 842729"/>
                <a:gd name="connsiteY3" fmla="*/ 329489 h 1012206"/>
                <a:gd name="connsiteX4" fmla="*/ 839758 w 842729"/>
                <a:gd name="connsiteY4" fmla="*/ 503868 h 1012206"/>
                <a:gd name="connsiteX5" fmla="*/ 839758 w 842729"/>
                <a:gd name="connsiteY5" fmla="*/ 518228 h 1012206"/>
                <a:gd name="connsiteX6" fmla="*/ 665378 w 842729"/>
                <a:gd name="connsiteY6" fmla="*/ 692607 h 1012206"/>
                <a:gd name="connsiteX7" fmla="*/ 651019 w 842729"/>
                <a:gd name="connsiteY7" fmla="*/ 678248 h 1012206"/>
                <a:gd name="connsiteX8" fmla="*/ 800947 w 842729"/>
                <a:gd name="connsiteY8" fmla="*/ 528320 h 1012206"/>
                <a:gd name="connsiteX9" fmla="*/ 670729 w 842729"/>
                <a:gd name="connsiteY9" fmla="*/ 540918 h 1012206"/>
                <a:gd name="connsiteX10" fmla="*/ 311506 w 842729"/>
                <a:gd name="connsiteY10" fmla="*/ 437456 h 1012206"/>
                <a:gd name="connsiteX11" fmla="*/ 0 w 842729"/>
                <a:gd name="connsiteY11" fmla="*/ 4945 h 1012206"/>
                <a:gd name="connsiteX12" fmla="*/ 0 w 842729"/>
                <a:gd name="connsiteY12" fmla="*/ 1007398 h 1012206"/>
                <a:gd name="connsiteX13" fmla="*/ 19744 w 842729"/>
                <a:gd name="connsiteY13" fmla="*/ 1012207 h 1012206"/>
                <a:gd name="connsiteX14" fmla="*/ 357090 w 842729"/>
                <a:gd name="connsiteY14" fmla="*/ 576919 h 1012206"/>
                <a:gd name="connsiteX15" fmla="*/ 347472 w 842729"/>
                <a:gd name="connsiteY15" fmla="*/ 559003 h 1012206"/>
                <a:gd name="connsiteX16" fmla="*/ 0 w 842729"/>
                <a:gd name="connsiteY16" fmla="*/ 1007398 h 1012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42729" h="1012206">
                  <a:moveTo>
                    <a:pt x="19744" y="0"/>
                  </a:moveTo>
                  <a:cubicBezTo>
                    <a:pt x="107493" y="358005"/>
                    <a:pt x="460587" y="581389"/>
                    <a:pt x="812428" y="505257"/>
                  </a:cubicBezTo>
                  <a:lnTo>
                    <a:pt x="651019" y="343882"/>
                  </a:lnTo>
                  <a:lnTo>
                    <a:pt x="665378" y="329489"/>
                  </a:lnTo>
                  <a:lnTo>
                    <a:pt x="839758" y="503868"/>
                  </a:lnTo>
                  <a:cubicBezTo>
                    <a:pt x="843720" y="507834"/>
                    <a:pt x="843720" y="514262"/>
                    <a:pt x="839758" y="518228"/>
                  </a:cubicBezTo>
                  <a:lnTo>
                    <a:pt x="665378" y="692607"/>
                  </a:lnTo>
                  <a:lnTo>
                    <a:pt x="651019" y="678248"/>
                  </a:lnTo>
                  <a:lnTo>
                    <a:pt x="800947" y="528320"/>
                  </a:lnTo>
                  <a:cubicBezTo>
                    <a:pt x="758041" y="536651"/>
                    <a:pt x="714438" y="540868"/>
                    <a:pt x="670729" y="540918"/>
                  </a:cubicBezTo>
                  <a:cubicBezTo>
                    <a:pt x="543655" y="540810"/>
                    <a:pt x="419171" y="504959"/>
                    <a:pt x="311506" y="437456"/>
                  </a:cubicBezTo>
                  <a:cubicBezTo>
                    <a:pt x="155143" y="340225"/>
                    <a:pt x="44501" y="186402"/>
                    <a:pt x="0" y="4945"/>
                  </a:cubicBezTo>
                  <a:close/>
                  <a:moveTo>
                    <a:pt x="0" y="1007398"/>
                  </a:moveTo>
                  <a:lnTo>
                    <a:pt x="19744" y="1012207"/>
                  </a:lnTo>
                  <a:cubicBezTo>
                    <a:pt x="65573" y="825934"/>
                    <a:pt x="188142" y="667776"/>
                    <a:pt x="357090" y="576919"/>
                  </a:cubicBezTo>
                  <a:lnTo>
                    <a:pt x="347472" y="559003"/>
                  </a:lnTo>
                  <a:cubicBezTo>
                    <a:pt x="173449" y="652604"/>
                    <a:pt x="47201" y="815520"/>
                    <a:pt x="0" y="1007398"/>
                  </a:cubicBezTo>
                  <a:close/>
                </a:path>
              </a:pathLst>
            </a:custGeom>
            <a:solidFill>
              <a:schemeClr val="accent2"/>
            </a:solidFill>
            <a:ln w="3365" cap="flat">
              <a:noFill/>
              <a:prstDash val="solid"/>
              <a:miter/>
            </a:ln>
          </p:spPr>
          <p:txBody>
            <a:bodyPr rtlCol="0" anchor="ctr"/>
            <a:lstStyle/>
            <a:p>
              <a:endParaRPr lang="en-US"/>
            </a:p>
          </p:txBody>
        </p:sp>
      </p:grpSp>
      <p:grpSp>
        <p:nvGrpSpPr>
          <p:cNvPr id="40" name="ee4p_icon_group">
            <a:extLst>
              <a:ext uri="{FF2B5EF4-FFF2-40B4-BE49-F238E27FC236}">
                <a16:creationId xmlns:a16="http://schemas.microsoft.com/office/drawing/2014/main" id="{CE0D363C-90E5-07EA-4771-525A10206C23}"/>
              </a:ext>
            </a:extLst>
          </p:cNvPr>
          <p:cNvGrpSpPr/>
          <p:nvPr/>
        </p:nvGrpSpPr>
        <p:grpSpPr>
          <a:xfrm>
            <a:off x="977058" y="2956355"/>
            <a:ext cx="1155859" cy="1155859"/>
            <a:chOff x="4031931" y="2888999"/>
            <a:chExt cx="1080000" cy="1080000"/>
          </a:xfrm>
        </p:grpSpPr>
        <p:sp>
          <p:nvSpPr>
            <p:cNvPr id="41" name="ee4p_icon_frame" hidden="1">
              <a:extLst>
                <a:ext uri="{FF2B5EF4-FFF2-40B4-BE49-F238E27FC236}">
                  <a16:creationId xmlns:a16="http://schemas.microsoft.com/office/drawing/2014/main" id="{DCC2BCED-9724-85AB-D7F3-85CA2BE9FC28}"/>
                </a:ext>
              </a:extLst>
            </p:cNvPr>
            <p:cNvSpPr/>
            <p:nvPr/>
          </p:nvSpPr>
          <p:spPr>
            <a:xfrm>
              <a:off x="4031931" y="2888999"/>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ee4p_icon">
              <a:extLst>
                <a:ext uri="{FF2B5EF4-FFF2-40B4-BE49-F238E27FC236}">
                  <a16:creationId xmlns:a16="http://schemas.microsoft.com/office/drawing/2014/main" id="{2598741F-4394-204D-4D01-C73FE18C1FCD}"/>
                </a:ext>
              </a:extLst>
            </p:cNvPr>
            <p:cNvSpPr>
              <a:spLocks noChangeAspect="1"/>
            </p:cNvSpPr>
            <p:nvPr/>
          </p:nvSpPr>
          <p:spPr>
            <a:xfrm>
              <a:off x="4064135" y="3097546"/>
              <a:ext cx="1015593" cy="662906"/>
            </a:xfrm>
            <a:custGeom>
              <a:avLst/>
              <a:gdLst>
                <a:gd name="connsiteX0" fmla="*/ 10295 w 1015593"/>
                <a:gd name="connsiteY0" fmla="*/ 96452 h 662906"/>
                <a:gd name="connsiteX1" fmla="*/ 96588 w 1015593"/>
                <a:gd name="connsiteY1" fmla="*/ 10160 h 662906"/>
                <a:gd name="connsiteX2" fmla="*/ 182880 w 1015593"/>
                <a:gd name="connsiteY2" fmla="*/ 96452 h 662906"/>
                <a:gd name="connsiteX3" fmla="*/ 96588 w 1015593"/>
                <a:gd name="connsiteY3" fmla="*/ 182745 h 662906"/>
                <a:gd name="connsiteX4" fmla="*/ 10295 w 1015593"/>
                <a:gd name="connsiteY4" fmla="*/ 96452 h 662906"/>
                <a:gd name="connsiteX5" fmla="*/ 334264 w 1015593"/>
                <a:gd name="connsiteY5" fmla="*/ 182745 h 662906"/>
                <a:gd name="connsiteX6" fmla="*/ 420556 w 1015593"/>
                <a:gd name="connsiteY6" fmla="*/ 96452 h 662906"/>
                <a:gd name="connsiteX7" fmla="*/ 334264 w 1015593"/>
                <a:gd name="connsiteY7" fmla="*/ 10160 h 662906"/>
                <a:gd name="connsiteX8" fmla="*/ 247972 w 1015593"/>
                <a:gd name="connsiteY8" fmla="*/ 96452 h 662906"/>
                <a:gd name="connsiteX9" fmla="*/ 334264 w 1015593"/>
                <a:gd name="connsiteY9" fmla="*/ 182745 h 662906"/>
                <a:gd name="connsiteX10" fmla="*/ 96588 w 1015593"/>
                <a:gd name="connsiteY10" fmla="*/ 417745 h 662906"/>
                <a:gd name="connsiteX11" fmla="*/ 182880 w 1015593"/>
                <a:gd name="connsiteY11" fmla="*/ 331453 h 662906"/>
                <a:gd name="connsiteX12" fmla="*/ 96588 w 1015593"/>
                <a:gd name="connsiteY12" fmla="*/ 245161 h 662906"/>
                <a:gd name="connsiteX13" fmla="*/ 10295 w 1015593"/>
                <a:gd name="connsiteY13" fmla="*/ 331453 h 662906"/>
                <a:gd name="connsiteX14" fmla="*/ 96588 w 1015593"/>
                <a:gd name="connsiteY14" fmla="*/ 417745 h 662906"/>
                <a:gd name="connsiteX15" fmla="*/ 430716 w 1015593"/>
                <a:gd name="connsiteY15" fmla="*/ 331453 h 662906"/>
                <a:gd name="connsiteX16" fmla="*/ 334264 w 1015593"/>
                <a:gd name="connsiteY16" fmla="*/ 427905 h 662906"/>
                <a:gd name="connsiteX17" fmla="*/ 237812 w 1015593"/>
                <a:gd name="connsiteY17" fmla="*/ 331453 h 662906"/>
                <a:gd name="connsiteX18" fmla="*/ 334264 w 1015593"/>
                <a:gd name="connsiteY18" fmla="*/ 235001 h 662906"/>
                <a:gd name="connsiteX19" fmla="*/ 430716 w 1015593"/>
                <a:gd name="connsiteY19" fmla="*/ 331453 h 662906"/>
                <a:gd name="connsiteX20" fmla="*/ 410396 w 1015593"/>
                <a:gd name="connsiteY20" fmla="*/ 331453 h 662906"/>
                <a:gd name="connsiteX21" fmla="*/ 334264 w 1015593"/>
                <a:gd name="connsiteY21" fmla="*/ 255321 h 662906"/>
                <a:gd name="connsiteX22" fmla="*/ 258132 w 1015593"/>
                <a:gd name="connsiteY22" fmla="*/ 331453 h 662906"/>
                <a:gd name="connsiteX23" fmla="*/ 334264 w 1015593"/>
                <a:gd name="connsiteY23" fmla="*/ 407585 h 662906"/>
                <a:gd name="connsiteX24" fmla="*/ 410396 w 1015593"/>
                <a:gd name="connsiteY24" fmla="*/ 331453 h 662906"/>
                <a:gd name="connsiteX25" fmla="*/ 192905 w 1015593"/>
                <a:gd name="connsiteY25" fmla="*/ 566454 h 662906"/>
                <a:gd name="connsiteX26" fmla="*/ 96452 w 1015593"/>
                <a:gd name="connsiteY26" fmla="*/ 662906 h 662906"/>
                <a:gd name="connsiteX27" fmla="*/ 0 w 1015593"/>
                <a:gd name="connsiteY27" fmla="*/ 566454 h 662906"/>
                <a:gd name="connsiteX28" fmla="*/ 96452 w 1015593"/>
                <a:gd name="connsiteY28" fmla="*/ 470002 h 662906"/>
                <a:gd name="connsiteX29" fmla="*/ 192905 w 1015593"/>
                <a:gd name="connsiteY29" fmla="*/ 566454 h 662906"/>
                <a:gd name="connsiteX30" fmla="*/ 172585 w 1015593"/>
                <a:gd name="connsiteY30" fmla="*/ 566454 h 662906"/>
                <a:gd name="connsiteX31" fmla="*/ 96452 w 1015593"/>
                <a:gd name="connsiteY31" fmla="*/ 490322 h 662906"/>
                <a:gd name="connsiteX32" fmla="*/ 20320 w 1015593"/>
                <a:gd name="connsiteY32" fmla="*/ 566454 h 662906"/>
                <a:gd name="connsiteX33" fmla="*/ 96452 w 1015593"/>
                <a:gd name="connsiteY33" fmla="*/ 642586 h 662906"/>
                <a:gd name="connsiteX34" fmla="*/ 172585 w 1015593"/>
                <a:gd name="connsiteY34" fmla="*/ 566454 h 662906"/>
                <a:gd name="connsiteX35" fmla="*/ 334129 w 1015593"/>
                <a:gd name="connsiteY35" fmla="*/ 470002 h 662906"/>
                <a:gd name="connsiteX36" fmla="*/ 237687 w 1015593"/>
                <a:gd name="connsiteY36" fmla="*/ 566464 h 662906"/>
                <a:gd name="connsiteX37" fmla="*/ 334150 w 1015593"/>
                <a:gd name="connsiteY37" fmla="*/ 662906 h 662906"/>
                <a:gd name="connsiteX38" fmla="*/ 402336 w 1015593"/>
                <a:gd name="connsiteY38" fmla="*/ 634661 h 662906"/>
                <a:gd name="connsiteX39" fmla="*/ 387943 w 1015593"/>
                <a:gd name="connsiteY39" fmla="*/ 620302 h 662906"/>
                <a:gd name="connsiteX40" fmla="*/ 280371 w 1015593"/>
                <a:gd name="connsiteY40" fmla="*/ 620224 h 662906"/>
                <a:gd name="connsiteX41" fmla="*/ 280449 w 1015593"/>
                <a:gd name="connsiteY41" fmla="*/ 512653 h 662906"/>
                <a:gd name="connsiteX42" fmla="*/ 388021 w 1015593"/>
                <a:gd name="connsiteY42" fmla="*/ 512731 h 662906"/>
                <a:gd name="connsiteX43" fmla="*/ 408974 w 1015593"/>
                <a:gd name="connsiteY43" fmla="*/ 580407 h 662906"/>
                <a:gd name="connsiteX44" fmla="*/ 428955 w 1015593"/>
                <a:gd name="connsiteY44" fmla="*/ 584098 h 662906"/>
                <a:gd name="connsiteX45" fmla="*/ 351776 w 1015593"/>
                <a:gd name="connsiteY45" fmla="*/ 471631 h 662906"/>
                <a:gd name="connsiteX46" fmla="*/ 334129 w 1015593"/>
                <a:gd name="connsiteY46" fmla="*/ 470002 h 662906"/>
                <a:gd name="connsiteX47" fmla="*/ 681330 w 1015593"/>
                <a:gd name="connsiteY47" fmla="*/ 182745 h 662906"/>
                <a:gd name="connsiteX48" fmla="*/ 767622 w 1015593"/>
                <a:gd name="connsiteY48" fmla="*/ 96452 h 662906"/>
                <a:gd name="connsiteX49" fmla="*/ 681330 w 1015593"/>
                <a:gd name="connsiteY49" fmla="*/ 10160 h 662906"/>
                <a:gd name="connsiteX50" fmla="*/ 595037 w 1015593"/>
                <a:gd name="connsiteY50" fmla="*/ 96452 h 662906"/>
                <a:gd name="connsiteX51" fmla="*/ 681330 w 1015593"/>
                <a:gd name="connsiteY51" fmla="*/ 182745 h 662906"/>
                <a:gd name="connsiteX52" fmla="*/ 681465 w 1015593"/>
                <a:gd name="connsiteY52" fmla="*/ 182745 h 662906"/>
                <a:gd name="connsiteX53" fmla="*/ 1015458 w 1015593"/>
                <a:gd name="connsiteY53" fmla="*/ 96452 h 662906"/>
                <a:gd name="connsiteX54" fmla="*/ 919006 w 1015593"/>
                <a:gd name="connsiteY54" fmla="*/ 192905 h 662906"/>
                <a:gd name="connsiteX55" fmla="*/ 822554 w 1015593"/>
                <a:gd name="connsiteY55" fmla="*/ 96452 h 662906"/>
                <a:gd name="connsiteX56" fmla="*/ 919006 w 1015593"/>
                <a:gd name="connsiteY56" fmla="*/ 0 h 662906"/>
                <a:gd name="connsiteX57" fmla="*/ 1015594 w 1015593"/>
                <a:gd name="connsiteY57" fmla="*/ 96452 h 662906"/>
                <a:gd name="connsiteX58" fmla="*/ 995138 w 1015593"/>
                <a:gd name="connsiteY58" fmla="*/ 96452 h 662906"/>
                <a:gd name="connsiteX59" fmla="*/ 919006 w 1015593"/>
                <a:gd name="connsiteY59" fmla="*/ 20320 h 662906"/>
                <a:gd name="connsiteX60" fmla="*/ 842874 w 1015593"/>
                <a:gd name="connsiteY60" fmla="*/ 96452 h 662906"/>
                <a:gd name="connsiteX61" fmla="*/ 919006 w 1015593"/>
                <a:gd name="connsiteY61" fmla="*/ 172585 h 662906"/>
                <a:gd name="connsiteX62" fmla="*/ 995274 w 1015593"/>
                <a:gd name="connsiteY62" fmla="*/ 96452 h 662906"/>
                <a:gd name="connsiteX63" fmla="*/ 777917 w 1015593"/>
                <a:gd name="connsiteY63" fmla="*/ 331453 h 662906"/>
                <a:gd name="connsiteX64" fmla="*/ 681465 w 1015593"/>
                <a:gd name="connsiteY64" fmla="*/ 427905 h 662906"/>
                <a:gd name="connsiteX65" fmla="*/ 585013 w 1015593"/>
                <a:gd name="connsiteY65" fmla="*/ 331453 h 662906"/>
                <a:gd name="connsiteX66" fmla="*/ 681465 w 1015593"/>
                <a:gd name="connsiteY66" fmla="*/ 235001 h 662906"/>
                <a:gd name="connsiteX67" fmla="*/ 777917 w 1015593"/>
                <a:gd name="connsiteY67" fmla="*/ 331453 h 662906"/>
                <a:gd name="connsiteX68" fmla="*/ 757597 w 1015593"/>
                <a:gd name="connsiteY68" fmla="*/ 331453 h 662906"/>
                <a:gd name="connsiteX69" fmla="*/ 681465 w 1015593"/>
                <a:gd name="connsiteY69" fmla="*/ 255321 h 662906"/>
                <a:gd name="connsiteX70" fmla="*/ 605333 w 1015593"/>
                <a:gd name="connsiteY70" fmla="*/ 331453 h 662906"/>
                <a:gd name="connsiteX71" fmla="*/ 681465 w 1015593"/>
                <a:gd name="connsiteY71" fmla="*/ 407585 h 662906"/>
                <a:gd name="connsiteX72" fmla="*/ 757597 w 1015593"/>
                <a:gd name="connsiteY72" fmla="*/ 331453 h 662906"/>
                <a:gd name="connsiteX73" fmla="*/ 1015594 w 1015593"/>
                <a:gd name="connsiteY73" fmla="*/ 331453 h 662906"/>
                <a:gd name="connsiteX74" fmla="*/ 919141 w 1015593"/>
                <a:gd name="connsiteY74" fmla="*/ 427905 h 662906"/>
                <a:gd name="connsiteX75" fmla="*/ 822689 w 1015593"/>
                <a:gd name="connsiteY75" fmla="*/ 331453 h 662906"/>
                <a:gd name="connsiteX76" fmla="*/ 919141 w 1015593"/>
                <a:gd name="connsiteY76" fmla="*/ 235001 h 662906"/>
                <a:gd name="connsiteX77" fmla="*/ 1015594 w 1015593"/>
                <a:gd name="connsiteY77" fmla="*/ 331453 h 662906"/>
                <a:gd name="connsiteX78" fmla="*/ 995274 w 1015593"/>
                <a:gd name="connsiteY78" fmla="*/ 331453 h 662906"/>
                <a:gd name="connsiteX79" fmla="*/ 919141 w 1015593"/>
                <a:gd name="connsiteY79" fmla="*/ 255321 h 662906"/>
                <a:gd name="connsiteX80" fmla="*/ 843009 w 1015593"/>
                <a:gd name="connsiteY80" fmla="*/ 331453 h 662906"/>
                <a:gd name="connsiteX81" fmla="*/ 919141 w 1015593"/>
                <a:gd name="connsiteY81" fmla="*/ 407585 h 662906"/>
                <a:gd name="connsiteX82" fmla="*/ 995274 w 1015593"/>
                <a:gd name="connsiteY82" fmla="*/ 331453 h 662906"/>
                <a:gd name="connsiteX83" fmla="*/ 777917 w 1015593"/>
                <a:gd name="connsiteY83" fmla="*/ 566454 h 662906"/>
                <a:gd name="connsiteX84" fmla="*/ 681465 w 1015593"/>
                <a:gd name="connsiteY84" fmla="*/ 662906 h 662906"/>
                <a:gd name="connsiteX85" fmla="*/ 585013 w 1015593"/>
                <a:gd name="connsiteY85" fmla="*/ 566454 h 662906"/>
                <a:gd name="connsiteX86" fmla="*/ 681465 w 1015593"/>
                <a:gd name="connsiteY86" fmla="*/ 470002 h 662906"/>
                <a:gd name="connsiteX87" fmla="*/ 777917 w 1015593"/>
                <a:gd name="connsiteY87" fmla="*/ 566454 h 662906"/>
                <a:gd name="connsiteX88" fmla="*/ 757597 w 1015593"/>
                <a:gd name="connsiteY88" fmla="*/ 566454 h 662906"/>
                <a:gd name="connsiteX89" fmla="*/ 681465 w 1015593"/>
                <a:gd name="connsiteY89" fmla="*/ 490322 h 662906"/>
                <a:gd name="connsiteX90" fmla="*/ 605333 w 1015593"/>
                <a:gd name="connsiteY90" fmla="*/ 566454 h 662906"/>
                <a:gd name="connsiteX91" fmla="*/ 681465 w 1015593"/>
                <a:gd name="connsiteY91" fmla="*/ 642586 h 662906"/>
                <a:gd name="connsiteX92" fmla="*/ 757597 w 1015593"/>
                <a:gd name="connsiteY92" fmla="*/ 566454 h 662906"/>
                <a:gd name="connsiteX93" fmla="*/ 1015594 w 1015593"/>
                <a:gd name="connsiteY93" fmla="*/ 566454 h 662906"/>
                <a:gd name="connsiteX94" fmla="*/ 919141 w 1015593"/>
                <a:gd name="connsiteY94" fmla="*/ 662906 h 662906"/>
                <a:gd name="connsiteX95" fmla="*/ 822689 w 1015593"/>
                <a:gd name="connsiteY95" fmla="*/ 566454 h 662906"/>
                <a:gd name="connsiteX96" fmla="*/ 919141 w 1015593"/>
                <a:gd name="connsiteY96" fmla="*/ 470002 h 662906"/>
                <a:gd name="connsiteX97" fmla="*/ 1015594 w 1015593"/>
                <a:gd name="connsiteY97" fmla="*/ 566454 h 662906"/>
                <a:gd name="connsiteX98" fmla="*/ 995274 w 1015593"/>
                <a:gd name="connsiteY98" fmla="*/ 566454 h 662906"/>
                <a:gd name="connsiteX99" fmla="*/ 919141 w 1015593"/>
                <a:gd name="connsiteY99" fmla="*/ 490322 h 662906"/>
                <a:gd name="connsiteX100" fmla="*/ 843009 w 1015593"/>
                <a:gd name="connsiteY100" fmla="*/ 566454 h 662906"/>
                <a:gd name="connsiteX101" fmla="*/ 919141 w 1015593"/>
                <a:gd name="connsiteY101" fmla="*/ 642586 h 662906"/>
                <a:gd name="connsiteX102" fmla="*/ 995274 w 1015593"/>
                <a:gd name="connsiteY102" fmla="*/ 566454 h 66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015593" h="662906">
                  <a:moveTo>
                    <a:pt x="10295" y="96452"/>
                  </a:moveTo>
                  <a:cubicBezTo>
                    <a:pt x="10295" y="48794"/>
                    <a:pt x="48930" y="10160"/>
                    <a:pt x="96588" y="10160"/>
                  </a:cubicBezTo>
                  <a:cubicBezTo>
                    <a:pt x="144246" y="10160"/>
                    <a:pt x="182880" y="48794"/>
                    <a:pt x="182880" y="96452"/>
                  </a:cubicBezTo>
                  <a:cubicBezTo>
                    <a:pt x="182880" y="144110"/>
                    <a:pt x="144246" y="182745"/>
                    <a:pt x="96588" y="182745"/>
                  </a:cubicBezTo>
                  <a:cubicBezTo>
                    <a:pt x="48930" y="182745"/>
                    <a:pt x="10295" y="144110"/>
                    <a:pt x="10295" y="96452"/>
                  </a:cubicBezTo>
                  <a:close/>
                  <a:moveTo>
                    <a:pt x="334264" y="182745"/>
                  </a:moveTo>
                  <a:cubicBezTo>
                    <a:pt x="381921" y="182745"/>
                    <a:pt x="420556" y="144110"/>
                    <a:pt x="420556" y="96452"/>
                  </a:cubicBezTo>
                  <a:cubicBezTo>
                    <a:pt x="420556" y="48794"/>
                    <a:pt x="381921" y="10160"/>
                    <a:pt x="334264" y="10160"/>
                  </a:cubicBezTo>
                  <a:cubicBezTo>
                    <a:pt x="286606" y="10160"/>
                    <a:pt x="247972" y="48794"/>
                    <a:pt x="247972" y="96452"/>
                  </a:cubicBezTo>
                  <a:cubicBezTo>
                    <a:pt x="247972" y="144110"/>
                    <a:pt x="286606" y="182745"/>
                    <a:pt x="334264" y="182745"/>
                  </a:cubicBezTo>
                  <a:close/>
                  <a:moveTo>
                    <a:pt x="96588" y="417745"/>
                  </a:moveTo>
                  <a:cubicBezTo>
                    <a:pt x="144246" y="417745"/>
                    <a:pt x="182880" y="379110"/>
                    <a:pt x="182880" y="331453"/>
                  </a:cubicBezTo>
                  <a:cubicBezTo>
                    <a:pt x="182880" y="283796"/>
                    <a:pt x="144246" y="245161"/>
                    <a:pt x="96588" y="245161"/>
                  </a:cubicBezTo>
                  <a:cubicBezTo>
                    <a:pt x="48930" y="245161"/>
                    <a:pt x="10295" y="283796"/>
                    <a:pt x="10295" y="331453"/>
                  </a:cubicBezTo>
                  <a:cubicBezTo>
                    <a:pt x="10295" y="379110"/>
                    <a:pt x="48930" y="417745"/>
                    <a:pt x="96588" y="417745"/>
                  </a:cubicBezTo>
                  <a:close/>
                  <a:moveTo>
                    <a:pt x="430716" y="331453"/>
                  </a:moveTo>
                  <a:cubicBezTo>
                    <a:pt x="430716" y="384722"/>
                    <a:pt x="387533" y="427905"/>
                    <a:pt x="334264" y="427905"/>
                  </a:cubicBezTo>
                  <a:cubicBezTo>
                    <a:pt x="280995" y="427905"/>
                    <a:pt x="237812" y="384722"/>
                    <a:pt x="237812" y="331453"/>
                  </a:cubicBezTo>
                  <a:cubicBezTo>
                    <a:pt x="237812" y="278184"/>
                    <a:pt x="280995" y="235001"/>
                    <a:pt x="334264" y="235001"/>
                  </a:cubicBezTo>
                  <a:cubicBezTo>
                    <a:pt x="387502" y="235075"/>
                    <a:pt x="430642" y="278215"/>
                    <a:pt x="430716" y="331453"/>
                  </a:cubicBezTo>
                  <a:close/>
                  <a:moveTo>
                    <a:pt x="410396" y="331453"/>
                  </a:moveTo>
                  <a:cubicBezTo>
                    <a:pt x="410396" y="289408"/>
                    <a:pt x="376309" y="255321"/>
                    <a:pt x="334264" y="255321"/>
                  </a:cubicBezTo>
                  <a:cubicBezTo>
                    <a:pt x="292217" y="255321"/>
                    <a:pt x="258132" y="289408"/>
                    <a:pt x="258132" y="331453"/>
                  </a:cubicBezTo>
                  <a:cubicBezTo>
                    <a:pt x="258132" y="373499"/>
                    <a:pt x="292217" y="407585"/>
                    <a:pt x="334264" y="407585"/>
                  </a:cubicBezTo>
                  <a:cubicBezTo>
                    <a:pt x="376289" y="407528"/>
                    <a:pt x="410339" y="373478"/>
                    <a:pt x="410396" y="331453"/>
                  </a:cubicBezTo>
                  <a:close/>
                  <a:moveTo>
                    <a:pt x="192905" y="566454"/>
                  </a:moveTo>
                  <a:cubicBezTo>
                    <a:pt x="192905" y="619723"/>
                    <a:pt x="149721" y="662906"/>
                    <a:pt x="96452" y="662906"/>
                  </a:cubicBezTo>
                  <a:cubicBezTo>
                    <a:pt x="43183" y="662906"/>
                    <a:pt x="0" y="619723"/>
                    <a:pt x="0" y="566454"/>
                  </a:cubicBezTo>
                  <a:cubicBezTo>
                    <a:pt x="0" y="513185"/>
                    <a:pt x="43183" y="470002"/>
                    <a:pt x="96452" y="470002"/>
                  </a:cubicBezTo>
                  <a:cubicBezTo>
                    <a:pt x="149698" y="470059"/>
                    <a:pt x="192849" y="513209"/>
                    <a:pt x="192905" y="566454"/>
                  </a:cubicBezTo>
                  <a:close/>
                  <a:moveTo>
                    <a:pt x="172585" y="566454"/>
                  </a:moveTo>
                  <a:cubicBezTo>
                    <a:pt x="172585" y="524408"/>
                    <a:pt x="138499" y="490322"/>
                    <a:pt x="96452" y="490322"/>
                  </a:cubicBezTo>
                  <a:cubicBezTo>
                    <a:pt x="54405" y="490322"/>
                    <a:pt x="20320" y="524408"/>
                    <a:pt x="20320" y="566454"/>
                  </a:cubicBezTo>
                  <a:cubicBezTo>
                    <a:pt x="20320" y="608499"/>
                    <a:pt x="54405" y="642586"/>
                    <a:pt x="96452" y="642586"/>
                  </a:cubicBezTo>
                  <a:cubicBezTo>
                    <a:pt x="138476" y="642529"/>
                    <a:pt x="172529" y="608479"/>
                    <a:pt x="172585" y="566454"/>
                  </a:cubicBezTo>
                  <a:close/>
                  <a:moveTo>
                    <a:pt x="334129" y="470002"/>
                  </a:moveTo>
                  <a:cubicBezTo>
                    <a:pt x="280859" y="470008"/>
                    <a:pt x="237681" y="513195"/>
                    <a:pt x="237687" y="566464"/>
                  </a:cubicBezTo>
                  <a:cubicBezTo>
                    <a:pt x="237693" y="619733"/>
                    <a:pt x="280881" y="662913"/>
                    <a:pt x="334150" y="662906"/>
                  </a:cubicBezTo>
                  <a:cubicBezTo>
                    <a:pt x="359725" y="662903"/>
                    <a:pt x="384251" y="652743"/>
                    <a:pt x="402336" y="634661"/>
                  </a:cubicBezTo>
                  <a:lnTo>
                    <a:pt x="387943" y="620302"/>
                  </a:lnTo>
                  <a:cubicBezTo>
                    <a:pt x="358218" y="649986"/>
                    <a:pt x="310055" y="649952"/>
                    <a:pt x="280371" y="620224"/>
                  </a:cubicBezTo>
                  <a:cubicBezTo>
                    <a:pt x="250687" y="590499"/>
                    <a:pt x="250722" y="542337"/>
                    <a:pt x="280449" y="512653"/>
                  </a:cubicBezTo>
                  <a:cubicBezTo>
                    <a:pt x="310175" y="482969"/>
                    <a:pt x="358336" y="483003"/>
                    <a:pt x="388021" y="512731"/>
                  </a:cubicBezTo>
                  <a:cubicBezTo>
                    <a:pt x="405726" y="530460"/>
                    <a:pt x="413563" y="555772"/>
                    <a:pt x="408974" y="580407"/>
                  </a:cubicBezTo>
                  <a:lnTo>
                    <a:pt x="428955" y="584098"/>
                  </a:lnTo>
                  <a:cubicBezTo>
                    <a:pt x="438699" y="531727"/>
                    <a:pt x="404144" y="481374"/>
                    <a:pt x="351776" y="471631"/>
                  </a:cubicBezTo>
                  <a:cubicBezTo>
                    <a:pt x="345955" y="470547"/>
                    <a:pt x="340048" y="470002"/>
                    <a:pt x="334129" y="470002"/>
                  </a:cubicBezTo>
                  <a:close/>
                  <a:moveTo>
                    <a:pt x="681330" y="182745"/>
                  </a:moveTo>
                  <a:cubicBezTo>
                    <a:pt x="728987" y="182745"/>
                    <a:pt x="767622" y="144110"/>
                    <a:pt x="767622" y="96452"/>
                  </a:cubicBezTo>
                  <a:cubicBezTo>
                    <a:pt x="767622" y="48794"/>
                    <a:pt x="728987" y="10160"/>
                    <a:pt x="681330" y="10160"/>
                  </a:cubicBezTo>
                  <a:cubicBezTo>
                    <a:pt x="633672" y="10160"/>
                    <a:pt x="595037" y="48794"/>
                    <a:pt x="595037" y="96452"/>
                  </a:cubicBezTo>
                  <a:cubicBezTo>
                    <a:pt x="595037" y="144110"/>
                    <a:pt x="633672" y="182745"/>
                    <a:pt x="681330" y="182745"/>
                  </a:cubicBezTo>
                  <a:cubicBezTo>
                    <a:pt x="681374" y="182745"/>
                    <a:pt x="681421" y="182745"/>
                    <a:pt x="681465" y="182745"/>
                  </a:cubicBezTo>
                  <a:close/>
                  <a:moveTo>
                    <a:pt x="1015458" y="96452"/>
                  </a:moveTo>
                  <a:cubicBezTo>
                    <a:pt x="1015458" y="149722"/>
                    <a:pt x="972275" y="192905"/>
                    <a:pt x="919006" y="192905"/>
                  </a:cubicBezTo>
                  <a:cubicBezTo>
                    <a:pt x="865737" y="192905"/>
                    <a:pt x="822554" y="149722"/>
                    <a:pt x="822554" y="96452"/>
                  </a:cubicBezTo>
                  <a:cubicBezTo>
                    <a:pt x="822554" y="43183"/>
                    <a:pt x="865737" y="0"/>
                    <a:pt x="919006" y="0"/>
                  </a:cubicBezTo>
                  <a:cubicBezTo>
                    <a:pt x="972305" y="-19"/>
                    <a:pt x="1015536" y="43154"/>
                    <a:pt x="1015594" y="96452"/>
                  </a:cubicBezTo>
                  <a:close/>
                  <a:moveTo>
                    <a:pt x="995138" y="96452"/>
                  </a:moveTo>
                  <a:cubicBezTo>
                    <a:pt x="995138" y="54405"/>
                    <a:pt x="961051" y="20320"/>
                    <a:pt x="919006" y="20320"/>
                  </a:cubicBezTo>
                  <a:cubicBezTo>
                    <a:pt x="876960" y="20320"/>
                    <a:pt x="842874" y="54405"/>
                    <a:pt x="842874" y="96452"/>
                  </a:cubicBezTo>
                  <a:cubicBezTo>
                    <a:pt x="842874" y="138499"/>
                    <a:pt x="876960" y="172585"/>
                    <a:pt x="919006" y="172585"/>
                  </a:cubicBezTo>
                  <a:cubicBezTo>
                    <a:pt x="961089" y="172622"/>
                    <a:pt x="995236" y="138536"/>
                    <a:pt x="995274" y="96452"/>
                  </a:cubicBezTo>
                  <a:close/>
                  <a:moveTo>
                    <a:pt x="777917" y="331453"/>
                  </a:moveTo>
                  <a:cubicBezTo>
                    <a:pt x="777917" y="384722"/>
                    <a:pt x="734734" y="427905"/>
                    <a:pt x="681465" y="427905"/>
                  </a:cubicBezTo>
                  <a:cubicBezTo>
                    <a:pt x="628196" y="427905"/>
                    <a:pt x="585013" y="384722"/>
                    <a:pt x="585013" y="331453"/>
                  </a:cubicBezTo>
                  <a:cubicBezTo>
                    <a:pt x="585013" y="278184"/>
                    <a:pt x="628196" y="235001"/>
                    <a:pt x="681465" y="235001"/>
                  </a:cubicBezTo>
                  <a:cubicBezTo>
                    <a:pt x="734703" y="235075"/>
                    <a:pt x="777843" y="278215"/>
                    <a:pt x="777917" y="331453"/>
                  </a:cubicBezTo>
                  <a:close/>
                  <a:moveTo>
                    <a:pt x="757597" y="331453"/>
                  </a:moveTo>
                  <a:cubicBezTo>
                    <a:pt x="757597" y="289408"/>
                    <a:pt x="723511" y="255321"/>
                    <a:pt x="681465" y="255321"/>
                  </a:cubicBezTo>
                  <a:cubicBezTo>
                    <a:pt x="639420" y="255321"/>
                    <a:pt x="605333" y="289408"/>
                    <a:pt x="605333" y="331453"/>
                  </a:cubicBezTo>
                  <a:cubicBezTo>
                    <a:pt x="605333" y="373499"/>
                    <a:pt x="639420" y="407585"/>
                    <a:pt x="681465" y="407585"/>
                  </a:cubicBezTo>
                  <a:cubicBezTo>
                    <a:pt x="723490" y="407528"/>
                    <a:pt x="757540" y="373478"/>
                    <a:pt x="757597" y="331453"/>
                  </a:cubicBezTo>
                  <a:close/>
                  <a:moveTo>
                    <a:pt x="1015594" y="331453"/>
                  </a:moveTo>
                  <a:cubicBezTo>
                    <a:pt x="1015594" y="384722"/>
                    <a:pt x="972410" y="427905"/>
                    <a:pt x="919141" y="427905"/>
                  </a:cubicBezTo>
                  <a:cubicBezTo>
                    <a:pt x="865872" y="427905"/>
                    <a:pt x="822689" y="384722"/>
                    <a:pt x="822689" y="331453"/>
                  </a:cubicBezTo>
                  <a:cubicBezTo>
                    <a:pt x="822689" y="278184"/>
                    <a:pt x="865872" y="235001"/>
                    <a:pt x="919141" y="235001"/>
                  </a:cubicBezTo>
                  <a:cubicBezTo>
                    <a:pt x="972386" y="235058"/>
                    <a:pt x="1015536" y="278208"/>
                    <a:pt x="1015594" y="331453"/>
                  </a:cubicBezTo>
                  <a:close/>
                  <a:moveTo>
                    <a:pt x="995274" y="331453"/>
                  </a:moveTo>
                  <a:cubicBezTo>
                    <a:pt x="995274" y="289408"/>
                    <a:pt x="961187" y="255321"/>
                    <a:pt x="919141" y="255321"/>
                  </a:cubicBezTo>
                  <a:cubicBezTo>
                    <a:pt x="877096" y="255321"/>
                    <a:pt x="843009" y="289408"/>
                    <a:pt x="843009" y="331453"/>
                  </a:cubicBezTo>
                  <a:cubicBezTo>
                    <a:pt x="843009" y="373499"/>
                    <a:pt x="877096" y="407585"/>
                    <a:pt x="919141" y="407585"/>
                  </a:cubicBezTo>
                  <a:cubicBezTo>
                    <a:pt x="961167" y="407528"/>
                    <a:pt x="995216" y="373478"/>
                    <a:pt x="995274" y="331453"/>
                  </a:cubicBezTo>
                  <a:close/>
                  <a:moveTo>
                    <a:pt x="777917" y="566454"/>
                  </a:moveTo>
                  <a:cubicBezTo>
                    <a:pt x="777917" y="619723"/>
                    <a:pt x="734734" y="662906"/>
                    <a:pt x="681465" y="662906"/>
                  </a:cubicBezTo>
                  <a:cubicBezTo>
                    <a:pt x="628196" y="662906"/>
                    <a:pt x="585013" y="619723"/>
                    <a:pt x="585013" y="566454"/>
                  </a:cubicBezTo>
                  <a:cubicBezTo>
                    <a:pt x="585013" y="513185"/>
                    <a:pt x="628196" y="470002"/>
                    <a:pt x="681465" y="470002"/>
                  </a:cubicBezTo>
                  <a:cubicBezTo>
                    <a:pt x="734710" y="470059"/>
                    <a:pt x="777860" y="513209"/>
                    <a:pt x="777917" y="566454"/>
                  </a:cubicBezTo>
                  <a:close/>
                  <a:moveTo>
                    <a:pt x="757597" y="566454"/>
                  </a:moveTo>
                  <a:cubicBezTo>
                    <a:pt x="757597" y="524408"/>
                    <a:pt x="723511" y="490322"/>
                    <a:pt x="681465" y="490322"/>
                  </a:cubicBezTo>
                  <a:cubicBezTo>
                    <a:pt x="639420" y="490322"/>
                    <a:pt x="605333" y="524408"/>
                    <a:pt x="605333" y="566454"/>
                  </a:cubicBezTo>
                  <a:cubicBezTo>
                    <a:pt x="605333" y="608499"/>
                    <a:pt x="639420" y="642586"/>
                    <a:pt x="681465" y="642586"/>
                  </a:cubicBezTo>
                  <a:cubicBezTo>
                    <a:pt x="723490" y="642529"/>
                    <a:pt x="757540" y="608479"/>
                    <a:pt x="757597" y="566454"/>
                  </a:cubicBezTo>
                  <a:close/>
                  <a:moveTo>
                    <a:pt x="1015594" y="566454"/>
                  </a:moveTo>
                  <a:cubicBezTo>
                    <a:pt x="1015594" y="619723"/>
                    <a:pt x="972410" y="662906"/>
                    <a:pt x="919141" y="662906"/>
                  </a:cubicBezTo>
                  <a:cubicBezTo>
                    <a:pt x="865872" y="662906"/>
                    <a:pt x="822689" y="619723"/>
                    <a:pt x="822689" y="566454"/>
                  </a:cubicBezTo>
                  <a:cubicBezTo>
                    <a:pt x="822689" y="513185"/>
                    <a:pt x="865872" y="470002"/>
                    <a:pt x="919141" y="470002"/>
                  </a:cubicBezTo>
                  <a:cubicBezTo>
                    <a:pt x="972393" y="470039"/>
                    <a:pt x="1015556" y="513202"/>
                    <a:pt x="1015594" y="566454"/>
                  </a:cubicBezTo>
                  <a:close/>
                  <a:moveTo>
                    <a:pt x="995274" y="566454"/>
                  </a:moveTo>
                  <a:cubicBezTo>
                    <a:pt x="995274" y="524408"/>
                    <a:pt x="961187" y="490322"/>
                    <a:pt x="919141" y="490322"/>
                  </a:cubicBezTo>
                  <a:cubicBezTo>
                    <a:pt x="877096" y="490322"/>
                    <a:pt x="843009" y="524408"/>
                    <a:pt x="843009" y="566454"/>
                  </a:cubicBezTo>
                  <a:cubicBezTo>
                    <a:pt x="843009" y="608499"/>
                    <a:pt x="877096" y="642586"/>
                    <a:pt x="919141" y="642586"/>
                  </a:cubicBezTo>
                  <a:cubicBezTo>
                    <a:pt x="961167" y="642529"/>
                    <a:pt x="995216" y="608479"/>
                    <a:pt x="995274" y="566454"/>
                  </a:cubicBezTo>
                  <a:close/>
                </a:path>
              </a:pathLst>
            </a:custGeom>
            <a:solidFill>
              <a:schemeClr val="accent2"/>
            </a:solidFill>
            <a:ln w="3365" cap="flat">
              <a:noFill/>
              <a:prstDash val="solid"/>
              <a:miter/>
            </a:ln>
          </p:spPr>
          <p:txBody>
            <a:bodyPr rtlCol="0" anchor="ctr"/>
            <a:lstStyle/>
            <a:p>
              <a:endParaRPr lang="en-US"/>
            </a:p>
          </p:txBody>
        </p:sp>
      </p:grpSp>
      <p:grpSp>
        <p:nvGrpSpPr>
          <p:cNvPr id="43" name="ee4p_icon_group">
            <a:extLst>
              <a:ext uri="{FF2B5EF4-FFF2-40B4-BE49-F238E27FC236}">
                <a16:creationId xmlns:a16="http://schemas.microsoft.com/office/drawing/2014/main" id="{DAB6A1D4-29EF-5BF5-78B1-0B759AC4D83F}"/>
              </a:ext>
            </a:extLst>
          </p:cNvPr>
          <p:cNvGrpSpPr/>
          <p:nvPr/>
        </p:nvGrpSpPr>
        <p:grpSpPr>
          <a:xfrm>
            <a:off x="3532542" y="2898561"/>
            <a:ext cx="1271445" cy="1271445"/>
            <a:chOff x="4031999" y="2888999"/>
            <a:chExt cx="1080000" cy="1080000"/>
          </a:xfrm>
        </p:grpSpPr>
        <p:sp>
          <p:nvSpPr>
            <p:cNvPr id="44" name="ee4p_icon_frame" hidden="1">
              <a:extLst>
                <a:ext uri="{FF2B5EF4-FFF2-40B4-BE49-F238E27FC236}">
                  <a16:creationId xmlns:a16="http://schemas.microsoft.com/office/drawing/2014/main" id="{A77F9004-4F88-18AE-5BCD-AB09A46D7F91}"/>
                </a:ext>
              </a:extLst>
            </p:cNvPr>
            <p:cNvSpPr/>
            <p:nvPr/>
          </p:nvSpPr>
          <p:spPr>
            <a:xfrm>
              <a:off x="4031999" y="2888999"/>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ee4p_icon">
              <a:extLst>
                <a:ext uri="{FF2B5EF4-FFF2-40B4-BE49-F238E27FC236}">
                  <a16:creationId xmlns:a16="http://schemas.microsoft.com/office/drawing/2014/main" id="{BB7CC87C-5772-AFFE-109E-719DACDB32E9}"/>
                </a:ext>
              </a:extLst>
            </p:cNvPr>
            <p:cNvSpPr>
              <a:spLocks noChangeAspect="1"/>
            </p:cNvSpPr>
            <p:nvPr/>
          </p:nvSpPr>
          <p:spPr>
            <a:xfrm>
              <a:off x="4064338" y="3064018"/>
              <a:ext cx="1015322" cy="729962"/>
            </a:xfrm>
            <a:custGeom>
              <a:avLst/>
              <a:gdLst>
                <a:gd name="connsiteX0" fmla="*/ 1015323 w 1015322"/>
                <a:gd name="connsiteY0" fmla="*/ 10160 h 729962"/>
                <a:gd name="connsiteX1" fmla="*/ 1015323 w 1015322"/>
                <a:gd name="connsiteY1" fmla="*/ 719802 h 729962"/>
                <a:gd name="connsiteX2" fmla="*/ 1005163 w 1015322"/>
                <a:gd name="connsiteY2" fmla="*/ 729962 h 729962"/>
                <a:gd name="connsiteX3" fmla="*/ 330573 w 1015322"/>
                <a:gd name="connsiteY3" fmla="*/ 729962 h 729962"/>
                <a:gd name="connsiteX4" fmla="*/ 330573 w 1015322"/>
                <a:gd name="connsiteY4" fmla="*/ 709642 h 729962"/>
                <a:gd name="connsiteX5" fmla="*/ 995003 w 1015322"/>
                <a:gd name="connsiteY5" fmla="*/ 709642 h 729962"/>
                <a:gd name="connsiteX6" fmla="*/ 995003 w 1015322"/>
                <a:gd name="connsiteY6" fmla="*/ 20320 h 729962"/>
                <a:gd name="connsiteX7" fmla="*/ 20320 w 1015322"/>
                <a:gd name="connsiteY7" fmla="*/ 20320 h 729962"/>
                <a:gd name="connsiteX8" fmla="*/ 20320 w 1015322"/>
                <a:gd name="connsiteY8" fmla="*/ 709642 h 729962"/>
                <a:gd name="connsiteX9" fmla="*/ 200355 w 1015322"/>
                <a:gd name="connsiteY9" fmla="*/ 709642 h 729962"/>
                <a:gd name="connsiteX10" fmla="*/ 200355 w 1015322"/>
                <a:gd name="connsiteY10" fmla="*/ 729962 h 729962"/>
                <a:gd name="connsiteX11" fmla="*/ 10160 w 1015322"/>
                <a:gd name="connsiteY11" fmla="*/ 729962 h 729962"/>
                <a:gd name="connsiteX12" fmla="*/ 0 w 1015322"/>
                <a:gd name="connsiteY12" fmla="*/ 719802 h 729962"/>
                <a:gd name="connsiteX13" fmla="*/ 0 w 1015322"/>
                <a:gd name="connsiteY13" fmla="*/ 10160 h 729962"/>
                <a:gd name="connsiteX14" fmla="*/ 10160 w 1015322"/>
                <a:gd name="connsiteY14" fmla="*/ 0 h 729962"/>
                <a:gd name="connsiteX15" fmla="*/ 1005163 w 1015322"/>
                <a:gd name="connsiteY15" fmla="*/ 0 h 729962"/>
                <a:gd name="connsiteX16" fmla="*/ 1015323 w 1015322"/>
                <a:gd name="connsiteY16" fmla="*/ 10160 h 729962"/>
                <a:gd name="connsiteX17" fmla="*/ 768435 w 1015322"/>
                <a:gd name="connsiteY17" fmla="*/ 415510 h 729962"/>
                <a:gd name="connsiteX18" fmla="*/ 597611 w 1015322"/>
                <a:gd name="connsiteY18" fmla="*/ 244754 h 729962"/>
                <a:gd name="connsiteX19" fmla="*/ 768367 w 1015322"/>
                <a:gd name="connsiteY19" fmla="*/ 73931 h 729962"/>
                <a:gd name="connsiteX20" fmla="*/ 939190 w 1015322"/>
                <a:gd name="connsiteY20" fmla="*/ 244687 h 729962"/>
                <a:gd name="connsiteX21" fmla="*/ 939190 w 1015322"/>
                <a:gd name="connsiteY21" fmla="*/ 244754 h 729962"/>
                <a:gd name="connsiteX22" fmla="*/ 768435 w 1015322"/>
                <a:gd name="connsiteY22" fmla="*/ 415510 h 729962"/>
                <a:gd name="connsiteX23" fmla="*/ 690541 w 1015322"/>
                <a:gd name="connsiteY23" fmla="*/ 115959 h 729962"/>
                <a:gd name="connsiteX24" fmla="*/ 758275 w 1015322"/>
                <a:gd name="connsiteY24" fmla="*/ 212581 h 729962"/>
                <a:gd name="connsiteX25" fmla="*/ 758275 w 1015322"/>
                <a:gd name="connsiteY25" fmla="*/ 94657 h 729962"/>
                <a:gd name="connsiteX26" fmla="*/ 690541 w 1015322"/>
                <a:gd name="connsiteY26" fmla="*/ 115959 h 729962"/>
                <a:gd name="connsiteX27" fmla="*/ 768435 w 1015322"/>
                <a:gd name="connsiteY27" fmla="*/ 395190 h 729962"/>
                <a:gd name="connsiteX28" fmla="*/ 918942 w 1015322"/>
                <a:gd name="connsiteY28" fmla="*/ 244826 h 729962"/>
                <a:gd name="connsiteX29" fmla="*/ 778595 w 1015322"/>
                <a:gd name="connsiteY29" fmla="*/ 94657 h 729962"/>
                <a:gd name="connsiteX30" fmla="*/ 778595 w 1015322"/>
                <a:gd name="connsiteY30" fmla="*/ 244754 h 729962"/>
                <a:gd name="connsiteX31" fmla="*/ 771483 w 1015322"/>
                <a:gd name="connsiteY31" fmla="*/ 254440 h 729962"/>
                <a:gd name="connsiteX32" fmla="*/ 768435 w 1015322"/>
                <a:gd name="connsiteY32" fmla="*/ 254914 h 729962"/>
                <a:gd name="connsiteX33" fmla="*/ 760103 w 1015322"/>
                <a:gd name="connsiteY33" fmla="*/ 250579 h 729962"/>
                <a:gd name="connsiteX34" fmla="*/ 674082 w 1015322"/>
                <a:gd name="connsiteY34" fmla="*/ 127677 h 729962"/>
                <a:gd name="connsiteX35" fmla="*/ 651134 w 1015322"/>
                <a:gd name="connsiteY35" fmla="*/ 339087 h 729962"/>
                <a:gd name="connsiteX36" fmla="*/ 768435 w 1015322"/>
                <a:gd name="connsiteY36" fmla="*/ 395224 h 729962"/>
                <a:gd name="connsiteX37" fmla="*/ 153755 w 1015322"/>
                <a:gd name="connsiteY37" fmla="*/ 262433 h 729962"/>
                <a:gd name="connsiteX38" fmla="*/ 153755 w 1015322"/>
                <a:gd name="connsiteY38" fmla="*/ 393598 h 729962"/>
                <a:gd name="connsiteX39" fmla="*/ 143595 w 1015322"/>
                <a:gd name="connsiteY39" fmla="*/ 403758 h 729962"/>
                <a:gd name="connsiteX40" fmla="*/ 76911 w 1015322"/>
                <a:gd name="connsiteY40" fmla="*/ 403758 h 729962"/>
                <a:gd name="connsiteX41" fmla="*/ 66751 w 1015322"/>
                <a:gd name="connsiteY41" fmla="*/ 393598 h 729962"/>
                <a:gd name="connsiteX42" fmla="*/ 66751 w 1015322"/>
                <a:gd name="connsiteY42" fmla="*/ 262433 h 729962"/>
                <a:gd name="connsiteX43" fmla="*/ 76911 w 1015322"/>
                <a:gd name="connsiteY43" fmla="*/ 252273 h 729962"/>
                <a:gd name="connsiteX44" fmla="*/ 143493 w 1015322"/>
                <a:gd name="connsiteY44" fmla="*/ 252273 h 729962"/>
                <a:gd name="connsiteX45" fmla="*/ 153653 w 1015322"/>
                <a:gd name="connsiteY45" fmla="*/ 262433 h 729962"/>
                <a:gd name="connsiteX46" fmla="*/ 133435 w 1015322"/>
                <a:gd name="connsiteY46" fmla="*/ 272593 h 729962"/>
                <a:gd name="connsiteX47" fmla="*/ 87071 w 1015322"/>
                <a:gd name="connsiteY47" fmla="*/ 272593 h 729962"/>
                <a:gd name="connsiteX48" fmla="*/ 87071 w 1015322"/>
                <a:gd name="connsiteY48" fmla="*/ 383438 h 729962"/>
                <a:gd name="connsiteX49" fmla="*/ 133333 w 1015322"/>
                <a:gd name="connsiteY49" fmla="*/ 383438 h 729962"/>
                <a:gd name="connsiteX50" fmla="*/ 187215 w 1015322"/>
                <a:gd name="connsiteY50" fmla="*/ 403758 h 729962"/>
                <a:gd name="connsiteX51" fmla="*/ 177055 w 1015322"/>
                <a:gd name="connsiteY51" fmla="*/ 393598 h 729962"/>
                <a:gd name="connsiteX52" fmla="*/ 177055 w 1015322"/>
                <a:gd name="connsiteY52" fmla="*/ 197172 h 729962"/>
                <a:gd name="connsiteX53" fmla="*/ 187215 w 1015322"/>
                <a:gd name="connsiteY53" fmla="*/ 187012 h 729962"/>
                <a:gd name="connsiteX54" fmla="*/ 253661 w 1015322"/>
                <a:gd name="connsiteY54" fmla="*/ 187012 h 729962"/>
                <a:gd name="connsiteX55" fmla="*/ 263821 w 1015322"/>
                <a:gd name="connsiteY55" fmla="*/ 197172 h 729962"/>
                <a:gd name="connsiteX56" fmla="*/ 263821 w 1015322"/>
                <a:gd name="connsiteY56" fmla="*/ 393598 h 729962"/>
                <a:gd name="connsiteX57" fmla="*/ 253661 w 1015322"/>
                <a:gd name="connsiteY57" fmla="*/ 403758 h 729962"/>
                <a:gd name="connsiteX58" fmla="*/ 197375 w 1015322"/>
                <a:gd name="connsiteY58" fmla="*/ 383438 h 729962"/>
                <a:gd name="connsiteX59" fmla="*/ 243501 w 1015322"/>
                <a:gd name="connsiteY59" fmla="*/ 383438 h 729962"/>
                <a:gd name="connsiteX60" fmla="*/ 243501 w 1015322"/>
                <a:gd name="connsiteY60" fmla="*/ 207332 h 729962"/>
                <a:gd name="connsiteX61" fmla="*/ 197273 w 1015322"/>
                <a:gd name="connsiteY61" fmla="*/ 207332 h 729962"/>
                <a:gd name="connsiteX62" fmla="*/ 297383 w 1015322"/>
                <a:gd name="connsiteY62" fmla="*/ 403758 h 729962"/>
                <a:gd name="connsiteX63" fmla="*/ 287223 w 1015322"/>
                <a:gd name="connsiteY63" fmla="*/ 393598 h 729962"/>
                <a:gd name="connsiteX64" fmla="*/ 287223 w 1015322"/>
                <a:gd name="connsiteY64" fmla="*/ 139903 h 729962"/>
                <a:gd name="connsiteX65" fmla="*/ 297383 w 1015322"/>
                <a:gd name="connsiteY65" fmla="*/ 129743 h 729962"/>
                <a:gd name="connsiteX66" fmla="*/ 363965 w 1015322"/>
                <a:gd name="connsiteY66" fmla="*/ 129743 h 729962"/>
                <a:gd name="connsiteX67" fmla="*/ 374125 w 1015322"/>
                <a:gd name="connsiteY67" fmla="*/ 139903 h 729962"/>
                <a:gd name="connsiteX68" fmla="*/ 374125 w 1015322"/>
                <a:gd name="connsiteY68" fmla="*/ 393598 h 729962"/>
                <a:gd name="connsiteX69" fmla="*/ 363965 w 1015322"/>
                <a:gd name="connsiteY69" fmla="*/ 403758 h 729962"/>
                <a:gd name="connsiteX70" fmla="*/ 307543 w 1015322"/>
                <a:gd name="connsiteY70" fmla="*/ 383438 h 729962"/>
                <a:gd name="connsiteX71" fmla="*/ 353805 w 1015322"/>
                <a:gd name="connsiteY71" fmla="*/ 383438 h 729962"/>
                <a:gd name="connsiteX72" fmla="*/ 353805 w 1015322"/>
                <a:gd name="connsiteY72" fmla="*/ 150063 h 729962"/>
                <a:gd name="connsiteX73" fmla="*/ 307442 w 1015322"/>
                <a:gd name="connsiteY73" fmla="*/ 150063 h 729962"/>
                <a:gd name="connsiteX74" fmla="*/ 407585 w 1015322"/>
                <a:gd name="connsiteY74" fmla="*/ 403758 h 729962"/>
                <a:gd name="connsiteX75" fmla="*/ 397425 w 1015322"/>
                <a:gd name="connsiteY75" fmla="*/ 393598 h 729962"/>
                <a:gd name="connsiteX76" fmla="*/ 397425 w 1015322"/>
                <a:gd name="connsiteY76" fmla="*/ 84125 h 729962"/>
                <a:gd name="connsiteX77" fmla="*/ 407585 w 1015322"/>
                <a:gd name="connsiteY77" fmla="*/ 73965 h 729962"/>
                <a:gd name="connsiteX78" fmla="*/ 474167 w 1015322"/>
                <a:gd name="connsiteY78" fmla="*/ 73965 h 729962"/>
                <a:gd name="connsiteX79" fmla="*/ 484327 w 1015322"/>
                <a:gd name="connsiteY79" fmla="*/ 84125 h 729962"/>
                <a:gd name="connsiteX80" fmla="*/ 484327 w 1015322"/>
                <a:gd name="connsiteY80" fmla="*/ 393598 h 729962"/>
                <a:gd name="connsiteX81" fmla="*/ 474167 w 1015322"/>
                <a:gd name="connsiteY81" fmla="*/ 403758 h 729962"/>
                <a:gd name="connsiteX82" fmla="*/ 417745 w 1015322"/>
                <a:gd name="connsiteY82" fmla="*/ 383438 h 729962"/>
                <a:gd name="connsiteX83" fmla="*/ 464007 w 1015322"/>
                <a:gd name="connsiteY83" fmla="*/ 383438 h 729962"/>
                <a:gd name="connsiteX84" fmla="*/ 464007 w 1015322"/>
                <a:gd name="connsiteY84" fmla="*/ 94285 h 729962"/>
                <a:gd name="connsiteX85" fmla="*/ 417644 w 1015322"/>
                <a:gd name="connsiteY85" fmla="*/ 94285 h 729962"/>
                <a:gd name="connsiteX86" fmla="*/ 76911 w 1015322"/>
                <a:gd name="connsiteY86" fmla="*/ 493099 h 729962"/>
                <a:gd name="connsiteX87" fmla="*/ 928929 w 1015322"/>
                <a:gd name="connsiteY87" fmla="*/ 493099 h 729962"/>
                <a:gd name="connsiteX88" fmla="*/ 928929 w 1015322"/>
                <a:gd name="connsiteY88" fmla="*/ 472779 h 729962"/>
                <a:gd name="connsiteX89" fmla="*/ 76911 w 1015322"/>
                <a:gd name="connsiteY89" fmla="*/ 472779 h 729962"/>
                <a:gd name="connsiteX90" fmla="*/ 76911 w 1015322"/>
                <a:gd name="connsiteY90" fmla="*/ 570687 h 729962"/>
                <a:gd name="connsiteX91" fmla="*/ 928929 w 1015322"/>
                <a:gd name="connsiteY91" fmla="*/ 570687 h 729962"/>
                <a:gd name="connsiteX92" fmla="*/ 928929 w 1015322"/>
                <a:gd name="connsiteY92" fmla="*/ 550367 h 729962"/>
                <a:gd name="connsiteX93" fmla="*/ 76911 w 1015322"/>
                <a:gd name="connsiteY93" fmla="*/ 550367 h 729962"/>
                <a:gd name="connsiteX94" fmla="*/ 928929 w 1015322"/>
                <a:gd name="connsiteY94" fmla="*/ 627990 h 729962"/>
                <a:gd name="connsiteX95" fmla="*/ 76911 w 1015322"/>
                <a:gd name="connsiteY95" fmla="*/ 627990 h 729962"/>
                <a:gd name="connsiteX96" fmla="*/ 76911 w 1015322"/>
                <a:gd name="connsiteY96" fmla="*/ 648310 h 729962"/>
                <a:gd name="connsiteX97" fmla="*/ 928929 w 1015322"/>
                <a:gd name="connsiteY97" fmla="*/ 648310 h 729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15322" h="729962">
                  <a:moveTo>
                    <a:pt x="1015323" y="10160"/>
                  </a:moveTo>
                  <a:lnTo>
                    <a:pt x="1015323" y="719802"/>
                  </a:lnTo>
                  <a:cubicBezTo>
                    <a:pt x="1015323" y="725414"/>
                    <a:pt x="1010774" y="729962"/>
                    <a:pt x="1005163" y="729962"/>
                  </a:cubicBezTo>
                  <a:lnTo>
                    <a:pt x="330573" y="729962"/>
                  </a:lnTo>
                  <a:lnTo>
                    <a:pt x="330573" y="709642"/>
                  </a:lnTo>
                  <a:lnTo>
                    <a:pt x="995003" y="709642"/>
                  </a:lnTo>
                  <a:lnTo>
                    <a:pt x="995003" y="20320"/>
                  </a:lnTo>
                  <a:lnTo>
                    <a:pt x="20320" y="20320"/>
                  </a:lnTo>
                  <a:lnTo>
                    <a:pt x="20320" y="709642"/>
                  </a:lnTo>
                  <a:lnTo>
                    <a:pt x="200355" y="709642"/>
                  </a:lnTo>
                  <a:lnTo>
                    <a:pt x="200355" y="729962"/>
                  </a:lnTo>
                  <a:lnTo>
                    <a:pt x="10160" y="729962"/>
                  </a:lnTo>
                  <a:cubicBezTo>
                    <a:pt x="4549" y="729962"/>
                    <a:pt x="0" y="725414"/>
                    <a:pt x="0" y="719802"/>
                  </a:cubicBezTo>
                  <a:lnTo>
                    <a:pt x="0" y="10160"/>
                  </a:lnTo>
                  <a:cubicBezTo>
                    <a:pt x="0" y="4549"/>
                    <a:pt x="4549" y="0"/>
                    <a:pt x="10160" y="0"/>
                  </a:cubicBezTo>
                  <a:lnTo>
                    <a:pt x="1005163" y="0"/>
                  </a:lnTo>
                  <a:cubicBezTo>
                    <a:pt x="1010774" y="0"/>
                    <a:pt x="1015323" y="4549"/>
                    <a:pt x="1015323" y="10160"/>
                  </a:cubicBezTo>
                  <a:close/>
                  <a:moveTo>
                    <a:pt x="768435" y="415510"/>
                  </a:moveTo>
                  <a:cubicBezTo>
                    <a:pt x="674109" y="415530"/>
                    <a:pt x="597632" y="339080"/>
                    <a:pt x="597611" y="244754"/>
                  </a:cubicBezTo>
                  <a:cubicBezTo>
                    <a:pt x="597591" y="150430"/>
                    <a:pt x="674042" y="73950"/>
                    <a:pt x="768367" y="73931"/>
                  </a:cubicBezTo>
                  <a:cubicBezTo>
                    <a:pt x="862692" y="73912"/>
                    <a:pt x="939170" y="150362"/>
                    <a:pt x="939190" y="244687"/>
                  </a:cubicBezTo>
                  <a:cubicBezTo>
                    <a:pt x="939190" y="244710"/>
                    <a:pt x="939190" y="244731"/>
                    <a:pt x="939190" y="244754"/>
                  </a:cubicBezTo>
                  <a:cubicBezTo>
                    <a:pt x="939079" y="339012"/>
                    <a:pt x="862692" y="415398"/>
                    <a:pt x="768435" y="415510"/>
                  </a:cubicBezTo>
                  <a:close/>
                  <a:moveTo>
                    <a:pt x="690541" y="115959"/>
                  </a:moveTo>
                  <a:lnTo>
                    <a:pt x="758275" y="212581"/>
                  </a:lnTo>
                  <a:lnTo>
                    <a:pt x="758275" y="94657"/>
                  </a:lnTo>
                  <a:cubicBezTo>
                    <a:pt x="734314" y="96224"/>
                    <a:pt x="711085" y="103530"/>
                    <a:pt x="690541" y="115959"/>
                  </a:cubicBezTo>
                  <a:close/>
                  <a:moveTo>
                    <a:pt x="768435" y="395190"/>
                  </a:moveTo>
                  <a:cubicBezTo>
                    <a:pt x="851516" y="395231"/>
                    <a:pt x="918901" y="327911"/>
                    <a:pt x="918942" y="244826"/>
                  </a:cubicBezTo>
                  <a:cubicBezTo>
                    <a:pt x="918979" y="165631"/>
                    <a:pt x="857612" y="99968"/>
                    <a:pt x="778595" y="94657"/>
                  </a:cubicBezTo>
                  <a:lnTo>
                    <a:pt x="778595" y="244754"/>
                  </a:lnTo>
                  <a:cubicBezTo>
                    <a:pt x="778591" y="249188"/>
                    <a:pt x="775713" y="253109"/>
                    <a:pt x="771483" y="254440"/>
                  </a:cubicBezTo>
                  <a:cubicBezTo>
                    <a:pt x="770494" y="254745"/>
                    <a:pt x="769468" y="254904"/>
                    <a:pt x="768435" y="254914"/>
                  </a:cubicBezTo>
                  <a:cubicBezTo>
                    <a:pt x="765116" y="254918"/>
                    <a:pt x="762007" y="253299"/>
                    <a:pt x="760103" y="250579"/>
                  </a:cubicBezTo>
                  <a:lnTo>
                    <a:pt x="674082" y="127677"/>
                  </a:lnTo>
                  <a:cubicBezTo>
                    <a:pt x="609366" y="179720"/>
                    <a:pt x="599091" y="274371"/>
                    <a:pt x="651134" y="339087"/>
                  </a:cubicBezTo>
                  <a:cubicBezTo>
                    <a:pt x="679704" y="374613"/>
                    <a:pt x="722847" y="395261"/>
                    <a:pt x="768435" y="395224"/>
                  </a:cubicBezTo>
                  <a:close/>
                  <a:moveTo>
                    <a:pt x="153755" y="262433"/>
                  </a:moveTo>
                  <a:lnTo>
                    <a:pt x="153755" y="393598"/>
                  </a:lnTo>
                  <a:cubicBezTo>
                    <a:pt x="153755" y="399210"/>
                    <a:pt x="149206" y="403758"/>
                    <a:pt x="143595" y="403758"/>
                  </a:cubicBezTo>
                  <a:lnTo>
                    <a:pt x="76911" y="403758"/>
                  </a:lnTo>
                  <a:cubicBezTo>
                    <a:pt x="71300" y="403758"/>
                    <a:pt x="66751" y="399210"/>
                    <a:pt x="66751" y="393598"/>
                  </a:cubicBezTo>
                  <a:lnTo>
                    <a:pt x="66751" y="262433"/>
                  </a:lnTo>
                  <a:cubicBezTo>
                    <a:pt x="66751" y="256821"/>
                    <a:pt x="71300" y="252273"/>
                    <a:pt x="76911" y="252273"/>
                  </a:cubicBezTo>
                  <a:lnTo>
                    <a:pt x="143493" y="252273"/>
                  </a:lnTo>
                  <a:cubicBezTo>
                    <a:pt x="149104" y="252273"/>
                    <a:pt x="153653" y="256821"/>
                    <a:pt x="153653" y="262433"/>
                  </a:cubicBezTo>
                  <a:close/>
                  <a:moveTo>
                    <a:pt x="133435" y="272593"/>
                  </a:moveTo>
                  <a:lnTo>
                    <a:pt x="87071" y="272593"/>
                  </a:lnTo>
                  <a:lnTo>
                    <a:pt x="87071" y="383438"/>
                  </a:lnTo>
                  <a:lnTo>
                    <a:pt x="133333" y="383438"/>
                  </a:lnTo>
                  <a:close/>
                  <a:moveTo>
                    <a:pt x="187215" y="403758"/>
                  </a:moveTo>
                  <a:cubicBezTo>
                    <a:pt x="181604" y="403758"/>
                    <a:pt x="177055" y="399210"/>
                    <a:pt x="177055" y="393598"/>
                  </a:cubicBezTo>
                  <a:lnTo>
                    <a:pt x="177055" y="197172"/>
                  </a:lnTo>
                  <a:cubicBezTo>
                    <a:pt x="177055" y="191560"/>
                    <a:pt x="181604" y="187012"/>
                    <a:pt x="187215" y="187012"/>
                  </a:cubicBezTo>
                  <a:lnTo>
                    <a:pt x="253661" y="187012"/>
                  </a:lnTo>
                  <a:cubicBezTo>
                    <a:pt x="259273" y="187012"/>
                    <a:pt x="263821" y="191560"/>
                    <a:pt x="263821" y="197172"/>
                  </a:cubicBezTo>
                  <a:lnTo>
                    <a:pt x="263821" y="393598"/>
                  </a:lnTo>
                  <a:cubicBezTo>
                    <a:pt x="263821" y="399210"/>
                    <a:pt x="259273" y="403758"/>
                    <a:pt x="253661" y="403758"/>
                  </a:cubicBezTo>
                  <a:close/>
                  <a:moveTo>
                    <a:pt x="197375" y="383438"/>
                  </a:moveTo>
                  <a:lnTo>
                    <a:pt x="243501" y="383438"/>
                  </a:lnTo>
                  <a:lnTo>
                    <a:pt x="243501" y="207332"/>
                  </a:lnTo>
                  <a:lnTo>
                    <a:pt x="197273" y="207332"/>
                  </a:lnTo>
                  <a:close/>
                  <a:moveTo>
                    <a:pt x="297383" y="403758"/>
                  </a:moveTo>
                  <a:cubicBezTo>
                    <a:pt x="291772" y="403758"/>
                    <a:pt x="287223" y="399210"/>
                    <a:pt x="287223" y="393598"/>
                  </a:cubicBezTo>
                  <a:lnTo>
                    <a:pt x="287223" y="139903"/>
                  </a:lnTo>
                  <a:cubicBezTo>
                    <a:pt x="287223" y="134292"/>
                    <a:pt x="291772" y="129743"/>
                    <a:pt x="297383" y="129743"/>
                  </a:cubicBezTo>
                  <a:lnTo>
                    <a:pt x="363965" y="129743"/>
                  </a:lnTo>
                  <a:cubicBezTo>
                    <a:pt x="369577" y="129743"/>
                    <a:pt x="374125" y="134292"/>
                    <a:pt x="374125" y="139903"/>
                  </a:cubicBezTo>
                  <a:lnTo>
                    <a:pt x="374125" y="393598"/>
                  </a:lnTo>
                  <a:cubicBezTo>
                    <a:pt x="374125" y="399210"/>
                    <a:pt x="369577" y="403758"/>
                    <a:pt x="363965" y="403758"/>
                  </a:cubicBezTo>
                  <a:close/>
                  <a:moveTo>
                    <a:pt x="307543" y="383438"/>
                  </a:moveTo>
                  <a:lnTo>
                    <a:pt x="353805" y="383438"/>
                  </a:lnTo>
                  <a:lnTo>
                    <a:pt x="353805" y="150063"/>
                  </a:lnTo>
                  <a:lnTo>
                    <a:pt x="307442" y="150063"/>
                  </a:lnTo>
                  <a:close/>
                  <a:moveTo>
                    <a:pt x="407585" y="403758"/>
                  </a:moveTo>
                  <a:cubicBezTo>
                    <a:pt x="401974" y="403758"/>
                    <a:pt x="397425" y="399210"/>
                    <a:pt x="397425" y="393598"/>
                  </a:cubicBezTo>
                  <a:lnTo>
                    <a:pt x="397425" y="84125"/>
                  </a:lnTo>
                  <a:cubicBezTo>
                    <a:pt x="397425" y="78513"/>
                    <a:pt x="401974" y="73965"/>
                    <a:pt x="407585" y="73965"/>
                  </a:cubicBezTo>
                  <a:lnTo>
                    <a:pt x="474167" y="73965"/>
                  </a:lnTo>
                  <a:cubicBezTo>
                    <a:pt x="479779" y="73965"/>
                    <a:pt x="484327" y="78513"/>
                    <a:pt x="484327" y="84125"/>
                  </a:cubicBezTo>
                  <a:lnTo>
                    <a:pt x="484327" y="393598"/>
                  </a:lnTo>
                  <a:cubicBezTo>
                    <a:pt x="484327" y="399210"/>
                    <a:pt x="479779" y="403758"/>
                    <a:pt x="474167" y="403758"/>
                  </a:cubicBezTo>
                  <a:close/>
                  <a:moveTo>
                    <a:pt x="417745" y="383438"/>
                  </a:moveTo>
                  <a:lnTo>
                    <a:pt x="464007" y="383438"/>
                  </a:lnTo>
                  <a:lnTo>
                    <a:pt x="464007" y="94285"/>
                  </a:lnTo>
                  <a:lnTo>
                    <a:pt x="417644" y="94285"/>
                  </a:lnTo>
                  <a:close/>
                  <a:moveTo>
                    <a:pt x="76911" y="493099"/>
                  </a:moveTo>
                  <a:lnTo>
                    <a:pt x="928929" y="493099"/>
                  </a:lnTo>
                  <a:lnTo>
                    <a:pt x="928929" y="472779"/>
                  </a:lnTo>
                  <a:lnTo>
                    <a:pt x="76911" y="472779"/>
                  </a:lnTo>
                  <a:close/>
                  <a:moveTo>
                    <a:pt x="76911" y="570687"/>
                  </a:moveTo>
                  <a:lnTo>
                    <a:pt x="928929" y="570687"/>
                  </a:lnTo>
                  <a:lnTo>
                    <a:pt x="928929" y="550367"/>
                  </a:lnTo>
                  <a:lnTo>
                    <a:pt x="76911" y="550367"/>
                  </a:lnTo>
                  <a:close/>
                  <a:moveTo>
                    <a:pt x="928929" y="627990"/>
                  </a:moveTo>
                  <a:lnTo>
                    <a:pt x="76911" y="627990"/>
                  </a:lnTo>
                  <a:lnTo>
                    <a:pt x="76911" y="648310"/>
                  </a:lnTo>
                  <a:lnTo>
                    <a:pt x="928929" y="648310"/>
                  </a:lnTo>
                  <a:close/>
                </a:path>
              </a:pathLst>
            </a:custGeom>
            <a:solidFill>
              <a:schemeClr val="accent2"/>
            </a:solidFill>
            <a:ln w="3365" cap="flat">
              <a:noFill/>
              <a:prstDash val="solid"/>
              <a:miter/>
            </a:ln>
          </p:spPr>
          <p:txBody>
            <a:bodyPr rtlCol="0" anchor="ctr"/>
            <a:lstStyle/>
            <a:p>
              <a:endParaRPr lang="en-US"/>
            </a:p>
          </p:txBody>
        </p:sp>
      </p:grpSp>
      <p:grpSp>
        <p:nvGrpSpPr>
          <p:cNvPr id="46" name="ee4p_icon_group">
            <a:extLst>
              <a:ext uri="{FF2B5EF4-FFF2-40B4-BE49-F238E27FC236}">
                <a16:creationId xmlns:a16="http://schemas.microsoft.com/office/drawing/2014/main" id="{21EC7670-27EF-024E-C24E-594F86CA0695}"/>
              </a:ext>
            </a:extLst>
          </p:cNvPr>
          <p:cNvGrpSpPr/>
          <p:nvPr/>
        </p:nvGrpSpPr>
        <p:grpSpPr>
          <a:xfrm>
            <a:off x="8759099" y="2898562"/>
            <a:ext cx="1271445" cy="1271445"/>
            <a:chOff x="4031982" y="2888879"/>
            <a:chExt cx="1080000" cy="1080000"/>
          </a:xfrm>
        </p:grpSpPr>
        <p:sp>
          <p:nvSpPr>
            <p:cNvPr id="47" name="ee4p_icon_frame" hidden="1">
              <a:extLst>
                <a:ext uri="{FF2B5EF4-FFF2-40B4-BE49-F238E27FC236}">
                  <a16:creationId xmlns:a16="http://schemas.microsoft.com/office/drawing/2014/main" id="{E2F3C03C-6EA2-DA4C-7097-45C94385A810}"/>
                </a:ext>
              </a:extLst>
            </p:cNvPr>
            <p:cNvSpPr/>
            <p:nvPr/>
          </p:nvSpPr>
          <p:spPr>
            <a:xfrm>
              <a:off x="4031982" y="2888879"/>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ee4p_icon">
              <a:extLst>
                <a:ext uri="{FF2B5EF4-FFF2-40B4-BE49-F238E27FC236}">
                  <a16:creationId xmlns:a16="http://schemas.microsoft.com/office/drawing/2014/main" id="{3C4BAF79-3518-4E4D-6517-6368582A6CB7}"/>
                </a:ext>
              </a:extLst>
            </p:cNvPr>
            <p:cNvSpPr>
              <a:spLocks noChangeAspect="1"/>
            </p:cNvSpPr>
            <p:nvPr/>
          </p:nvSpPr>
          <p:spPr>
            <a:xfrm>
              <a:off x="4064812" y="2924280"/>
              <a:ext cx="1014340" cy="1009197"/>
            </a:xfrm>
            <a:custGeom>
              <a:avLst/>
              <a:gdLst>
                <a:gd name="connsiteX0" fmla="*/ 254135 w 1014340"/>
                <a:gd name="connsiteY0" fmla="*/ 506446 h 1009197"/>
                <a:gd name="connsiteX1" fmla="*/ 502900 w 1014340"/>
                <a:gd name="connsiteY1" fmla="*/ 257913 h 1009197"/>
                <a:gd name="connsiteX2" fmla="*/ 745202 w 1014340"/>
                <a:gd name="connsiteY2" fmla="*/ 451244 h 1009197"/>
                <a:gd name="connsiteX3" fmla="*/ 725390 w 1014340"/>
                <a:gd name="connsiteY3" fmla="*/ 455748 h 1009197"/>
                <a:gd name="connsiteX4" fmla="*/ 452103 w 1014340"/>
                <a:gd name="connsiteY4" fmla="*/ 283840 h 1009197"/>
                <a:gd name="connsiteX5" fmla="*/ 280197 w 1014340"/>
                <a:gd name="connsiteY5" fmla="*/ 557125 h 1009197"/>
                <a:gd name="connsiteX6" fmla="*/ 553483 w 1014340"/>
                <a:gd name="connsiteY6" fmla="*/ 729035 h 1009197"/>
                <a:gd name="connsiteX7" fmla="*/ 726406 w 1014340"/>
                <a:gd name="connsiteY7" fmla="*/ 552437 h 1009197"/>
                <a:gd name="connsiteX8" fmla="*/ 746320 w 1014340"/>
                <a:gd name="connsiteY8" fmla="*/ 556535 h 1009197"/>
                <a:gd name="connsiteX9" fmla="*/ 452614 w 1014340"/>
                <a:gd name="connsiteY9" fmla="*/ 749900 h 1009197"/>
                <a:gd name="connsiteX10" fmla="*/ 254135 w 1014340"/>
                <a:gd name="connsiteY10" fmla="*/ 506446 h 1009197"/>
                <a:gd name="connsiteX11" fmla="*/ 675437 w 1014340"/>
                <a:gd name="connsiteY11" fmla="*/ 506446 h 1009197"/>
                <a:gd name="connsiteX12" fmla="*/ 502717 w 1014340"/>
                <a:gd name="connsiteY12" fmla="*/ 679166 h 1009197"/>
                <a:gd name="connsiteX13" fmla="*/ 329997 w 1014340"/>
                <a:gd name="connsiteY13" fmla="*/ 506446 h 1009197"/>
                <a:gd name="connsiteX14" fmla="*/ 502717 w 1014340"/>
                <a:gd name="connsiteY14" fmla="*/ 333726 h 1009197"/>
                <a:gd name="connsiteX15" fmla="*/ 675437 w 1014340"/>
                <a:gd name="connsiteY15" fmla="*/ 506446 h 1009197"/>
                <a:gd name="connsiteX16" fmla="*/ 655117 w 1014340"/>
                <a:gd name="connsiteY16" fmla="*/ 506446 h 1009197"/>
                <a:gd name="connsiteX17" fmla="*/ 502717 w 1014340"/>
                <a:gd name="connsiteY17" fmla="*/ 354046 h 1009197"/>
                <a:gd name="connsiteX18" fmla="*/ 350317 w 1014340"/>
                <a:gd name="connsiteY18" fmla="*/ 506446 h 1009197"/>
                <a:gd name="connsiteX19" fmla="*/ 502717 w 1014340"/>
                <a:gd name="connsiteY19" fmla="*/ 658846 h 1009197"/>
                <a:gd name="connsiteX20" fmla="*/ 655117 w 1014340"/>
                <a:gd name="connsiteY20" fmla="*/ 506446 h 1009197"/>
                <a:gd name="connsiteX21" fmla="*/ 34 w 1014340"/>
                <a:gd name="connsiteY21" fmla="*/ 99335 h 1009197"/>
                <a:gd name="connsiteX22" fmla="*/ 95316 w 1014340"/>
                <a:gd name="connsiteY22" fmla="*/ 3408 h 1009197"/>
                <a:gd name="connsiteX23" fmla="*/ 190737 w 1014340"/>
                <a:gd name="connsiteY23" fmla="*/ 89175 h 1009197"/>
                <a:gd name="connsiteX24" fmla="*/ 701582 w 1014340"/>
                <a:gd name="connsiteY24" fmla="*/ 89175 h 1009197"/>
                <a:gd name="connsiteX25" fmla="*/ 633239 w 1014340"/>
                <a:gd name="connsiteY25" fmla="*/ 20798 h 1009197"/>
                <a:gd name="connsiteX26" fmla="*/ 647598 w 1014340"/>
                <a:gd name="connsiteY26" fmla="*/ 6439 h 1009197"/>
                <a:gd name="connsiteX27" fmla="*/ 733315 w 1014340"/>
                <a:gd name="connsiteY27" fmla="*/ 92122 h 1009197"/>
                <a:gd name="connsiteX28" fmla="*/ 733339 w 1014340"/>
                <a:gd name="connsiteY28" fmla="*/ 106490 h 1009197"/>
                <a:gd name="connsiteX29" fmla="*/ 733315 w 1014340"/>
                <a:gd name="connsiteY29" fmla="*/ 106515 h 1009197"/>
                <a:gd name="connsiteX30" fmla="*/ 647598 w 1014340"/>
                <a:gd name="connsiteY30" fmla="*/ 192198 h 1009197"/>
                <a:gd name="connsiteX31" fmla="*/ 633239 w 1014340"/>
                <a:gd name="connsiteY31" fmla="*/ 177838 h 1009197"/>
                <a:gd name="connsiteX32" fmla="*/ 701582 w 1014340"/>
                <a:gd name="connsiteY32" fmla="*/ 109495 h 1009197"/>
                <a:gd name="connsiteX33" fmla="*/ 190737 w 1014340"/>
                <a:gd name="connsiteY33" fmla="*/ 109495 h 1009197"/>
                <a:gd name="connsiteX34" fmla="*/ 85199 w 1014340"/>
                <a:gd name="connsiteY34" fmla="*/ 194086 h 1009197"/>
                <a:gd name="connsiteX35" fmla="*/ 34 w 1014340"/>
                <a:gd name="connsiteY35" fmla="*/ 99335 h 1009197"/>
                <a:gd name="connsiteX36" fmla="*/ 20354 w 1014340"/>
                <a:gd name="connsiteY36" fmla="*/ 99335 h 1009197"/>
                <a:gd name="connsiteX37" fmla="*/ 95673 w 1014340"/>
                <a:gd name="connsiteY37" fmla="*/ 174655 h 1009197"/>
                <a:gd name="connsiteX38" fmla="*/ 170993 w 1014340"/>
                <a:gd name="connsiteY38" fmla="*/ 99335 h 1009197"/>
                <a:gd name="connsiteX39" fmla="*/ 95673 w 1014340"/>
                <a:gd name="connsiteY39" fmla="*/ 24016 h 1009197"/>
                <a:gd name="connsiteX40" fmla="*/ 95639 w 1014340"/>
                <a:gd name="connsiteY40" fmla="*/ 24016 h 1009197"/>
                <a:gd name="connsiteX41" fmla="*/ 20354 w 1014340"/>
                <a:gd name="connsiteY41" fmla="*/ 99335 h 1009197"/>
                <a:gd name="connsiteX42" fmla="*/ 1005501 w 1014340"/>
                <a:gd name="connsiteY42" fmla="*/ 913558 h 1009197"/>
                <a:gd name="connsiteX43" fmla="*/ 909550 w 1014340"/>
                <a:gd name="connsiteY43" fmla="*/ 1008882 h 1009197"/>
                <a:gd name="connsiteX44" fmla="*/ 814798 w 1014340"/>
                <a:gd name="connsiteY44" fmla="*/ 923718 h 1009197"/>
                <a:gd name="connsiteX45" fmla="*/ 312555 w 1014340"/>
                <a:gd name="connsiteY45" fmla="*/ 923718 h 1009197"/>
                <a:gd name="connsiteX46" fmla="*/ 380898 w 1014340"/>
                <a:gd name="connsiteY46" fmla="*/ 992061 h 1009197"/>
                <a:gd name="connsiteX47" fmla="*/ 366539 w 1014340"/>
                <a:gd name="connsiteY47" fmla="*/ 1006420 h 1009197"/>
                <a:gd name="connsiteX48" fmla="*/ 280822 w 1014340"/>
                <a:gd name="connsiteY48" fmla="*/ 920737 h 1009197"/>
                <a:gd name="connsiteX49" fmla="*/ 280797 w 1014340"/>
                <a:gd name="connsiteY49" fmla="*/ 906368 h 1009197"/>
                <a:gd name="connsiteX50" fmla="*/ 280822 w 1014340"/>
                <a:gd name="connsiteY50" fmla="*/ 906344 h 1009197"/>
                <a:gd name="connsiteX51" fmla="*/ 366539 w 1014340"/>
                <a:gd name="connsiteY51" fmla="*/ 820661 h 1009197"/>
                <a:gd name="connsiteX52" fmla="*/ 380898 w 1014340"/>
                <a:gd name="connsiteY52" fmla="*/ 835021 h 1009197"/>
                <a:gd name="connsiteX53" fmla="*/ 312555 w 1014340"/>
                <a:gd name="connsiteY53" fmla="*/ 903398 h 1009197"/>
                <a:gd name="connsiteX54" fmla="*/ 814798 w 1014340"/>
                <a:gd name="connsiteY54" fmla="*/ 903398 h 1009197"/>
                <a:gd name="connsiteX55" fmla="*/ 919734 w 1014340"/>
                <a:gd name="connsiteY55" fmla="*/ 818138 h 1009197"/>
                <a:gd name="connsiteX56" fmla="*/ 1005501 w 1014340"/>
                <a:gd name="connsiteY56" fmla="*/ 913558 h 1009197"/>
                <a:gd name="connsiteX57" fmla="*/ 985181 w 1014340"/>
                <a:gd name="connsiteY57" fmla="*/ 913558 h 1009197"/>
                <a:gd name="connsiteX58" fmla="*/ 909726 w 1014340"/>
                <a:gd name="connsiteY58" fmla="*/ 838374 h 1009197"/>
                <a:gd name="connsiteX59" fmla="*/ 834542 w 1014340"/>
                <a:gd name="connsiteY59" fmla="*/ 913829 h 1009197"/>
                <a:gd name="connsiteX60" fmla="*/ 909862 w 1014340"/>
                <a:gd name="connsiteY60" fmla="*/ 989013 h 1009197"/>
                <a:gd name="connsiteX61" fmla="*/ 985181 w 1014340"/>
                <a:gd name="connsiteY61" fmla="*/ 913558 h 1009197"/>
                <a:gd name="connsiteX62" fmla="*/ 191279 w 1014340"/>
                <a:gd name="connsiteY62" fmla="*/ 913558 h 1009197"/>
                <a:gd name="connsiteX63" fmla="*/ 95640 w 1014340"/>
                <a:gd name="connsiteY63" fmla="*/ 1009197 h 1009197"/>
                <a:gd name="connsiteX64" fmla="*/ 0 w 1014340"/>
                <a:gd name="connsiteY64" fmla="*/ 913558 h 1009197"/>
                <a:gd name="connsiteX65" fmla="*/ 85479 w 1014340"/>
                <a:gd name="connsiteY65" fmla="*/ 818460 h 1009197"/>
                <a:gd name="connsiteX66" fmla="*/ 85479 w 1014340"/>
                <a:gd name="connsiteY66" fmla="*/ 307615 h 1009197"/>
                <a:gd name="connsiteX67" fmla="*/ 17137 w 1014340"/>
                <a:gd name="connsiteY67" fmla="*/ 376026 h 1009197"/>
                <a:gd name="connsiteX68" fmla="*/ 2777 w 1014340"/>
                <a:gd name="connsiteY68" fmla="*/ 361666 h 1009197"/>
                <a:gd name="connsiteX69" fmla="*/ 88460 w 1014340"/>
                <a:gd name="connsiteY69" fmla="*/ 275950 h 1009197"/>
                <a:gd name="connsiteX70" fmla="*/ 102819 w 1014340"/>
                <a:gd name="connsiteY70" fmla="*/ 275950 h 1009197"/>
                <a:gd name="connsiteX71" fmla="*/ 188536 w 1014340"/>
                <a:gd name="connsiteY71" fmla="*/ 361666 h 1009197"/>
                <a:gd name="connsiteX72" fmla="*/ 174176 w 1014340"/>
                <a:gd name="connsiteY72" fmla="*/ 376026 h 1009197"/>
                <a:gd name="connsiteX73" fmla="*/ 105799 w 1014340"/>
                <a:gd name="connsiteY73" fmla="*/ 307615 h 1009197"/>
                <a:gd name="connsiteX74" fmla="*/ 105799 w 1014340"/>
                <a:gd name="connsiteY74" fmla="*/ 818460 h 1009197"/>
                <a:gd name="connsiteX75" fmla="*/ 191279 w 1014340"/>
                <a:gd name="connsiteY75" fmla="*/ 913558 h 1009197"/>
                <a:gd name="connsiteX76" fmla="*/ 170959 w 1014340"/>
                <a:gd name="connsiteY76" fmla="*/ 913558 h 1009197"/>
                <a:gd name="connsiteX77" fmla="*/ 95504 w 1014340"/>
                <a:gd name="connsiteY77" fmla="*/ 838374 h 1009197"/>
                <a:gd name="connsiteX78" fmla="*/ 20320 w 1014340"/>
                <a:gd name="connsiteY78" fmla="*/ 913829 h 1009197"/>
                <a:gd name="connsiteX79" fmla="*/ 95639 w 1014340"/>
                <a:gd name="connsiteY79" fmla="*/ 989013 h 1009197"/>
                <a:gd name="connsiteX80" fmla="*/ 170959 w 1014340"/>
                <a:gd name="connsiteY80" fmla="*/ 913558 h 1009197"/>
                <a:gd name="connsiteX81" fmla="*/ 928895 w 1014340"/>
                <a:gd name="connsiteY81" fmla="*/ 705515 h 1009197"/>
                <a:gd name="connsiteX82" fmla="*/ 928895 w 1014340"/>
                <a:gd name="connsiteY82" fmla="*/ 181123 h 1009197"/>
                <a:gd name="connsiteX83" fmla="*/ 918735 w 1014340"/>
                <a:gd name="connsiteY83" fmla="*/ 170963 h 1009197"/>
                <a:gd name="connsiteX84" fmla="*/ 843382 w 1014340"/>
                <a:gd name="connsiteY84" fmla="*/ 95678 h 1009197"/>
                <a:gd name="connsiteX85" fmla="*/ 918667 w 1014340"/>
                <a:gd name="connsiteY85" fmla="*/ 20324 h 1009197"/>
                <a:gd name="connsiteX86" fmla="*/ 994021 w 1014340"/>
                <a:gd name="connsiteY86" fmla="*/ 95610 h 1009197"/>
                <a:gd name="connsiteX87" fmla="*/ 994021 w 1014340"/>
                <a:gd name="connsiteY87" fmla="*/ 95644 h 1009197"/>
                <a:gd name="connsiteX88" fmla="*/ 1014341 w 1014340"/>
                <a:gd name="connsiteY88" fmla="*/ 95644 h 1009197"/>
                <a:gd name="connsiteX89" fmla="*/ 918704 w 1014340"/>
                <a:gd name="connsiteY89" fmla="*/ 0 h 1009197"/>
                <a:gd name="connsiteX90" fmla="*/ 823062 w 1014340"/>
                <a:gd name="connsiteY90" fmla="*/ 95635 h 1009197"/>
                <a:gd name="connsiteX91" fmla="*/ 908575 w 1014340"/>
                <a:gd name="connsiteY91" fmla="*/ 190741 h 1009197"/>
                <a:gd name="connsiteX92" fmla="*/ 908575 w 1014340"/>
                <a:gd name="connsiteY92" fmla="*/ 705515 h 1009197"/>
                <a:gd name="connsiteX93" fmla="*/ 840198 w 1014340"/>
                <a:gd name="connsiteY93" fmla="*/ 637138 h 1009197"/>
                <a:gd name="connsiteX94" fmla="*/ 825839 w 1014340"/>
                <a:gd name="connsiteY94" fmla="*/ 651531 h 1009197"/>
                <a:gd name="connsiteX95" fmla="*/ 911555 w 1014340"/>
                <a:gd name="connsiteY95" fmla="*/ 737214 h 1009197"/>
                <a:gd name="connsiteX96" fmla="*/ 918735 w 1014340"/>
                <a:gd name="connsiteY96" fmla="*/ 740194 h 1009197"/>
                <a:gd name="connsiteX97" fmla="*/ 925915 w 1014340"/>
                <a:gd name="connsiteY97" fmla="*/ 737214 h 1009197"/>
                <a:gd name="connsiteX98" fmla="*/ 1011597 w 1014340"/>
                <a:gd name="connsiteY98" fmla="*/ 651531 h 1009197"/>
                <a:gd name="connsiteX99" fmla="*/ 997238 w 1014340"/>
                <a:gd name="connsiteY99" fmla="*/ 637138 h 10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014340" h="1009197">
                  <a:moveTo>
                    <a:pt x="254135" y="506446"/>
                  </a:moveTo>
                  <a:cubicBezTo>
                    <a:pt x="254199" y="369120"/>
                    <a:pt x="365574" y="257849"/>
                    <a:pt x="502900" y="257913"/>
                  </a:cubicBezTo>
                  <a:cubicBezTo>
                    <a:pt x="618869" y="257966"/>
                    <a:pt x="719403" y="338180"/>
                    <a:pt x="745202" y="451244"/>
                  </a:cubicBezTo>
                  <a:lnTo>
                    <a:pt x="725390" y="455748"/>
                  </a:lnTo>
                  <a:cubicBezTo>
                    <a:pt x="697396" y="332811"/>
                    <a:pt x="575042" y="255846"/>
                    <a:pt x="452103" y="283840"/>
                  </a:cubicBezTo>
                  <a:cubicBezTo>
                    <a:pt x="329167" y="311835"/>
                    <a:pt x="252202" y="434189"/>
                    <a:pt x="280197" y="557125"/>
                  </a:cubicBezTo>
                  <a:cubicBezTo>
                    <a:pt x="308191" y="680064"/>
                    <a:pt x="430547" y="757029"/>
                    <a:pt x="553483" y="729035"/>
                  </a:cubicBezTo>
                  <a:cubicBezTo>
                    <a:pt x="640761" y="709159"/>
                    <a:pt x="708369" y="640115"/>
                    <a:pt x="726406" y="552437"/>
                  </a:cubicBezTo>
                  <a:lnTo>
                    <a:pt x="746320" y="556535"/>
                  </a:lnTo>
                  <a:cubicBezTo>
                    <a:pt x="718613" y="691037"/>
                    <a:pt x="587116" y="777610"/>
                    <a:pt x="452614" y="749900"/>
                  </a:cubicBezTo>
                  <a:cubicBezTo>
                    <a:pt x="337084" y="726102"/>
                    <a:pt x="254174" y="624404"/>
                    <a:pt x="254135" y="506446"/>
                  </a:cubicBezTo>
                  <a:close/>
                  <a:moveTo>
                    <a:pt x="675437" y="506446"/>
                  </a:moveTo>
                  <a:cubicBezTo>
                    <a:pt x="675437" y="601839"/>
                    <a:pt x="598109" y="679166"/>
                    <a:pt x="502717" y="679166"/>
                  </a:cubicBezTo>
                  <a:cubicBezTo>
                    <a:pt x="407325" y="679166"/>
                    <a:pt x="329997" y="601839"/>
                    <a:pt x="329997" y="506446"/>
                  </a:cubicBezTo>
                  <a:cubicBezTo>
                    <a:pt x="329997" y="411054"/>
                    <a:pt x="407325" y="333726"/>
                    <a:pt x="502717" y="333726"/>
                  </a:cubicBezTo>
                  <a:cubicBezTo>
                    <a:pt x="598109" y="333726"/>
                    <a:pt x="675437" y="411054"/>
                    <a:pt x="675437" y="506446"/>
                  </a:cubicBezTo>
                  <a:close/>
                  <a:moveTo>
                    <a:pt x="655117" y="506446"/>
                  </a:moveTo>
                  <a:cubicBezTo>
                    <a:pt x="655117" y="422278"/>
                    <a:pt x="586886" y="354046"/>
                    <a:pt x="502717" y="354046"/>
                  </a:cubicBezTo>
                  <a:cubicBezTo>
                    <a:pt x="418548" y="354046"/>
                    <a:pt x="350317" y="422278"/>
                    <a:pt x="350317" y="506446"/>
                  </a:cubicBezTo>
                  <a:cubicBezTo>
                    <a:pt x="350317" y="590615"/>
                    <a:pt x="418548" y="658846"/>
                    <a:pt x="502717" y="658846"/>
                  </a:cubicBezTo>
                  <a:cubicBezTo>
                    <a:pt x="586886" y="658846"/>
                    <a:pt x="655117" y="590615"/>
                    <a:pt x="655117" y="506446"/>
                  </a:cubicBezTo>
                  <a:close/>
                  <a:moveTo>
                    <a:pt x="34" y="99335"/>
                  </a:moveTo>
                  <a:cubicBezTo>
                    <a:pt x="-144" y="46534"/>
                    <a:pt x="42515" y="3586"/>
                    <a:pt x="95316" y="3408"/>
                  </a:cubicBezTo>
                  <a:cubicBezTo>
                    <a:pt x="144432" y="3242"/>
                    <a:pt x="185683" y="40320"/>
                    <a:pt x="190737" y="89175"/>
                  </a:cubicBezTo>
                  <a:lnTo>
                    <a:pt x="701582" y="89175"/>
                  </a:lnTo>
                  <a:lnTo>
                    <a:pt x="633239" y="20798"/>
                  </a:lnTo>
                  <a:lnTo>
                    <a:pt x="647598" y="6439"/>
                  </a:lnTo>
                  <a:lnTo>
                    <a:pt x="733315" y="92122"/>
                  </a:lnTo>
                  <a:cubicBezTo>
                    <a:pt x="737291" y="96082"/>
                    <a:pt x="737301" y="102515"/>
                    <a:pt x="733339" y="106490"/>
                  </a:cubicBezTo>
                  <a:cubicBezTo>
                    <a:pt x="733332" y="106498"/>
                    <a:pt x="733322" y="106506"/>
                    <a:pt x="733315" y="106515"/>
                  </a:cubicBezTo>
                  <a:lnTo>
                    <a:pt x="647598" y="192198"/>
                  </a:lnTo>
                  <a:lnTo>
                    <a:pt x="633239" y="177838"/>
                  </a:lnTo>
                  <a:lnTo>
                    <a:pt x="701582" y="109495"/>
                  </a:lnTo>
                  <a:lnTo>
                    <a:pt x="190737" y="109495"/>
                  </a:lnTo>
                  <a:cubicBezTo>
                    <a:pt x="184953" y="161998"/>
                    <a:pt x="137702" y="199870"/>
                    <a:pt x="85199" y="194086"/>
                  </a:cubicBezTo>
                  <a:cubicBezTo>
                    <a:pt x="36845" y="188758"/>
                    <a:pt x="193" y="147982"/>
                    <a:pt x="34" y="99335"/>
                  </a:cubicBezTo>
                  <a:close/>
                  <a:moveTo>
                    <a:pt x="20354" y="99335"/>
                  </a:moveTo>
                  <a:cubicBezTo>
                    <a:pt x="20354" y="140933"/>
                    <a:pt x="54076" y="174655"/>
                    <a:pt x="95673" y="174655"/>
                  </a:cubicBezTo>
                  <a:cubicBezTo>
                    <a:pt x="137271" y="174655"/>
                    <a:pt x="170993" y="140933"/>
                    <a:pt x="170993" y="99335"/>
                  </a:cubicBezTo>
                  <a:cubicBezTo>
                    <a:pt x="170993" y="57737"/>
                    <a:pt x="137271" y="24016"/>
                    <a:pt x="95673" y="24016"/>
                  </a:cubicBezTo>
                  <a:cubicBezTo>
                    <a:pt x="95662" y="24016"/>
                    <a:pt x="95651" y="24016"/>
                    <a:pt x="95639" y="24016"/>
                  </a:cubicBezTo>
                  <a:cubicBezTo>
                    <a:pt x="54063" y="24053"/>
                    <a:pt x="20373" y="57758"/>
                    <a:pt x="20354" y="99335"/>
                  </a:cubicBezTo>
                  <a:close/>
                  <a:moveTo>
                    <a:pt x="1005501" y="913558"/>
                  </a:moveTo>
                  <a:cubicBezTo>
                    <a:pt x="1005329" y="966376"/>
                    <a:pt x="962369" y="1009055"/>
                    <a:pt x="909550" y="1008882"/>
                  </a:cubicBezTo>
                  <a:cubicBezTo>
                    <a:pt x="860901" y="1008723"/>
                    <a:pt x="820125" y="972072"/>
                    <a:pt x="814798" y="923718"/>
                  </a:cubicBezTo>
                  <a:lnTo>
                    <a:pt x="312555" y="923718"/>
                  </a:lnTo>
                  <a:lnTo>
                    <a:pt x="380898" y="992061"/>
                  </a:lnTo>
                  <a:lnTo>
                    <a:pt x="366539" y="1006420"/>
                  </a:lnTo>
                  <a:lnTo>
                    <a:pt x="280822" y="920737"/>
                  </a:lnTo>
                  <a:cubicBezTo>
                    <a:pt x="276848" y="916775"/>
                    <a:pt x="276837" y="910344"/>
                    <a:pt x="280797" y="906368"/>
                  </a:cubicBezTo>
                  <a:cubicBezTo>
                    <a:pt x="280806" y="906361"/>
                    <a:pt x="280814" y="906351"/>
                    <a:pt x="280822" y="906344"/>
                  </a:cubicBezTo>
                  <a:lnTo>
                    <a:pt x="366539" y="820661"/>
                  </a:lnTo>
                  <a:lnTo>
                    <a:pt x="380898" y="835021"/>
                  </a:lnTo>
                  <a:lnTo>
                    <a:pt x="312555" y="903398"/>
                  </a:lnTo>
                  <a:lnTo>
                    <a:pt x="814798" y="903398"/>
                  </a:lnTo>
                  <a:cubicBezTo>
                    <a:pt x="820230" y="850877"/>
                    <a:pt x="867214" y="812703"/>
                    <a:pt x="919734" y="818138"/>
                  </a:cubicBezTo>
                  <a:cubicBezTo>
                    <a:pt x="968590" y="823191"/>
                    <a:pt x="1005667" y="864441"/>
                    <a:pt x="1005501" y="913558"/>
                  </a:cubicBezTo>
                  <a:close/>
                  <a:moveTo>
                    <a:pt x="985181" y="913558"/>
                  </a:moveTo>
                  <a:cubicBezTo>
                    <a:pt x="985107" y="871959"/>
                    <a:pt x="951325" y="838299"/>
                    <a:pt x="909726" y="838374"/>
                  </a:cubicBezTo>
                  <a:cubicBezTo>
                    <a:pt x="868128" y="838448"/>
                    <a:pt x="834468" y="872230"/>
                    <a:pt x="834542" y="913829"/>
                  </a:cubicBezTo>
                  <a:cubicBezTo>
                    <a:pt x="834617" y="955373"/>
                    <a:pt x="868318" y="989013"/>
                    <a:pt x="909862" y="989013"/>
                  </a:cubicBezTo>
                  <a:cubicBezTo>
                    <a:pt x="951491" y="988955"/>
                    <a:pt x="985202" y="955187"/>
                    <a:pt x="985181" y="913558"/>
                  </a:cubicBezTo>
                  <a:close/>
                  <a:moveTo>
                    <a:pt x="191279" y="913558"/>
                  </a:moveTo>
                  <a:cubicBezTo>
                    <a:pt x="191279" y="966379"/>
                    <a:pt x="148460" y="1009197"/>
                    <a:pt x="95640" y="1009197"/>
                  </a:cubicBezTo>
                  <a:cubicBezTo>
                    <a:pt x="42820" y="1009197"/>
                    <a:pt x="0" y="966379"/>
                    <a:pt x="0" y="913558"/>
                  </a:cubicBezTo>
                  <a:cubicBezTo>
                    <a:pt x="0" y="864671"/>
                    <a:pt x="36869" y="823652"/>
                    <a:pt x="85479" y="818460"/>
                  </a:cubicBezTo>
                  <a:lnTo>
                    <a:pt x="85479" y="307615"/>
                  </a:lnTo>
                  <a:lnTo>
                    <a:pt x="17137" y="376026"/>
                  </a:lnTo>
                  <a:lnTo>
                    <a:pt x="2777" y="361666"/>
                  </a:lnTo>
                  <a:lnTo>
                    <a:pt x="88460" y="275950"/>
                  </a:lnTo>
                  <a:cubicBezTo>
                    <a:pt x="92427" y="271988"/>
                    <a:pt x="98852" y="271988"/>
                    <a:pt x="102819" y="275950"/>
                  </a:cubicBezTo>
                  <a:lnTo>
                    <a:pt x="188536" y="361666"/>
                  </a:lnTo>
                  <a:lnTo>
                    <a:pt x="174176" y="376026"/>
                  </a:lnTo>
                  <a:lnTo>
                    <a:pt x="105799" y="307615"/>
                  </a:lnTo>
                  <a:lnTo>
                    <a:pt x="105799" y="818460"/>
                  </a:lnTo>
                  <a:cubicBezTo>
                    <a:pt x="154380" y="823713"/>
                    <a:pt x="191217" y="864695"/>
                    <a:pt x="191279" y="913558"/>
                  </a:cubicBezTo>
                  <a:close/>
                  <a:moveTo>
                    <a:pt x="170959" y="913558"/>
                  </a:moveTo>
                  <a:cubicBezTo>
                    <a:pt x="170884" y="871959"/>
                    <a:pt x="137102" y="838299"/>
                    <a:pt x="95504" y="838374"/>
                  </a:cubicBezTo>
                  <a:cubicBezTo>
                    <a:pt x="53906" y="838448"/>
                    <a:pt x="20245" y="872230"/>
                    <a:pt x="20320" y="913829"/>
                  </a:cubicBezTo>
                  <a:cubicBezTo>
                    <a:pt x="20395" y="955373"/>
                    <a:pt x="54095" y="989013"/>
                    <a:pt x="95639" y="989013"/>
                  </a:cubicBezTo>
                  <a:cubicBezTo>
                    <a:pt x="137267" y="988955"/>
                    <a:pt x="170978" y="955187"/>
                    <a:pt x="170959" y="913558"/>
                  </a:cubicBezTo>
                  <a:close/>
                  <a:moveTo>
                    <a:pt x="928895" y="705515"/>
                  </a:moveTo>
                  <a:lnTo>
                    <a:pt x="928895" y="181123"/>
                  </a:lnTo>
                  <a:cubicBezTo>
                    <a:pt x="928895" y="175512"/>
                    <a:pt x="924347" y="170963"/>
                    <a:pt x="918735" y="170963"/>
                  </a:cubicBezTo>
                  <a:cubicBezTo>
                    <a:pt x="877137" y="170982"/>
                    <a:pt x="843402" y="137275"/>
                    <a:pt x="843382" y="95678"/>
                  </a:cubicBezTo>
                  <a:cubicBezTo>
                    <a:pt x="843361" y="54080"/>
                    <a:pt x="877069" y="20343"/>
                    <a:pt x="918667" y="20324"/>
                  </a:cubicBezTo>
                  <a:cubicBezTo>
                    <a:pt x="960266" y="20306"/>
                    <a:pt x="994000" y="54012"/>
                    <a:pt x="994021" y="95610"/>
                  </a:cubicBezTo>
                  <a:cubicBezTo>
                    <a:pt x="994021" y="95621"/>
                    <a:pt x="994021" y="95633"/>
                    <a:pt x="994021" y="95644"/>
                  </a:cubicBezTo>
                  <a:lnTo>
                    <a:pt x="1014341" y="95644"/>
                  </a:lnTo>
                  <a:cubicBezTo>
                    <a:pt x="1014344" y="42824"/>
                    <a:pt x="971526" y="2"/>
                    <a:pt x="918704" y="0"/>
                  </a:cubicBezTo>
                  <a:cubicBezTo>
                    <a:pt x="865886" y="-2"/>
                    <a:pt x="823065" y="42815"/>
                    <a:pt x="823062" y="95635"/>
                  </a:cubicBezTo>
                  <a:cubicBezTo>
                    <a:pt x="823058" y="144537"/>
                    <a:pt x="859949" y="185564"/>
                    <a:pt x="908575" y="190741"/>
                  </a:cubicBezTo>
                  <a:lnTo>
                    <a:pt x="908575" y="705515"/>
                  </a:lnTo>
                  <a:lnTo>
                    <a:pt x="840198" y="637138"/>
                  </a:lnTo>
                  <a:lnTo>
                    <a:pt x="825839" y="651531"/>
                  </a:lnTo>
                  <a:lnTo>
                    <a:pt x="911555" y="737214"/>
                  </a:lnTo>
                  <a:cubicBezTo>
                    <a:pt x="913459" y="739121"/>
                    <a:pt x="916043" y="740191"/>
                    <a:pt x="918735" y="740194"/>
                  </a:cubicBezTo>
                  <a:cubicBezTo>
                    <a:pt x="921427" y="740191"/>
                    <a:pt x="924011" y="739121"/>
                    <a:pt x="925915" y="737214"/>
                  </a:cubicBezTo>
                  <a:lnTo>
                    <a:pt x="1011597" y="651531"/>
                  </a:lnTo>
                  <a:lnTo>
                    <a:pt x="997238" y="637138"/>
                  </a:lnTo>
                  <a:close/>
                </a:path>
              </a:pathLst>
            </a:custGeom>
            <a:solidFill>
              <a:schemeClr val="accent2"/>
            </a:solidFill>
            <a:ln w="3365" cap="flat">
              <a:noFill/>
              <a:prstDash val="solid"/>
              <a:miter/>
            </a:ln>
          </p:spPr>
          <p:txBody>
            <a:bodyPr rtlCol="0" anchor="ctr"/>
            <a:lstStyle/>
            <a:p>
              <a:endParaRPr lang="en-US"/>
            </a:p>
          </p:txBody>
        </p:sp>
      </p:grpSp>
      <p:grpSp>
        <p:nvGrpSpPr>
          <p:cNvPr id="50" name="Group 49">
            <a:extLst>
              <a:ext uri="{FF2B5EF4-FFF2-40B4-BE49-F238E27FC236}">
                <a16:creationId xmlns:a16="http://schemas.microsoft.com/office/drawing/2014/main" id="{28B1DF56-CE54-5504-963E-D4633D1D3780}"/>
              </a:ext>
            </a:extLst>
          </p:cNvPr>
          <p:cNvGrpSpPr/>
          <p:nvPr/>
        </p:nvGrpSpPr>
        <p:grpSpPr>
          <a:xfrm>
            <a:off x="10874499" y="0"/>
            <a:ext cx="2943101" cy="914400"/>
            <a:chOff x="10874499" y="0"/>
            <a:chExt cx="2943101" cy="914400"/>
          </a:xfrm>
        </p:grpSpPr>
        <p:grpSp>
          <p:nvGrpSpPr>
            <p:cNvPr id="51" name="Group 50">
              <a:extLst>
                <a:ext uri="{FF2B5EF4-FFF2-40B4-BE49-F238E27FC236}">
                  <a16:creationId xmlns:a16="http://schemas.microsoft.com/office/drawing/2014/main" id="{8E3892D4-2C41-5733-464A-9DFB8BB54FF4}"/>
                </a:ext>
              </a:extLst>
            </p:cNvPr>
            <p:cNvGrpSpPr/>
            <p:nvPr/>
          </p:nvGrpSpPr>
          <p:grpSpPr>
            <a:xfrm>
              <a:off x="12903200" y="0"/>
              <a:ext cx="914400" cy="914400"/>
              <a:chOff x="12903200" y="0"/>
              <a:chExt cx="914400" cy="914400"/>
            </a:xfrm>
          </p:grpSpPr>
          <p:sp>
            <p:nvSpPr>
              <p:cNvPr id="53" name="Right Triangle 52">
                <a:extLst>
                  <a:ext uri="{FF2B5EF4-FFF2-40B4-BE49-F238E27FC236}">
                    <a16:creationId xmlns:a16="http://schemas.microsoft.com/office/drawing/2014/main" id="{5D88275F-095B-3B1F-E5C1-D50E31FFE596}"/>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54" name="Oval 20">
                <a:extLst>
                  <a:ext uri="{FF2B5EF4-FFF2-40B4-BE49-F238E27FC236}">
                    <a16:creationId xmlns:a16="http://schemas.microsoft.com/office/drawing/2014/main" id="{62E4BAC5-69ED-E00C-A0A9-C7EC68A50575}"/>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52" name="TextBox 51">
              <a:extLst>
                <a:ext uri="{FF2B5EF4-FFF2-40B4-BE49-F238E27FC236}">
                  <a16:creationId xmlns:a16="http://schemas.microsoft.com/office/drawing/2014/main" id="{4CDA2310-367A-A3E5-C252-3EE8D93F8773}"/>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55" name="TextBox 54">
            <a:extLst>
              <a:ext uri="{FF2B5EF4-FFF2-40B4-BE49-F238E27FC236}">
                <a16:creationId xmlns:a16="http://schemas.microsoft.com/office/drawing/2014/main" id="{731FFC71-913D-C467-004E-6243CBC8E555}"/>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3) Design principles</a:t>
            </a:r>
          </a:p>
        </p:txBody>
      </p:sp>
    </p:spTree>
    <p:extLst>
      <p:ext uri="{BB962C8B-B14F-4D97-AF65-F5344CB8AC3E}">
        <p14:creationId xmlns:p14="http://schemas.microsoft.com/office/powerpoint/2010/main" val="35491522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3D7ABF-4938-16C9-5794-667C777C12AD}"/>
              </a:ext>
            </a:extLst>
          </p:cNvPr>
          <p:cNvGraphicFramePr>
            <a:graphicFrameLocks noChangeAspect="1"/>
          </p:cNvGraphicFramePr>
          <p:nvPr>
            <p:custDataLst>
              <p:tags r:id="rId1"/>
            </p:custDataLst>
            <p:extLst>
              <p:ext uri="{D42A27DB-BD31-4B8C-83A1-F6EECF244321}">
                <p14:modId xmlns:p14="http://schemas.microsoft.com/office/powerpoint/2010/main" val="37931262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04" imgH="405" progId="TCLayout.ActiveDocument.1">
                  <p:embed/>
                </p:oleObj>
              </mc:Choice>
              <mc:Fallback>
                <p:oleObj name="think-cell Slide" r:id="rId8" imgW="404" imgH="405" progId="TCLayout.ActiveDocument.1">
                  <p:embed/>
                  <p:pic>
                    <p:nvPicPr>
                      <p:cNvPr id="8" name="think-cell data - do not delete" hidden="1">
                        <a:extLst>
                          <a:ext uri="{FF2B5EF4-FFF2-40B4-BE49-F238E27FC236}">
                            <a16:creationId xmlns:a16="http://schemas.microsoft.com/office/drawing/2014/main" id="{FA3D7ABF-4938-16C9-5794-667C777C12A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64532BB-D22D-9D58-5AFA-438A03A37FCD}"/>
              </a:ext>
            </a:extLst>
          </p:cNvPr>
          <p:cNvSpPr>
            <a:spLocks noGrp="1"/>
          </p:cNvSpPr>
          <p:nvPr>
            <p:ph type="title"/>
          </p:nvPr>
        </p:nvSpPr>
        <p:spPr>
          <a:xfrm>
            <a:off x="448969" y="765692"/>
            <a:ext cx="12665147" cy="447575"/>
          </a:xfrm>
        </p:spPr>
        <p:txBody>
          <a:bodyPr vert="horz"/>
          <a:lstStyle/>
          <a:p>
            <a:r>
              <a:rPr lang="en-US">
                <a:solidFill>
                  <a:schemeClr val="accent2"/>
                </a:solidFill>
              </a:rPr>
              <a:t>Detail | </a:t>
            </a:r>
            <a:r>
              <a:rPr lang="en-US"/>
              <a:t>Design principles to create slide harmony</a:t>
            </a:r>
          </a:p>
        </p:txBody>
      </p:sp>
      <p:sp>
        <p:nvSpPr>
          <p:cNvPr id="31" name="Subtitle 30">
            <a:extLst>
              <a:ext uri="{FF2B5EF4-FFF2-40B4-BE49-F238E27FC236}">
                <a16:creationId xmlns:a16="http://schemas.microsoft.com/office/drawing/2014/main" id="{4BF478B1-B175-6C63-D3C1-BF9F129E6BB7}"/>
              </a:ext>
            </a:extLst>
          </p:cNvPr>
          <p:cNvSpPr>
            <a:spLocks noGrp="1"/>
          </p:cNvSpPr>
          <p:nvPr>
            <p:ph type="subTitle" idx="1"/>
          </p:nvPr>
        </p:nvSpPr>
        <p:spPr/>
        <p:txBody>
          <a:bodyPr/>
          <a:lstStyle/>
          <a:p>
            <a:endParaRPr lang="en-US"/>
          </a:p>
        </p:txBody>
      </p:sp>
      <p:sp>
        <p:nvSpPr>
          <p:cNvPr id="6" name="Footer Placeholder 5">
            <a:extLst>
              <a:ext uri="{FF2B5EF4-FFF2-40B4-BE49-F238E27FC236}">
                <a16:creationId xmlns:a16="http://schemas.microsoft.com/office/drawing/2014/main" id="{B370AE31-28D4-C0CE-493A-39F09BEDF5FC}"/>
              </a:ext>
            </a:extLst>
          </p:cNvPr>
          <p:cNvSpPr>
            <a:spLocks noGrp="1"/>
          </p:cNvSpPr>
          <p:nvPr>
            <p:ph type="ftr" sz="quarter" idx="3"/>
          </p:nvPr>
        </p:nvSpPr>
        <p:spPr>
          <a:xfrm>
            <a:off x="11945877" y="7114361"/>
            <a:ext cx="1315156" cy="193182"/>
          </a:xfrm>
        </p:spPr>
        <p:txBody>
          <a:bodyPr/>
          <a:lstStyle/>
          <a:p>
            <a:r>
              <a:rPr lang="en-CA"/>
              <a:t>2024</a:t>
            </a:r>
          </a:p>
        </p:txBody>
      </p:sp>
      <p:sp>
        <p:nvSpPr>
          <p:cNvPr id="21" name="Oval 20">
            <a:extLst>
              <a:ext uri="{FF2B5EF4-FFF2-40B4-BE49-F238E27FC236}">
                <a16:creationId xmlns:a16="http://schemas.microsoft.com/office/drawing/2014/main" id="{7C1DA210-C1B9-40DE-36D7-C31F1B86D6E7}"/>
              </a:ext>
            </a:extLst>
          </p:cNvPr>
          <p:cNvSpPr>
            <a:spLocks noChangeArrowheads="1"/>
          </p:cNvSpPr>
          <p:nvPr>
            <p:custDataLst>
              <p:tags r:id="rId2"/>
            </p:custDataLst>
          </p:nvPr>
        </p:nvSpPr>
        <p:spPr bwMode="auto">
          <a:xfrm flipH="1">
            <a:off x="6015349" y="1802321"/>
            <a:ext cx="1532389" cy="1532389"/>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2" name="Oval 27">
            <a:extLst>
              <a:ext uri="{FF2B5EF4-FFF2-40B4-BE49-F238E27FC236}">
                <a16:creationId xmlns:a16="http://schemas.microsoft.com/office/drawing/2014/main" id="{D4558E12-3A79-538C-3787-10175D4550F5}"/>
              </a:ext>
            </a:extLst>
          </p:cNvPr>
          <p:cNvSpPr>
            <a:spLocks noChangeArrowheads="1"/>
          </p:cNvSpPr>
          <p:nvPr>
            <p:custDataLst>
              <p:tags r:id="rId3"/>
            </p:custDataLst>
          </p:nvPr>
        </p:nvSpPr>
        <p:spPr bwMode="auto">
          <a:xfrm flipH="1">
            <a:off x="8628626" y="1802321"/>
            <a:ext cx="1532389" cy="1532389"/>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3" name="Oval 27">
            <a:extLst>
              <a:ext uri="{FF2B5EF4-FFF2-40B4-BE49-F238E27FC236}">
                <a16:creationId xmlns:a16="http://schemas.microsoft.com/office/drawing/2014/main" id="{16C5556B-5E36-D598-EC42-950CB2833DA2}"/>
              </a:ext>
            </a:extLst>
          </p:cNvPr>
          <p:cNvSpPr>
            <a:spLocks noChangeArrowheads="1"/>
          </p:cNvSpPr>
          <p:nvPr>
            <p:custDataLst>
              <p:tags r:id="rId4"/>
            </p:custDataLst>
          </p:nvPr>
        </p:nvSpPr>
        <p:spPr bwMode="auto">
          <a:xfrm flipH="1">
            <a:off x="3402071" y="1802321"/>
            <a:ext cx="1532389" cy="1532389"/>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4" name="Oval 27">
            <a:extLst>
              <a:ext uri="{FF2B5EF4-FFF2-40B4-BE49-F238E27FC236}">
                <a16:creationId xmlns:a16="http://schemas.microsoft.com/office/drawing/2014/main" id="{BF77C70D-4D8E-A58F-06B0-DDF8A9A4D393}"/>
              </a:ext>
            </a:extLst>
          </p:cNvPr>
          <p:cNvSpPr>
            <a:spLocks noChangeArrowheads="1"/>
          </p:cNvSpPr>
          <p:nvPr>
            <p:custDataLst>
              <p:tags r:id="rId5"/>
            </p:custDataLst>
          </p:nvPr>
        </p:nvSpPr>
        <p:spPr bwMode="auto">
          <a:xfrm flipH="1">
            <a:off x="788793" y="1802321"/>
            <a:ext cx="1532389" cy="1532389"/>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5" name="Oval 27">
            <a:extLst>
              <a:ext uri="{FF2B5EF4-FFF2-40B4-BE49-F238E27FC236}">
                <a16:creationId xmlns:a16="http://schemas.microsoft.com/office/drawing/2014/main" id="{42CA70E2-F50A-9707-1228-54C9BBF77EB1}"/>
              </a:ext>
            </a:extLst>
          </p:cNvPr>
          <p:cNvSpPr>
            <a:spLocks noChangeArrowheads="1"/>
          </p:cNvSpPr>
          <p:nvPr>
            <p:custDataLst>
              <p:tags r:id="rId6"/>
            </p:custDataLst>
          </p:nvPr>
        </p:nvSpPr>
        <p:spPr bwMode="auto">
          <a:xfrm flipH="1">
            <a:off x="11241903" y="1802321"/>
            <a:ext cx="1532389" cy="1532389"/>
          </a:xfrm>
          <a:prstGeom prst="ellipse">
            <a:avLst/>
          </a:prstGeom>
          <a:solidFill>
            <a:srgbClr val="FFFFFF">
              <a:lumMod val="100000"/>
            </a:srgbClr>
          </a:solidFill>
          <a:ln w="16669" cmpd="sng">
            <a:solidFill>
              <a:schemeClr val="accent1">
                <a:lumMod val="100000"/>
              </a:schemeClr>
            </a:solidFill>
            <a:prstDash val="solid"/>
            <a:round/>
            <a:headEnd/>
            <a:tailEnd/>
          </a:ln>
          <a:effectLst/>
        </p:spPr>
        <p:txBody>
          <a:bodyPr wrap="none" lIns="80010" tIns="80010" rIns="80010" bIns="80010" anchor="ctr" anchorCtr="1"/>
          <a:lstStyle>
            <a:lvl1pPr>
              <a:defRPr sz="1400">
                <a:solidFill>
                  <a:schemeClr val="tx1"/>
                </a:solidFill>
                <a:latin typeface="Arial" charset="0"/>
              </a:defRPr>
            </a:lvl1pPr>
            <a:lvl2pPr marL="742950" indent="-285750">
              <a:defRPr sz="1400">
                <a:solidFill>
                  <a:schemeClr val="tx1"/>
                </a:solidFill>
                <a:latin typeface="Arial" charset="0"/>
              </a:defRPr>
            </a:lvl2pPr>
            <a:lvl3pPr marL="1143000" indent="-228600">
              <a:defRPr sz="1400">
                <a:solidFill>
                  <a:schemeClr val="tx1"/>
                </a:solidFill>
                <a:latin typeface="Arial" charset="0"/>
              </a:defRPr>
            </a:lvl3pPr>
            <a:lvl4pPr marL="1600200" indent="-228600">
              <a:defRPr sz="1400">
                <a:solidFill>
                  <a:schemeClr val="tx1"/>
                </a:solidFill>
                <a:latin typeface="Arial" charset="0"/>
              </a:defRPr>
            </a:lvl4pPr>
            <a:lvl5pPr marL="2057400" indent="-228600">
              <a:defRPr sz="1400">
                <a:solidFill>
                  <a:schemeClr val="tx1"/>
                </a:solidFill>
                <a:latin typeface="Arial" charset="0"/>
              </a:defRPr>
            </a:lvl5pPr>
            <a:lvl6pPr marL="2514600" indent="-228600" eaLnBrk="0" fontAlgn="base" hangingPunct="0">
              <a:spcBef>
                <a:spcPct val="0"/>
              </a:spcBef>
              <a:spcAft>
                <a:spcPct val="0"/>
              </a:spcAft>
              <a:defRPr sz="1400">
                <a:solidFill>
                  <a:schemeClr val="tx1"/>
                </a:solidFill>
                <a:latin typeface="Arial" charset="0"/>
              </a:defRPr>
            </a:lvl6pPr>
            <a:lvl7pPr marL="2971800" indent="-228600" eaLnBrk="0" fontAlgn="base" hangingPunct="0">
              <a:spcBef>
                <a:spcPct val="0"/>
              </a:spcBef>
              <a:spcAft>
                <a:spcPct val="0"/>
              </a:spcAft>
              <a:defRPr sz="1400">
                <a:solidFill>
                  <a:schemeClr val="tx1"/>
                </a:solidFill>
                <a:latin typeface="Arial" charset="0"/>
              </a:defRPr>
            </a:lvl7pPr>
            <a:lvl8pPr marL="3429000" indent="-228600" eaLnBrk="0" fontAlgn="base" hangingPunct="0">
              <a:spcBef>
                <a:spcPct val="0"/>
              </a:spcBef>
              <a:spcAft>
                <a:spcPct val="0"/>
              </a:spcAft>
              <a:defRPr sz="1400">
                <a:solidFill>
                  <a:schemeClr val="tx1"/>
                </a:solidFill>
                <a:latin typeface="Arial" charset="0"/>
              </a:defRPr>
            </a:lvl8pPr>
            <a:lvl9pPr marL="3886200" indent="-228600" eaLnBrk="0" fontAlgn="base" hangingPunct="0">
              <a:spcBef>
                <a:spcPct val="0"/>
              </a:spcBef>
              <a:spcAft>
                <a:spcPct val="0"/>
              </a:spcAft>
              <a:defRPr sz="1400">
                <a:solidFill>
                  <a:schemeClr val="tx1"/>
                </a:solidFill>
                <a:latin typeface="Arial" charset="0"/>
              </a:defRPr>
            </a:lvl9pPr>
          </a:lstStyle>
          <a:p>
            <a:pPr algn="ctr">
              <a:spcBef>
                <a:spcPct val="50000"/>
              </a:spcBef>
              <a:spcAft>
                <a:spcPts val="0"/>
              </a:spcAft>
            </a:pPr>
            <a:endParaRPr lang="en-US" altLang="de-DE" sz="2100">
              <a:latin typeface="Arial" panose="020B0604020202020204" pitchFamily="34" charset="0"/>
              <a:cs typeface="Arial" panose="020B0604020202020204" pitchFamily="34" charset="0"/>
            </a:endParaRPr>
          </a:p>
        </p:txBody>
      </p:sp>
      <p:sp>
        <p:nvSpPr>
          <p:cNvPr id="28" name="Content Placeholder 11">
            <a:extLst>
              <a:ext uri="{FF2B5EF4-FFF2-40B4-BE49-F238E27FC236}">
                <a16:creationId xmlns:a16="http://schemas.microsoft.com/office/drawing/2014/main" id="{20BE1FB0-CE38-A6C1-50B1-813B0409BA3C}"/>
              </a:ext>
            </a:extLst>
          </p:cNvPr>
          <p:cNvSpPr txBox="1">
            <a:spLocks/>
          </p:cNvSpPr>
          <p:nvPr/>
        </p:nvSpPr>
        <p:spPr bwMode="gray">
          <a:xfrm>
            <a:off x="448969" y="4351081"/>
            <a:ext cx="2212038" cy="219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lvl1pPr marL="0" indent="0" algn="l" defTabSz="1225551" rtl="0" eaLnBrk="1" fontAlgn="base" hangingPunct="1">
              <a:spcBef>
                <a:spcPts val="1236"/>
              </a:spcBef>
              <a:spcAft>
                <a:spcPct val="0"/>
              </a:spcAft>
              <a:buClr>
                <a:schemeClr val="accent3"/>
              </a:buClr>
              <a:buSzPct val="70000"/>
              <a:buFont typeface="Arial" panose="020B0604020202020204" pitchFamily="34"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baseline="0">
                <a:solidFill>
                  <a:schemeClr val="tx1"/>
                </a:solidFill>
                <a:latin typeface="+mn-lt"/>
              </a:rPr>
              <a:t>Our eyes are drawn to what is different, and quickly identify things that stand out from their environment</a:t>
            </a:r>
          </a:p>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baseline="0">
                <a:solidFill>
                  <a:schemeClr val="tx1"/>
                </a:solidFill>
                <a:latin typeface="+mn-lt"/>
              </a:rPr>
              <a:t>In design, contrast helps focus attention, and set hierarchy</a:t>
            </a:r>
          </a:p>
          <a:p>
            <a:pPr marL="324000" lvl="1" indent="-216000">
              <a:spcBef>
                <a:spcPts val="0"/>
              </a:spcBef>
              <a:spcAft>
                <a:spcPts val="0"/>
              </a:spcAft>
              <a:buClr>
                <a:schemeClr val="accent1"/>
              </a:buClr>
              <a:buSzPct val="100000"/>
              <a:buFont typeface="Segoe UI" panose="020B0502040204020203" pitchFamily="34" charset="0"/>
              <a:buChar char="•"/>
            </a:pPr>
            <a:r>
              <a:rPr lang="en-US" sz="1400" b="0" u="none" strike="noStrike" baseline="0">
                <a:solidFill>
                  <a:schemeClr val="tx1"/>
                </a:solidFill>
                <a:latin typeface="+mn-lt"/>
              </a:rPr>
              <a:t>E.g</a:t>
            </a:r>
            <a:r>
              <a:rPr lang="en-US" sz="1400">
                <a:solidFill>
                  <a:schemeClr val="tx1"/>
                </a:solidFill>
                <a:latin typeface="+mn-lt"/>
              </a:rPr>
              <a:t>., Section title vs. header title</a:t>
            </a:r>
            <a:endParaRPr lang="en-US" sz="1400" b="0" u="none" strike="noStrike" baseline="0">
              <a:solidFill>
                <a:schemeClr val="tx1"/>
              </a:solidFill>
              <a:latin typeface="+mn-lt"/>
            </a:endParaRPr>
          </a:p>
        </p:txBody>
      </p:sp>
      <p:sp>
        <p:nvSpPr>
          <p:cNvPr id="29" name="Content Placeholder 12">
            <a:extLst>
              <a:ext uri="{FF2B5EF4-FFF2-40B4-BE49-F238E27FC236}">
                <a16:creationId xmlns:a16="http://schemas.microsoft.com/office/drawing/2014/main" id="{4AB65716-2390-33E7-CBA8-EADF35AFCEF9}"/>
              </a:ext>
            </a:extLst>
          </p:cNvPr>
          <p:cNvSpPr txBox="1">
            <a:spLocks/>
          </p:cNvSpPr>
          <p:nvPr/>
        </p:nvSpPr>
        <p:spPr bwMode="gray">
          <a:xfrm>
            <a:off x="448969" y="3780155"/>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fontScale="92500" lnSpcReduction="10000"/>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000" b="1" kern="0">
                <a:solidFill>
                  <a:schemeClr val="accent2"/>
                </a:solidFill>
              </a:rPr>
              <a:t>Contrast</a:t>
            </a:r>
          </a:p>
        </p:txBody>
      </p:sp>
      <p:sp>
        <p:nvSpPr>
          <p:cNvPr id="32" name="Content Placeholder 11">
            <a:extLst>
              <a:ext uri="{FF2B5EF4-FFF2-40B4-BE49-F238E27FC236}">
                <a16:creationId xmlns:a16="http://schemas.microsoft.com/office/drawing/2014/main" id="{67FAF674-9797-35FB-6CF6-FA145958900C}"/>
              </a:ext>
            </a:extLst>
          </p:cNvPr>
          <p:cNvSpPr txBox="1">
            <a:spLocks/>
          </p:cNvSpPr>
          <p:nvPr/>
        </p:nvSpPr>
        <p:spPr bwMode="gray">
          <a:xfrm>
            <a:off x="3062246" y="4351081"/>
            <a:ext cx="2212038" cy="1998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lvl1pPr marL="0" indent="0" algn="l" defTabSz="1225551" rtl="0" eaLnBrk="1" fontAlgn="base" hangingPunct="1">
              <a:spcBef>
                <a:spcPts val="1236"/>
              </a:spcBef>
              <a:spcAft>
                <a:spcPct val="0"/>
              </a:spcAft>
              <a:buClr>
                <a:schemeClr val="accent3"/>
              </a:buClr>
              <a:buSzPct val="70000"/>
              <a:buFont typeface="Arial" panose="020B0604020202020204" pitchFamily="34"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baseline="0">
                <a:solidFill>
                  <a:schemeClr val="tx1"/>
                </a:solidFill>
                <a:latin typeface="+mn-lt"/>
              </a:rPr>
              <a:t>Whitespace is negative space around key content</a:t>
            </a:r>
          </a:p>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baseline="0">
                <a:solidFill>
                  <a:schemeClr val="tx1"/>
                </a:solidFill>
                <a:latin typeface="+mn-lt"/>
              </a:rPr>
              <a:t>Avoid filling up a slide with additional content fighting for attention</a:t>
            </a:r>
          </a:p>
          <a:p>
            <a:pPr marL="324000" lvl="1" indent="-216000">
              <a:spcBef>
                <a:spcPts val="0"/>
              </a:spcBef>
              <a:spcAft>
                <a:spcPts val="0"/>
              </a:spcAft>
              <a:buClr>
                <a:schemeClr val="accent1"/>
              </a:buClr>
              <a:buSzPct val="100000"/>
              <a:buFont typeface="Segoe UI" panose="020B0502040204020203" pitchFamily="34" charset="0"/>
              <a:buChar char="•"/>
            </a:pPr>
            <a:r>
              <a:rPr lang="en-US" sz="1400" b="0" i="0" u="none" strike="noStrike" baseline="0">
                <a:solidFill>
                  <a:schemeClr val="tx1"/>
                </a:solidFill>
                <a:latin typeface="+mn-lt"/>
              </a:rPr>
              <a:t>Utilizing a healthy amount of white space creates higher perceived value</a:t>
            </a:r>
          </a:p>
        </p:txBody>
      </p:sp>
      <p:sp>
        <p:nvSpPr>
          <p:cNvPr id="33" name="Content Placeholder 12">
            <a:extLst>
              <a:ext uri="{FF2B5EF4-FFF2-40B4-BE49-F238E27FC236}">
                <a16:creationId xmlns:a16="http://schemas.microsoft.com/office/drawing/2014/main" id="{1F283547-C47C-CC1B-8012-B8C6052E50D8}"/>
              </a:ext>
            </a:extLst>
          </p:cNvPr>
          <p:cNvSpPr txBox="1">
            <a:spLocks/>
          </p:cNvSpPr>
          <p:nvPr/>
        </p:nvSpPr>
        <p:spPr bwMode="gray">
          <a:xfrm>
            <a:off x="3062246" y="3780155"/>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fontScale="92500" lnSpcReduction="10000"/>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000" b="1" kern="0">
                <a:solidFill>
                  <a:schemeClr val="accent2"/>
                </a:solidFill>
              </a:rPr>
              <a:t>Whitespace</a:t>
            </a:r>
          </a:p>
        </p:txBody>
      </p:sp>
      <p:sp>
        <p:nvSpPr>
          <p:cNvPr id="37" name="Content Placeholder 11">
            <a:extLst>
              <a:ext uri="{FF2B5EF4-FFF2-40B4-BE49-F238E27FC236}">
                <a16:creationId xmlns:a16="http://schemas.microsoft.com/office/drawing/2014/main" id="{1FA5F74E-F617-9C65-C244-2A4E5EED9F4B}"/>
              </a:ext>
            </a:extLst>
          </p:cNvPr>
          <p:cNvSpPr txBox="1">
            <a:spLocks/>
          </p:cNvSpPr>
          <p:nvPr/>
        </p:nvSpPr>
        <p:spPr bwMode="gray">
          <a:xfrm>
            <a:off x="5675523" y="4351081"/>
            <a:ext cx="2212038" cy="1998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defPPr>
              <a:defRPr lang="en-CA"/>
            </a:defPPr>
            <a:lvl1pPr marL="285750" indent="-285750" algn="l" defTabSz="1225551" eaLnBrk="1" hangingPunct="1">
              <a:spcBef>
                <a:spcPts val="1236"/>
              </a:spcBef>
              <a:buClr>
                <a:schemeClr val="accent3"/>
              </a:buClr>
              <a:buSzPct val="70000"/>
              <a:buFont typeface="Arial" panose="020B0604020202020204" pitchFamily="34" charset="0"/>
              <a:buChar char="•"/>
              <a:defRPr sz="1500" b="0" i="0" u="none" strike="noStrike" baseline="0">
                <a:solidFill>
                  <a:srgbClr val="6D6E73"/>
                </a:solidFill>
                <a:latin typeface="+mn-lt"/>
                <a:ea typeface="Roboto Lt" panose="02000000000000000000" pitchFamily="2" charset="0"/>
                <a:cs typeface="Arial" panose="020B0604020202020204" pitchFamily="34" charset="0"/>
              </a:defRPr>
            </a:lvl1pPr>
            <a:lvl2pPr marL="628040" indent="-314020" algn="l" defTabSz="1225551" eaLnBrk="1" hangingPunct="1">
              <a:spcBef>
                <a:spcPts val="412"/>
              </a:spcBef>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eaLnBrk="1" hangingPunct="1">
              <a:spcBef>
                <a:spcPts val="412"/>
              </a:spcBef>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eaLnBrk="1" hangingPunct="1">
              <a:spcBef>
                <a:spcPts val="412"/>
              </a:spcBef>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eaLnBrk="1" hangingPunct="1">
              <a:spcBef>
                <a:spcPts val="412"/>
              </a:spcBef>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defTabSz="1225551" fontAlgn="base">
              <a:spcBef>
                <a:spcPct val="25000"/>
              </a:spcBef>
              <a:spcAft>
                <a:spcPct val="0"/>
              </a:spcAft>
              <a:buClr>
                <a:srgbClr val="83AED1"/>
              </a:buClr>
              <a:buFont typeface="Arial" charset="0"/>
              <a:buChar char="&gt;"/>
              <a:defRPr sz="1648">
                <a:latin typeface="+mn-lt"/>
                <a:ea typeface="+mn-ea"/>
              </a:defRPr>
            </a:lvl6pPr>
            <a:lvl7pPr marL="2830541" indent="-333646" defTabSz="1225551" fontAlgn="base">
              <a:spcBef>
                <a:spcPct val="25000"/>
              </a:spcBef>
              <a:spcAft>
                <a:spcPct val="0"/>
              </a:spcAft>
              <a:buClr>
                <a:srgbClr val="83AED1"/>
              </a:buClr>
              <a:buFont typeface="Arial" charset="0"/>
              <a:buChar char="&gt;"/>
              <a:defRPr sz="1648">
                <a:latin typeface="+mn-lt"/>
                <a:ea typeface="+mn-ea"/>
              </a:defRPr>
            </a:lvl7pPr>
            <a:lvl8pPr marL="3458582" indent="-333646" defTabSz="1225551" fontAlgn="base">
              <a:spcBef>
                <a:spcPct val="25000"/>
              </a:spcBef>
              <a:spcAft>
                <a:spcPct val="0"/>
              </a:spcAft>
              <a:buClr>
                <a:srgbClr val="83AED1"/>
              </a:buClr>
              <a:buFont typeface="Arial" charset="0"/>
              <a:buChar char="&gt;"/>
              <a:defRPr sz="1648">
                <a:latin typeface="+mn-lt"/>
                <a:ea typeface="+mn-ea"/>
              </a:defRPr>
            </a:lvl8pPr>
            <a:lvl9pPr marL="4086620" indent="-333646" defTabSz="1225551" fontAlgn="base">
              <a:spcBef>
                <a:spcPct val="25000"/>
              </a:spcBef>
              <a:spcAft>
                <a:spcPct val="0"/>
              </a:spcAft>
              <a:buClr>
                <a:srgbClr val="83AED1"/>
              </a:buClr>
              <a:buFont typeface="Arial" charset="0"/>
              <a:buChar char="&gt;"/>
              <a:defRPr sz="1648">
                <a:latin typeface="+mn-lt"/>
                <a:ea typeface="+mn-ea"/>
              </a:defRPr>
            </a:lvl9pPr>
          </a:lstStyle>
          <a:p>
            <a:pPr marL="324000" lvl="1" indent="-216000">
              <a:spcBef>
                <a:spcPts val="0"/>
              </a:spcBef>
              <a:spcAft>
                <a:spcPts val="0"/>
              </a:spcAft>
              <a:buClr>
                <a:schemeClr val="accent1"/>
              </a:buClr>
              <a:buSzPct val="100000"/>
              <a:buFont typeface="Segoe UI" panose="020B0502040204020203" pitchFamily="34" charset="0"/>
              <a:buChar char="•"/>
            </a:pPr>
            <a:r>
              <a:rPr lang="en-US" sz="1400">
                <a:solidFill>
                  <a:schemeClr val="tx1">
                    <a:lumMod val="100000"/>
                  </a:schemeClr>
                </a:solidFill>
                <a:latin typeface="+mn-lt"/>
              </a:rPr>
              <a:t>Good hierarchy visually organizes elements, helping viewers identify key information quickly and process it faster. </a:t>
            </a:r>
          </a:p>
          <a:p>
            <a:pPr marL="324000" lvl="1" indent="-216000">
              <a:spcBef>
                <a:spcPts val="0"/>
              </a:spcBef>
              <a:spcAft>
                <a:spcPts val="0"/>
              </a:spcAft>
              <a:buClr>
                <a:schemeClr val="accent1"/>
              </a:buClr>
              <a:buSzPct val="100000"/>
              <a:buFont typeface="Segoe UI" panose="020B0502040204020203" pitchFamily="34" charset="0"/>
              <a:buChar char="•"/>
            </a:pPr>
            <a:r>
              <a:rPr lang="en-US" sz="1400">
                <a:solidFill>
                  <a:schemeClr val="tx1">
                    <a:lumMod val="100000"/>
                  </a:schemeClr>
                </a:solidFill>
                <a:latin typeface="+mn-lt"/>
              </a:rPr>
              <a:t>Use contrast (size, shape, color, and spacing) to establish hierarchy</a:t>
            </a:r>
          </a:p>
          <a:p>
            <a:pPr marL="324000" lvl="1" indent="-216000">
              <a:spcBef>
                <a:spcPts val="0"/>
              </a:spcBef>
              <a:spcAft>
                <a:spcPts val="0"/>
              </a:spcAft>
              <a:buClr>
                <a:schemeClr val="accent1"/>
              </a:buClr>
              <a:buSzPct val="100000"/>
              <a:buFont typeface="Segoe UI" panose="020B0502040204020203" pitchFamily="34" charset="0"/>
              <a:buChar char="•"/>
            </a:pPr>
            <a:r>
              <a:rPr lang="en-US" sz="1400">
                <a:solidFill>
                  <a:schemeClr val="tx1">
                    <a:lumMod val="100000"/>
                  </a:schemeClr>
                </a:solidFill>
                <a:latin typeface="+mn-lt"/>
              </a:rPr>
              <a:t>E.g., header font size &gt;= body font size</a:t>
            </a:r>
          </a:p>
        </p:txBody>
      </p:sp>
      <p:sp>
        <p:nvSpPr>
          <p:cNvPr id="38" name="Content Placeholder 12">
            <a:extLst>
              <a:ext uri="{FF2B5EF4-FFF2-40B4-BE49-F238E27FC236}">
                <a16:creationId xmlns:a16="http://schemas.microsoft.com/office/drawing/2014/main" id="{4DD631E3-CEED-50C3-6A96-166B25A90F3F}"/>
              </a:ext>
            </a:extLst>
          </p:cNvPr>
          <p:cNvSpPr txBox="1">
            <a:spLocks/>
          </p:cNvSpPr>
          <p:nvPr/>
        </p:nvSpPr>
        <p:spPr bwMode="gray">
          <a:xfrm>
            <a:off x="5675523" y="3780155"/>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fontScale="92500" lnSpcReduction="10000"/>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000" b="1" kern="0">
                <a:solidFill>
                  <a:schemeClr val="accent2"/>
                </a:solidFill>
              </a:rPr>
              <a:t>Hierarchy</a:t>
            </a:r>
          </a:p>
        </p:txBody>
      </p:sp>
      <p:sp>
        <p:nvSpPr>
          <p:cNvPr id="40" name="Content Placeholder 11">
            <a:extLst>
              <a:ext uri="{FF2B5EF4-FFF2-40B4-BE49-F238E27FC236}">
                <a16:creationId xmlns:a16="http://schemas.microsoft.com/office/drawing/2014/main" id="{3DDDC180-92F1-C8EA-816B-B1103CFA82F7}"/>
              </a:ext>
            </a:extLst>
          </p:cNvPr>
          <p:cNvSpPr txBox="1">
            <a:spLocks/>
          </p:cNvSpPr>
          <p:nvPr/>
        </p:nvSpPr>
        <p:spPr bwMode="gray">
          <a:xfrm>
            <a:off x="8288800" y="4351081"/>
            <a:ext cx="2212038" cy="1998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defPPr>
              <a:defRPr lang="en-CA"/>
            </a:defPPr>
            <a:lvl1pPr marL="285750" indent="-285750" algn="l" defTabSz="1225551" eaLnBrk="1" hangingPunct="1">
              <a:spcBef>
                <a:spcPts val="1236"/>
              </a:spcBef>
              <a:buClr>
                <a:schemeClr val="accent3"/>
              </a:buClr>
              <a:buSzPct val="70000"/>
              <a:buFont typeface="Arial" panose="020B0604020202020204" pitchFamily="34" charset="0"/>
              <a:buChar char="•"/>
              <a:defRPr sz="1500" b="0" i="0" u="none" strike="noStrike" baseline="0">
                <a:solidFill>
                  <a:srgbClr val="6D6E73"/>
                </a:solidFill>
                <a:latin typeface="+mn-lt"/>
                <a:ea typeface="Roboto Lt" panose="02000000000000000000" pitchFamily="2" charset="0"/>
                <a:cs typeface="Arial" panose="020B0604020202020204" pitchFamily="34" charset="0"/>
              </a:defRPr>
            </a:lvl1pPr>
            <a:lvl2pPr marL="628040" indent="-314020" algn="l" defTabSz="1225551" eaLnBrk="1" hangingPunct="1">
              <a:spcBef>
                <a:spcPts val="412"/>
              </a:spcBef>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eaLnBrk="1" hangingPunct="1">
              <a:spcBef>
                <a:spcPts val="412"/>
              </a:spcBef>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eaLnBrk="1" hangingPunct="1">
              <a:spcBef>
                <a:spcPts val="412"/>
              </a:spcBef>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eaLnBrk="1" hangingPunct="1">
              <a:spcBef>
                <a:spcPts val="412"/>
              </a:spcBef>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defTabSz="1225551" fontAlgn="base">
              <a:spcBef>
                <a:spcPct val="25000"/>
              </a:spcBef>
              <a:spcAft>
                <a:spcPct val="0"/>
              </a:spcAft>
              <a:buClr>
                <a:srgbClr val="83AED1"/>
              </a:buClr>
              <a:buFont typeface="Arial" charset="0"/>
              <a:buChar char="&gt;"/>
              <a:defRPr sz="1648">
                <a:latin typeface="+mn-lt"/>
                <a:ea typeface="+mn-ea"/>
              </a:defRPr>
            </a:lvl6pPr>
            <a:lvl7pPr marL="2830541" indent="-333646" defTabSz="1225551" fontAlgn="base">
              <a:spcBef>
                <a:spcPct val="25000"/>
              </a:spcBef>
              <a:spcAft>
                <a:spcPct val="0"/>
              </a:spcAft>
              <a:buClr>
                <a:srgbClr val="83AED1"/>
              </a:buClr>
              <a:buFont typeface="Arial" charset="0"/>
              <a:buChar char="&gt;"/>
              <a:defRPr sz="1648">
                <a:latin typeface="+mn-lt"/>
                <a:ea typeface="+mn-ea"/>
              </a:defRPr>
            </a:lvl7pPr>
            <a:lvl8pPr marL="3458582" indent="-333646" defTabSz="1225551" fontAlgn="base">
              <a:spcBef>
                <a:spcPct val="25000"/>
              </a:spcBef>
              <a:spcAft>
                <a:spcPct val="0"/>
              </a:spcAft>
              <a:buClr>
                <a:srgbClr val="83AED1"/>
              </a:buClr>
              <a:buFont typeface="Arial" charset="0"/>
              <a:buChar char="&gt;"/>
              <a:defRPr sz="1648">
                <a:latin typeface="+mn-lt"/>
                <a:ea typeface="+mn-ea"/>
              </a:defRPr>
            </a:lvl8pPr>
            <a:lvl9pPr marL="4086620" indent="-333646" defTabSz="1225551" fontAlgn="base">
              <a:spcBef>
                <a:spcPct val="25000"/>
              </a:spcBef>
              <a:spcAft>
                <a:spcPct val="0"/>
              </a:spcAft>
              <a:buClr>
                <a:srgbClr val="83AED1"/>
              </a:buClr>
              <a:buFont typeface="Arial" charset="0"/>
              <a:buChar char="&gt;"/>
              <a:defRPr sz="1648">
                <a:latin typeface="+mn-lt"/>
                <a:ea typeface="+mn-ea"/>
              </a:defRPr>
            </a:lvl9pPr>
          </a:lstStyle>
          <a:p>
            <a:pPr marL="324000" lvl="1" indent="-216000">
              <a:spcBef>
                <a:spcPts val="0"/>
              </a:spcBef>
              <a:spcAft>
                <a:spcPts val="0"/>
              </a:spcAft>
              <a:buClr>
                <a:schemeClr val="accent1"/>
              </a:buClr>
              <a:buSzPct val="100000"/>
              <a:buFont typeface="Segoe UI" panose="020B0502040204020203" pitchFamily="34" charset="0"/>
              <a:buChar char="•"/>
            </a:pPr>
            <a:r>
              <a:rPr lang="en-US" sz="1400">
                <a:solidFill>
                  <a:schemeClr val="tx1">
                    <a:lumMod val="100000"/>
                  </a:schemeClr>
                </a:solidFill>
                <a:latin typeface="+mn-lt"/>
              </a:rPr>
              <a:t>Eye flow refers to how your eye travels across a page</a:t>
            </a:r>
          </a:p>
          <a:p>
            <a:pPr marL="324000" lvl="1" indent="-216000">
              <a:spcBef>
                <a:spcPts val="0"/>
              </a:spcBef>
              <a:spcAft>
                <a:spcPts val="0"/>
              </a:spcAft>
              <a:buClr>
                <a:schemeClr val="accent1"/>
              </a:buClr>
              <a:buSzPct val="100000"/>
              <a:buFont typeface="Segoe UI" panose="020B0502040204020203" pitchFamily="34" charset="0"/>
              <a:buChar char="•"/>
            </a:pPr>
            <a:r>
              <a:rPr lang="en-US" sz="1400">
                <a:solidFill>
                  <a:schemeClr val="tx1">
                    <a:lumMod val="100000"/>
                  </a:schemeClr>
                </a:solidFill>
                <a:latin typeface="+mn-lt"/>
              </a:rPr>
              <a:t>Place elements in a way that directs your audience’s focus in a slide to important points quickly</a:t>
            </a:r>
          </a:p>
          <a:p>
            <a:pPr marL="324000" lvl="1" indent="-216000">
              <a:spcBef>
                <a:spcPts val="0"/>
              </a:spcBef>
              <a:spcAft>
                <a:spcPts val="0"/>
              </a:spcAft>
              <a:buClr>
                <a:schemeClr val="accent1"/>
              </a:buClr>
              <a:buSzPct val="100000"/>
              <a:buFont typeface="Segoe UI" panose="020B0502040204020203" pitchFamily="34" charset="0"/>
              <a:buChar char="•"/>
            </a:pPr>
            <a:r>
              <a:rPr lang="en-US" sz="1400">
                <a:solidFill>
                  <a:schemeClr val="tx1">
                    <a:lumMod val="100000"/>
                  </a:schemeClr>
                </a:solidFill>
                <a:latin typeface="+mn-lt"/>
              </a:rPr>
              <a:t>E.g., Number balls, arrows indicating flow of ideas on a page</a:t>
            </a:r>
          </a:p>
        </p:txBody>
      </p:sp>
      <p:sp>
        <p:nvSpPr>
          <p:cNvPr id="41" name="Content Placeholder 12">
            <a:extLst>
              <a:ext uri="{FF2B5EF4-FFF2-40B4-BE49-F238E27FC236}">
                <a16:creationId xmlns:a16="http://schemas.microsoft.com/office/drawing/2014/main" id="{09B9D8D6-02A2-B454-BB77-9411E9B7A5E2}"/>
              </a:ext>
            </a:extLst>
          </p:cNvPr>
          <p:cNvSpPr txBox="1">
            <a:spLocks/>
          </p:cNvSpPr>
          <p:nvPr/>
        </p:nvSpPr>
        <p:spPr bwMode="gray">
          <a:xfrm>
            <a:off x="8288800" y="3780155"/>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fontScale="92500" lnSpcReduction="10000"/>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000" b="1" kern="0">
                <a:solidFill>
                  <a:schemeClr val="accent2"/>
                </a:solidFill>
              </a:rPr>
              <a:t>Eye flow</a:t>
            </a:r>
          </a:p>
        </p:txBody>
      </p:sp>
      <p:sp>
        <p:nvSpPr>
          <p:cNvPr id="43" name="Content Placeholder 11">
            <a:extLst>
              <a:ext uri="{FF2B5EF4-FFF2-40B4-BE49-F238E27FC236}">
                <a16:creationId xmlns:a16="http://schemas.microsoft.com/office/drawing/2014/main" id="{A8FEE658-D442-4BE7-8BB6-211CA1671DFE}"/>
              </a:ext>
            </a:extLst>
          </p:cNvPr>
          <p:cNvSpPr txBox="1">
            <a:spLocks/>
          </p:cNvSpPr>
          <p:nvPr/>
        </p:nvSpPr>
        <p:spPr bwMode="gray">
          <a:xfrm>
            <a:off x="10902077" y="4351081"/>
            <a:ext cx="2212038" cy="1998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defPPr>
              <a:defRPr lang="en-CA"/>
            </a:defPPr>
            <a:lvl1pPr marL="285750" indent="-285750" algn="l" defTabSz="1225551" eaLnBrk="1" hangingPunct="1">
              <a:spcBef>
                <a:spcPts val="1236"/>
              </a:spcBef>
              <a:buClr>
                <a:schemeClr val="accent3"/>
              </a:buClr>
              <a:buSzPct val="70000"/>
              <a:buFont typeface="Arial" panose="020B0604020202020204" pitchFamily="34" charset="0"/>
              <a:buChar char="•"/>
              <a:defRPr sz="1500" b="0" i="0" u="none" strike="noStrike" baseline="0">
                <a:solidFill>
                  <a:srgbClr val="6D6E73"/>
                </a:solidFill>
                <a:latin typeface="+mn-lt"/>
                <a:ea typeface="Roboto Lt" panose="02000000000000000000" pitchFamily="2" charset="0"/>
                <a:cs typeface="Arial" panose="020B0604020202020204" pitchFamily="34" charset="0"/>
              </a:defRPr>
            </a:lvl1pPr>
            <a:lvl2pPr marL="628040" indent="-314020" algn="l" defTabSz="1225551" eaLnBrk="1" hangingPunct="1">
              <a:spcBef>
                <a:spcPts val="412"/>
              </a:spcBef>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eaLnBrk="1" hangingPunct="1">
              <a:spcBef>
                <a:spcPts val="412"/>
              </a:spcBef>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eaLnBrk="1" hangingPunct="1">
              <a:spcBef>
                <a:spcPts val="412"/>
              </a:spcBef>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eaLnBrk="1" hangingPunct="1">
              <a:spcBef>
                <a:spcPts val="412"/>
              </a:spcBef>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defTabSz="1225551" fontAlgn="base">
              <a:spcBef>
                <a:spcPct val="25000"/>
              </a:spcBef>
              <a:spcAft>
                <a:spcPct val="0"/>
              </a:spcAft>
              <a:buClr>
                <a:srgbClr val="83AED1"/>
              </a:buClr>
              <a:buFont typeface="Arial" charset="0"/>
              <a:buChar char="&gt;"/>
              <a:defRPr sz="1648">
                <a:latin typeface="+mn-lt"/>
                <a:ea typeface="+mn-ea"/>
              </a:defRPr>
            </a:lvl6pPr>
            <a:lvl7pPr marL="2830541" indent="-333646" defTabSz="1225551" fontAlgn="base">
              <a:spcBef>
                <a:spcPct val="25000"/>
              </a:spcBef>
              <a:spcAft>
                <a:spcPct val="0"/>
              </a:spcAft>
              <a:buClr>
                <a:srgbClr val="83AED1"/>
              </a:buClr>
              <a:buFont typeface="Arial" charset="0"/>
              <a:buChar char="&gt;"/>
              <a:defRPr sz="1648">
                <a:latin typeface="+mn-lt"/>
                <a:ea typeface="+mn-ea"/>
              </a:defRPr>
            </a:lvl7pPr>
            <a:lvl8pPr marL="3458582" indent="-333646" defTabSz="1225551" fontAlgn="base">
              <a:spcBef>
                <a:spcPct val="25000"/>
              </a:spcBef>
              <a:spcAft>
                <a:spcPct val="0"/>
              </a:spcAft>
              <a:buClr>
                <a:srgbClr val="83AED1"/>
              </a:buClr>
              <a:buFont typeface="Arial" charset="0"/>
              <a:buChar char="&gt;"/>
              <a:defRPr sz="1648">
                <a:latin typeface="+mn-lt"/>
                <a:ea typeface="+mn-ea"/>
              </a:defRPr>
            </a:lvl8pPr>
            <a:lvl9pPr marL="4086620" indent="-333646" defTabSz="1225551" fontAlgn="base">
              <a:spcBef>
                <a:spcPct val="25000"/>
              </a:spcBef>
              <a:spcAft>
                <a:spcPct val="0"/>
              </a:spcAft>
              <a:buClr>
                <a:srgbClr val="83AED1"/>
              </a:buClr>
              <a:buFont typeface="Arial" charset="0"/>
              <a:buChar char="&gt;"/>
              <a:defRPr sz="1648">
                <a:latin typeface="+mn-lt"/>
                <a:ea typeface="+mn-ea"/>
              </a:defRPr>
            </a:lvl9pPr>
          </a:lstStyle>
          <a:p>
            <a:pPr marL="324000" lvl="1" indent="-216000">
              <a:spcBef>
                <a:spcPts val="0"/>
              </a:spcBef>
              <a:spcAft>
                <a:spcPts val="0"/>
              </a:spcAft>
              <a:buClr>
                <a:schemeClr val="accent1"/>
              </a:buClr>
              <a:buSzPct val="100000"/>
              <a:buFont typeface="Segoe UI" panose="020B0502040204020203" pitchFamily="34" charset="0"/>
              <a:buChar char="•"/>
            </a:pPr>
            <a:r>
              <a:rPr lang="en-US" sz="1400">
                <a:solidFill>
                  <a:schemeClr val="tx1">
                    <a:lumMod val="100000"/>
                  </a:schemeClr>
                </a:solidFill>
                <a:latin typeface="+mn-lt"/>
              </a:rPr>
              <a:t>Unity makes a presentation feel cohesive, as if created by one person, with all ideas part of a single message</a:t>
            </a:r>
          </a:p>
          <a:p>
            <a:pPr marL="324000" lvl="1" indent="-216000">
              <a:spcBef>
                <a:spcPts val="0"/>
              </a:spcBef>
              <a:spcAft>
                <a:spcPts val="0"/>
              </a:spcAft>
              <a:buClr>
                <a:schemeClr val="accent1"/>
              </a:buClr>
              <a:buSzPct val="100000"/>
              <a:buFont typeface="Segoe UI" panose="020B0502040204020203" pitchFamily="34" charset="0"/>
              <a:buChar char="•"/>
            </a:pPr>
            <a:r>
              <a:rPr lang="en-US" sz="1400">
                <a:solidFill>
                  <a:schemeClr val="tx1">
                    <a:lumMod val="100000"/>
                  </a:schemeClr>
                </a:solidFill>
                <a:latin typeface="+mn-lt"/>
              </a:rPr>
              <a:t>E.g., achieve unity with consistent design, fonts, colors, repetition and placement – </a:t>
            </a:r>
            <a:r>
              <a:rPr lang="en-US" sz="1400" u="sng">
                <a:solidFill>
                  <a:schemeClr val="tx1">
                    <a:lumMod val="100000"/>
                  </a:schemeClr>
                </a:solidFill>
                <a:latin typeface="+mn-lt"/>
              </a:rPr>
              <a:t>without any deviations</a:t>
            </a:r>
          </a:p>
        </p:txBody>
      </p:sp>
      <p:sp>
        <p:nvSpPr>
          <p:cNvPr id="44" name="Content Placeholder 12">
            <a:extLst>
              <a:ext uri="{FF2B5EF4-FFF2-40B4-BE49-F238E27FC236}">
                <a16:creationId xmlns:a16="http://schemas.microsoft.com/office/drawing/2014/main" id="{A3911ECA-C35F-AA9D-41C5-8C193B0CB81E}"/>
              </a:ext>
            </a:extLst>
          </p:cNvPr>
          <p:cNvSpPr txBox="1">
            <a:spLocks/>
          </p:cNvSpPr>
          <p:nvPr/>
        </p:nvSpPr>
        <p:spPr bwMode="gray">
          <a:xfrm>
            <a:off x="10902077" y="3780155"/>
            <a:ext cx="2212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noAutofit/>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b="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2000" b="1" kern="0">
                <a:solidFill>
                  <a:schemeClr val="accent2"/>
                </a:solidFill>
              </a:rPr>
              <a:t>Unity</a:t>
            </a:r>
          </a:p>
        </p:txBody>
      </p:sp>
      <p:grpSp>
        <p:nvGrpSpPr>
          <p:cNvPr id="2" name="ee4p_icon_group">
            <a:extLst>
              <a:ext uri="{FF2B5EF4-FFF2-40B4-BE49-F238E27FC236}">
                <a16:creationId xmlns:a16="http://schemas.microsoft.com/office/drawing/2014/main" id="{E66C2E8C-62C8-0589-4BA7-A4659AA80511}"/>
              </a:ext>
            </a:extLst>
          </p:cNvPr>
          <p:cNvGrpSpPr/>
          <p:nvPr/>
        </p:nvGrpSpPr>
        <p:grpSpPr>
          <a:xfrm>
            <a:off x="6303916" y="2090888"/>
            <a:ext cx="955255" cy="955255"/>
            <a:chOff x="4031857" y="2889693"/>
            <a:chExt cx="1080000" cy="1080000"/>
          </a:xfrm>
        </p:grpSpPr>
        <p:sp>
          <p:nvSpPr>
            <p:cNvPr id="3" name="ee4p_icon_frame" hidden="1">
              <a:extLst>
                <a:ext uri="{FF2B5EF4-FFF2-40B4-BE49-F238E27FC236}">
                  <a16:creationId xmlns:a16="http://schemas.microsoft.com/office/drawing/2014/main" id="{BA9BBF01-D3F3-D137-869F-044A0D333068}"/>
                </a:ext>
              </a:extLst>
            </p:cNvPr>
            <p:cNvSpPr/>
            <p:nvPr/>
          </p:nvSpPr>
          <p:spPr>
            <a:xfrm>
              <a:off x="4031857" y="2889693"/>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e4p_icon">
              <a:extLst>
                <a:ext uri="{FF2B5EF4-FFF2-40B4-BE49-F238E27FC236}">
                  <a16:creationId xmlns:a16="http://schemas.microsoft.com/office/drawing/2014/main" id="{72FE691F-ADF8-9888-329C-A299235C4E17}"/>
                </a:ext>
              </a:extLst>
            </p:cNvPr>
            <p:cNvSpPr>
              <a:spLocks noChangeAspect="1"/>
            </p:cNvSpPr>
            <p:nvPr/>
          </p:nvSpPr>
          <p:spPr>
            <a:xfrm>
              <a:off x="4067386" y="2921574"/>
              <a:ext cx="1008943" cy="1016238"/>
            </a:xfrm>
            <a:custGeom>
              <a:avLst/>
              <a:gdLst>
                <a:gd name="connsiteX0" fmla="*/ 10160 w 1008943"/>
                <a:gd name="connsiteY0" fmla="*/ 287767 h 1016238"/>
                <a:gd name="connsiteX1" fmla="*/ 409211 w 1008943"/>
                <a:gd name="connsiteY1" fmla="*/ 287767 h 1016238"/>
                <a:gd name="connsiteX2" fmla="*/ 416966 w 1008943"/>
                <a:gd name="connsiteY2" fmla="*/ 284177 h 1016238"/>
                <a:gd name="connsiteX3" fmla="*/ 530928 w 1008943"/>
                <a:gd name="connsiteY3" fmla="*/ 150370 h 1016238"/>
                <a:gd name="connsiteX4" fmla="*/ 530928 w 1008943"/>
                <a:gd name="connsiteY4" fmla="*/ 137195 h 1016238"/>
                <a:gd name="connsiteX5" fmla="*/ 416966 w 1008943"/>
                <a:gd name="connsiteY5" fmla="*/ 3388 h 1016238"/>
                <a:gd name="connsiteX6" fmla="*/ 409211 w 1008943"/>
                <a:gd name="connsiteY6" fmla="*/ 2 h 1016238"/>
                <a:gd name="connsiteX7" fmla="*/ 10160 w 1008943"/>
                <a:gd name="connsiteY7" fmla="*/ 2 h 1016238"/>
                <a:gd name="connsiteX8" fmla="*/ 0 w 1008943"/>
                <a:gd name="connsiteY8" fmla="*/ 10162 h 1016238"/>
                <a:gd name="connsiteX9" fmla="*/ 0 w 1008943"/>
                <a:gd name="connsiteY9" fmla="*/ 277708 h 1016238"/>
                <a:gd name="connsiteX10" fmla="*/ 10160 w 1008943"/>
                <a:gd name="connsiteY10" fmla="*/ 287767 h 1016238"/>
                <a:gd name="connsiteX11" fmla="*/ 20320 w 1008943"/>
                <a:gd name="connsiteY11" fmla="*/ 20220 h 1016238"/>
                <a:gd name="connsiteX12" fmla="*/ 404537 w 1008943"/>
                <a:gd name="connsiteY12" fmla="*/ 20220 h 1016238"/>
                <a:gd name="connsiteX13" fmla="*/ 509863 w 1008943"/>
                <a:gd name="connsiteY13" fmla="*/ 143867 h 1016238"/>
                <a:gd name="connsiteX14" fmla="*/ 404537 w 1008943"/>
                <a:gd name="connsiteY14" fmla="*/ 267514 h 1016238"/>
                <a:gd name="connsiteX15" fmla="*/ 20320 w 1008943"/>
                <a:gd name="connsiteY15" fmla="*/ 267514 h 1016238"/>
                <a:gd name="connsiteX16" fmla="*/ 0 w 1008943"/>
                <a:gd name="connsiteY16" fmla="*/ 641843 h 1016238"/>
                <a:gd name="connsiteX17" fmla="*/ 0 w 1008943"/>
                <a:gd name="connsiteY17" fmla="*/ 374296 h 1016238"/>
                <a:gd name="connsiteX18" fmla="*/ 10160 w 1008943"/>
                <a:gd name="connsiteY18" fmla="*/ 364136 h 1016238"/>
                <a:gd name="connsiteX19" fmla="*/ 642146 w 1008943"/>
                <a:gd name="connsiteY19" fmla="*/ 364136 h 1016238"/>
                <a:gd name="connsiteX20" fmla="*/ 649867 w 1008943"/>
                <a:gd name="connsiteY20" fmla="*/ 367523 h 1016238"/>
                <a:gd name="connsiteX21" fmla="*/ 763829 w 1008943"/>
                <a:gd name="connsiteY21" fmla="*/ 501330 h 1016238"/>
                <a:gd name="connsiteX22" fmla="*/ 763829 w 1008943"/>
                <a:gd name="connsiteY22" fmla="*/ 514504 h 1016238"/>
                <a:gd name="connsiteX23" fmla="*/ 649867 w 1008943"/>
                <a:gd name="connsiteY23" fmla="*/ 648311 h 1016238"/>
                <a:gd name="connsiteX24" fmla="*/ 642146 w 1008943"/>
                <a:gd name="connsiteY24" fmla="*/ 651901 h 1016238"/>
                <a:gd name="connsiteX25" fmla="*/ 415713 w 1008943"/>
                <a:gd name="connsiteY25" fmla="*/ 651901 h 1016238"/>
                <a:gd name="connsiteX26" fmla="*/ 415713 w 1008943"/>
                <a:gd name="connsiteY26" fmla="*/ 631581 h 1016238"/>
                <a:gd name="connsiteX27" fmla="*/ 637438 w 1008943"/>
                <a:gd name="connsiteY27" fmla="*/ 631581 h 1016238"/>
                <a:gd name="connsiteX28" fmla="*/ 742764 w 1008943"/>
                <a:gd name="connsiteY28" fmla="*/ 507934 h 1016238"/>
                <a:gd name="connsiteX29" fmla="*/ 637438 w 1008943"/>
                <a:gd name="connsiteY29" fmla="*/ 384287 h 1016238"/>
                <a:gd name="connsiteX30" fmla="*/ 20320 w 1008943"/>
                <a:gd name="connsiteY30" fmla="*/ 384287 h 1016238"/>
                <a:gd name="connsiteX31" fmla="*/ 20320 w 1008943"/>
                <a:gd name="connsiteY31" fmla="*/ 631513 h 1016238"/>
                <a:gd name="connsiteX32" fmla="*/ 304800 w 1008943"/>
                <a:gd name="connsiteY32" fmla="*/ 631513 h 1016238"/>
                <a:gd name="connsiteX33" fmla="*/ 304800 w 1008943"/>
                <a:gd name="connsiteY33" fmla="*/ 651833 h 1016238"/>
                <a:gd name="connsiteX34" fmla="*/ 10160 w 1008943"/>
                <a:gd name="connsiteY34" fmla="*/ 651833 h 1016238"/>
                <a:gd name="connsiteX35" fmla="*/ 0 w 1008943"/>
                <a:gd name="connsiteY35" fmla="*/ 641843 h 1016238"/>
                <a:gd name="connsiteX36" fmla="*/ 1006517 w 1008943"/>
                <a:gd name="connsiteY36" fmla="*/ 865668 h 1016238"/>
                <a:gd name="connsiteX37" fmla="*/ 1006517 w 1008943"/>
                <a:gd name="connsiteY37" fmla="*/ 878842 h 1016238"/>
                <a:gd name="connsiteX38" fmla="*/ 892556 w 1008943"/>
                <a:gd name="connsiteY38" fmla="*/ 1012649 h 1016238"/>
                <a:gd name="connsiteX39" fmla="*/ 884834 w 1008943"/>
                <a:gd name="connsiteY39" fmla="*/ 1016239 h 1016238"/>
                <a:gd name="connsiteX40" fmla="*/ 10160 w 1008943"/>
                <a:gd name="connsiteY40" fmla="*/ 1016239 h 1016238"/>
                <a:gd name="connsiteX41" fmla="*/ 0 w 1008943"/>
                <a:gd name="connsiteY41" fmla="*/ 1006079 h 1016238"/>
                <a:gd name="connsiteX42" fmla="*/ 0 w 1008943"/>
                <a:gd name="connsiteY42" fmla="*/ 738532 h 1016238"/>
                <a:gd name="connsiteX43" fmla="*/ 10160 w 1008943"/>
                <a:gd name="connsiteY43" fmla="*/ 728372 h 1016238"/>
                <a:gd name="connsiteX44" fmla="*/ 640080 w 1008943"/>
                <a:gd name="connsiteY44" fmla="*/ 728372 h 1016238"/>
                <a:gd name="connsiteX45" fmla="*/ 640080 w 1008943"/>
                <a:gd name="connsiteY45" fmla="*/ 748692 h 1016238"/>
                <a:gd name="connsiteX46" fmla="*/ 20320 w 1008943"/>
                <a:gd name="connsiteY46" fmla="*/ 748692 h 1016238"/>
                <a:gd name="connsiteX47" fmla="*/ 20320 w 1008943"/>
                <a:gd name="connsiteY47" fmla="*/ 995919 h 1016238"/>
                <a:gd name="connsiteX48" fmla="*/ 880262 w 1008943"/>
                <a:gd name="connsiteY48" fmla="*/ 995919 h 1016238"/>
                <a:gd name="connsiteX49" fmla="*/ 985520 w 1008943"/>
                <a:gd name="connsiteY49" fmla="*/ 872272 h 1016238"/>
                <a:gd name="connsiteX50" fmla="*/ 880195 w 1008943"/>
                <a:gd name="connsiteY50" fmla="*/ 748624 h 1016238"/>
                <a:gd name="connsiteX51" fmla="*/ 756107 w 1008943"/>
                <a:gd name="connsiteY51" fmla="*/ 748624 h 1016238"/>
                <a:gd name="connsiteX52" fmla="*/ 756107 w 1008943"/>
                <a:gd name="connsiteY52" fmla="*/ 728304 h 1016238"/>
                <a:gd name="connsiteX53" fmla="*/ 884970 w 1008943"/>
                <a:gd name="connsiteY53" fmla="*/ 728304 h 1016238"/>
                <a:gd name="connsiteX54" fmla="*/ 892691 w 1008943"/>
                <a:gd name="connsiteY54" fmla="*/ 731860 h 1016238"/>
                <a:gd name="connsiteX55" fmla="*/ 103801 w 1008943"/>
                <a:gd name="connsiteY55" fmla="*/ 76235 h 1016238"/>
                <a:gd name="connsiteX56" fmla="*/ 56998 w 1008943"/>
                <a:gd name="connsiteY56" fmla="*/ 213937 h 1016238"/>
                <a:gd name="connsiteX57" fmla="*/ 75387 w 1008943"/>
                <a:gd name="connsiteY57" fmla="*/ 213937 h 1016238"/>
                <a:gd name="connsiteX58" fmla="*/ 89713 w 1008943"/>
                <a:gd name="connsiteY58" fmla="*/ 170622 h 1016238"/>
                <a:gd name="connsiteX59" fmla="*/ 138515 w 1008943"/>
                <a:gd name="connsiteY59" fmla="*/ 170622 h 1016238"/>
                <a:gd name="connsiteX60" fmla="*/ 153247 w 1008943"/>
                <a:gd name="connsiteY60" fmla="*/ 213937 h 1016238"/>
                <a:gd name="connsiteX61" fmla="*/ 172246 w 1008943"/>
                <a:gd name="connsiteY61" fmla="*/ 213937 h 1016238"/>
                <a:gd name="connsiteX62" fmla="*/ 125307 w 1008943"/>
                <a:gd name="connsiteY62" fmla="*/ 76235 h 1016238"/>
                <a:gd name="connsiteX63" fmla="*/ 93370 w 1008943"/>
                <a:gd name="connsiteY63" fmla="*/ 156737 h 1016238"/>
                <a:gd name="connsiteX64" fmla="*/ 106917 w 1008943"/>
                <a:gd name="connsiteY64" fmla="*/ 116875 h 1016238"/>
                <a:gd name="connsiteX65" fmla="*/ 113860 w 1008943"/>
                <a:gd name="connsiteY65" fmla="*/ 91950 h 1016238"/>
                <a:gd name="connsiteX66" fmla="*/ 114300 w 1008943"/>
                <a:gd name="connsiteY66" fmla="*/ 91950 h 1016238"/>
                <a:gd name="connsiteX67" fmla="*/ 134925 w 1008943"/>
                <a:gd name="connsiteY67" fmla="*/ 156737 h 1016238"/>
                <a:gd name="connsiteX68" fmla="*/ 144848 w 1008943"/>
                <a:gd name="connsiteY68" fmla="*/ 453239 h 1016238"/>
                <a:gd name="connsiteX69" fmla="*/ 74574 w 1008943"/>
                <a:gd name="connsiteY69" fmla="*/ 446060 h 1016238"/>
                <a:gd name="connsiteX70" fmla="*/ 74574 w 1008943"/>
                <a:gd name="connsiteY70" fmla="*/ 581526 h 1016238"/>
                <a:gd name="connsiteX71" fmla="*/ 149758 w 1008943"/>
                <a:gd name="connsiteY71" fmla="*/ 570282 h 1016238"/>
                <a:gd name="connsiteX72" fmla="*/ 151987 w 1008943"/>
                <a:gd name="connsiteY72" fmla="*/ 519083 h 1016238"/>
                <a:gd name="connsiteX73" fmla="*/ 133028 w 1008943"/>
                <a:gd name="connsiteY73" fmla="*/ 508171 h 1016238"/>
                <a:gd name="connsiteX74" fmla="*/ 133028 w 1008943"/>
                <a:gd name="connsiteY74" fmla="*/ 507798 h 1016238"/>
                <a:gd name="connsiteX75" fmla="*/ 144848 w 1008943"/>
                <a:gd name="connsiteY75" fmla="*/ 453239 h 1016238"/>
                <a:gd name="connsiteX76" fmla="*/ 142613 w 1008943"/>
                <a:gd name="connsiteY76" fmla="*/ 542512 h 1016238"/>
                <a:gd name="connsiteX77" fmla="*/ 92354 w 1008943"/>
                <a:gd name="connsiteY77" fmla="*/ 568454 h 1016238"/>
                <a:gd name="connsiteX78" fmla="*/ 92354 w 1008943"/>
                <a:gd name="connsiteY78" fmla="*/ 515960 h 1016238"/>
                <a:gd name="connsiteX79" fmla="*/ 142613 w 1008943"/>
                <a:gd name="connsiteY79" fmla="*/ 542478 h 1016238"/>
                <a:gd name="connsiteX80" fmla="*/ 108373 w 1008943"/>
                <a:gd name="connsiteY80" fmla="*/ 502447 h 1016238"/>
                <a:gd name="connsiteX81" fmla="*/ 92354 w 1008943"/>
                <a:gd name="connsiteY81" fmla="*/ 502447 h 1016238"/>
                <a:gd name="connsiteX82" fmla="*/ 92354 w 1008943"/>
                <a:gd name="connsiteY82" fmla="*/ 458082 h 1016238"/>
                <a:gd name="connsiteX83" fmla="*/ 138311 w 1008943"/>
                <a:gd name="connsiteY83" fmla="*/ 479350 h 1016238"/>
                <a:gd name="connsiteX84" fmla="*/ 108373 w 1008943"/>
                <a:gd name="connsiteY84" fmla="*/ 502447 h 1016238"/>
                <a:gd name="connsiteX85" fmla="*/ 81280 w 1008943"/>
                <a:gd name="connsiteY85" fmla="*/ 871594 h 1016238"/>
                <a:gd name="connsiteX86" fmla="*/ 163237 w 1008943"/>
                <a:gd name="connsiteY86" fmla="*/ 921344 h 1016238"/>
                <a:gd name="connsiteX87" fmla="*/ 166929 w 1008943"/>
                <a:gd name="connsiteY87" fmla="*/ 935433 h 1016238"/>
                <a:gd name="connsiteX88" fmla="*/ 62518 w 1008943"/>
                <a:gd name="connsiteY88" fmla="*/ 872305 h 1016238"/>
                <a:gd name="connsiteX89" fmla="*/ 167132 w 1008943"/>
                <a:gd name="connsiteY89" fmla="*/ 806130 h 1016238"/>
                <a:gd name="connsiteX90" fmla="*/ 162831 w 1008943"/>
                <a:gd name="connsiteY90" fmla="*/ 820625 h 1016238"/>
                <a:gd name="connsiteX91" fmla="*/ 81280 w 1008943"/>
                <a:gd name="connsiteY91" fmla="*/ 871696 h 1016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008943" h="1016238">
                  <a:moveTo>
                    <a:pt x="10160" y="287767"/>
                  </a:moveTo>
                  <a:lnTo>
                    <a:pt x="409211" y="287767"/>
                  </a:lnTo>
                  <a:cubicBezTo>
                    <a:pt x="412198" y="287768"/>
                    <a:pt x="415036" y="286455"/>
                    <a:pt x="416966" y="284177"/>
                  </a:cubicBezTo>
                  <a:lnTo>
                    <a:pt x="530928" y="150370"/>
                  </a:lnTo>
                  <a:cubicBezTo>
                    <a:pt x="534162" y="146573"/>
                    <a:pt x="534162" y="140992"/>
                    <a:pt x="530928" y="137195"/>
                  </a:cubicBezTo>
                  <a:lnTo>
                    <a:pt x="416966" y="3388"/>
                  </a:lnTo>
                  <a:cubicBezTo>
                    <a:pt x="414995" y="1185"/>
                    <a:pt x="412164" y="-51"/>
                    <a:pt x="409211" y="2"/>
                  </a:cubicBezTo>
                  <a:lnTo>
                    <a:pt x="10160" y="2"/>
                  </a:lnTo>
                  <a:cubicBezTo>
                    <a:pt x="4549" y="2"/>
                    <a:pt x="0" y="4550"/>
                    <a:pt x="0" y="10162"/>
                  </a:cubicBezTo>
                  <a:lnTo>
                    <a:pt x="0" y="277708"/>
                  </a:lnTo>
                  <a:cubicBezTo>
                    <a:pt x="56" y="283280"/>
                    <a:pt x="4588" y="287767"/>
                    <a:pt x="10160" y="287767"/>
                  </a:cubicBezTo>
                  <a:close/>
                  <a:moveTo>
                    <a:pt x="20320" y="20220"/>
                  </a:moveTo>
                  <a:lnTo>
                    <a:pt x="404537" y="20220"/>
                  </a:lnTo>
                  <a:lnTo>
                    <a:pt x="509863" y="143867"/>
                  </a:lnTo>
                  <a:lnTo>
                    <a:pt x="404537" y="267514"/>
                  </a:lnTo>
                  <a:lnTo>
                    <a:pt x="20320" y="267514"/>
                  </a:lnTo>
                  <a:close/>
                  <a:moveTo>
                    <a:pt x="0" y="641843"/>
                  </a:moveTo>
                  <a:lnTo>
                    <a:pt x="0" y="374296"/>
                  </a:lnTo>
                  <a:cubicBezTo>
                    <a:pt x="0" y="368684"/>
                    <a:pt x="4549" y="364136"/>
                    <a:pt x="10160" y="364136"/>
                  </a:cubicBezTo>
                  <a:lnTo>
                    <a:pt x="642146" y="364136"/>
                  </a:lnTo>
                  <a:cubicBezTo>
                    <a:pt x="645089" y="364092"/>
                    <a:pt x="647907" y="365328"/>
                    <a:pt x="649867" y="367523"/>
                  </a:cubicBezTo>
                  <a:lnTo>
                    <a:pt x="763829" y="501330"/>
                  </a:lnTo>
                  <a:cubicBezTo>
                    <a:pt x="767063" y="505126"/>
                    <a:pt x="767063" y="510708"/>
                    <a:pt x="763829" y="514504"/>
                  </a:cubicBezTo>
                  <a:lnTo>
                    <a:pt x="649867" y="648311"/>
                  </a:lnTo>
                  <a:cubicBezTo>
                    <a:pt x="647944" y="650580"/>
                    <a:pt x="645123" y="651894"/>
                    <a:pt x="642146" y="651901"/>
                  </a:cubicBezTo>
                  <a:lnTo>
                    <a:pt x="415713" y="651901"/>
                  </a:lnTo>
                  <a:lnTo>
                    <a:pt x="415713" y="631581"/>
                  </a:lnTo>
                  <a:lnTo>
                    <a:pt x="637438" y="631581"/>
                  </a:lnTo>
                  <a:lnTo>
                    <a:pt x="742764" y="507934"/>
                  </a:lnTo>
                  <a:lnTo>
                    <a:pt x="637438" y="384287"/>
                  </a:lnTo>
                  <a:lnTo>
                    <a:pt x="20320" y="384287"/>
                  </a:lnTo>
                  <a:lnTo>
                    <a:pt x="20320" y="631513"/>
                  </a:lnTo>
                  <a:lnTo>
                    <a:pt x="304800" y="631513"/>
                  </a:lnTo>
                  <a:lnTo>
                    <a:pt x="304800" y="651833"/>
                  </a:lnTo>
                  <a:lnTo>
                    <a:pt x="10160" y="651833"/>
                  </a:lnTo>
                  <a:cubicBezTo>
                    <a:pt x="4614" y="651833"/>
                    <a:pt x="92" y="647387"/>
                    <a:pt x="0" y="641843"/>
                  </a:cubicBezTo>
                  <a:close/>
                  <a:moveTo>
                    <a:pt x="1006517" y="865668"/>
                  </a:moveTo>
                  <a:cubicBezTo>
                    <a:pt x="1009752" y="869464"/>
                    <a:pt x="1009752" y="875045"/>
                    <a:pt x="1006517" y="878842"/>
                  </a:cubicBezTo>
                  <a:lnTo>
                    <a:pt x="892556" y="1012649"/>
                  </a:lnTo>
                  <a:cubicBezTo>
                    <a:pt x="890632" y="1014918"/>
                    <a:pt x="887811" y="1016232"/>
                    <a:pt x="884834" y="1016239"/>
                  </a:cubicBezTo>
                  <a:lnTo>
                    <a:pt x="10160" y="1016239"/>
                  </a:lnTo>
                  <a:cubicBezTo>
                    <a:pt x="4549" y="1016239"/>
                    <a:pt x="0" y="1011690"/>
                    <a:pt x="0" y="1006079"/>
                  </a:cubicBezTo>
                  <a:lnTo>
                    <a:pt x="0" y="738532"/>
                  </a:lnTo>
                  <a:cubicBezTo>
                    <a:pt x="0" y="732920"/>
                    <a:pt x="4549" y="728372"/>
                    <a:pt x="10160" y="728372"/>
                  </a:cubicBezTo>
                  <a:lnTo>
                    <a:pt x="640080" y="728372"/>
                  </a:lnTo>
                  <a:lnTo>
                    <a:pt x="640080" y="748692"/>
                  </a:lnTo>
                  <a:lnTo>
                    <a:pt x="20320" y="748692"/>
                  </a:lnTo>
                  <a:lnTo>
                    <a:pt x="20320" y="995919"/>
                  </a:lnTo>
                  <a:lnTo>
                    <a:pt x="880262" y="995919"/>
                  </a:lnTo>
                  <a:lnTo>
                    <a:pt x="985520" y="872272"/>
                  </a:lnTo>
                  <a:lnTo>
                    <a:pt x="880195" y="748624"/>
                  </a:lnTo>
                  <a:lnTo>
                    <a:pt x="756107" y="748624"/>
                  </a:lnTo>
                  <a:lnTo>
                    <a:pt x="756107" y="728304"/>
                  </a:lnTo>
                  <a:lnTo>
                    <a:pt x="884970" y="728304"/>
                  </a:lnTo>
                  <a:cubicBezTo>
                    <a:pt x="887940" y="728304"/>
                    <a:pt x="890761" y="729605"/>
                    <a:pt x="892691" y="731860"/>
                  </a:cubicBezTo>
                  <a:close/>
                  <a:moveTo>
                    <a:pt x="103801" y="76235"/>
                  </a:moveTo>
                  <a:lnTo>
                    <a:pt x="56998" y="213937"/>
                  </a:lnTo>
                  <a:lnTo>
                    <a:pt x="75387" y="213937"/>
                  </a:lnTo>
                  <a:lnTo>
                    <a:pt x="89713" y="170622"/>
                  </a:lnTo>
                  <a:lnTo>
                    <a:pt x="138515" y="170622"/>
                  </a:lnTo>
                  <a:lnTo>
                    <a:pt x="153247" y="213937"/>
                  </a:lnTo>
                  <a:lnTo>
                    <a:pt x="172246" y="213937"/>
                  </a:lnTo>
                  <a:lnTo>
                    <a:pt x="125307" y="76235"/>
                  </a:lnTo>
                  <a:close/>
                  <a:moveTo>
                    <a:pt x="93370" y="156737"/>
                  </a:moveTo>
                  <a:lnTo>
                    <a:pt x="106917" y="116875"/>
                  </a:lnTo>
                  <a:cubicBezTo>
                    <a:pt x="109593" y="108510"/>
                    <a:pt x="111828" y="100145"/>
                    <a:pt x="113860" y="91950"/>
                  </a:cubicBezTo>
                  <a:lnTo>
                    <a:pt x="114300" y="91950"/>
                  </a:lnTo>
                  <a:cubicBezTo>
                    <a:pt x="117687" y="107765"/>
                    <a:pt x="129506" y="140616"/>
                    <a:pt x="134925" y="156737"/>
                  </a:cubicBezTo>
                  <a:close/>
                  <a:moveTo>
                    <a:pt x="144848" y="453239"/>
                  </a:moveTo>
                  <a:cubicBezTo>
                    <a:pt x="132046" y="440302"/>
                    <a:pt x="92016" y="442300"/>
                    <a:pt x="74574" y="446060"/>
                  </a:cubicBezTo>
                  <a:lnTo>
                    <a:pt x="74574" y="581526"/>
                  </a:lnTo>
                  <a:cubicBezTo>
                    <a:pt x="94725" y="584744"/>
                    <a:pt x="137363" y="584473"/>
                    <a:pt x="149758" y="570282"/>
                  </a:cubicBezTo>
                  <a:cubicBezTo>
                    <a:pt x="164512" y="556759"/>
                    <a:pt x="165510" y="533839"/>
                    <a:pt x="151987" y="519083"/>
                  </a:cubicBezTo>
                  <a:cubicBezTo>
                    <a:pt x="146942" y="513579"/>
                    <a:pt x="140321" y="509769"/>
                    <a:pt x="133028" y="508171"/>
                  </a:cubicBezTo>
                  <a:lnTo>
                    <a:pt x="133028" y="507798"/>
                  </a:lnTo>
                  <a:cubicBezTo>
                    <a:pt x="157988" y="499941"/>
                    <a:pt x="164321" y="467565"/>
                    <a:pt x="144848" y="453239"/>
                  </a:cubicBezTo>
                  <a:close/>
                  <a:moveTo>
                    <a:pt x="142613" y="542512"/>
                  </a:moveTo>
                  <a:cubicBezTo>
                    <a:pt x="143459" y="568792"/>
                    <a:pt x="111726" y="571400"/>
                    <a:pt x="92354" y="568454"/>
                  </a:cubicBezTo>
                  <a:lnTo>
                    <a:pt x="92354" y="515960"/>
                  </a:lnTo>
                  <a:cubicBezTo>
                    <a:pt x="114266" y="515147"/>
                    <a:pt x="142240" y="515960"/>
                    <a:pt x="142613" y="542478"/>
                  </a:cubicBezTo>
                  <a:close/>
                  <a:moveTo>
                    <a:pt x="108373" y="502447"/>
                  </a:moveTo>
                  <a:lnTo>
                    <a:pt x="92354" y="502447"/>
                  </a:lnTo>
                  <a:lnTo>
                    <a:pt x="92354" y="458082"/>
                  </a:lnTo>
                  <a:cubicBezTo>
                    <a:pt x="109288" y="454695"/>
                    <a:pt x="139429" y="456016"/>
                    <a:pt x="138311" y="479350"/>
                  </a:cubicBezTo>
                  <a:cubicBezTo>
                    <a:pt x="138311" y="492626"/>
                    <a:pt x="127305" y="502447"/>
                    <a:pt x="108373" y="502447"/>
                  </a:cubicBezTo>
                  <a:close/>
                  <a:moveTo>
                    <a:pt x="81280" y="871594"/>
                  </a:moveTo>
                  <a:cubicBezTo>
                    <a:pt x="80230" y="919956"/>
                    <a:pt x="123884" y="937533"/>
                    <a:pt x="163237" y="921344"/>
                  </a:cubicBezTo>
                  <a:lnTo>
                    <a:pt x="166929" y="935433"/>
                  </a:lnTo>
                  <a:cubicBezTo>
                    <a:pt x="121717" y="953958"/>
                    <a:pt x="61366" y="935433"/>
                    <a:pt x="62518" y="872305"/>
                  </a:cubicBezTo>
                  <a:cubicBezTo>
                    <a:pt x="61366" y="813174"/>
                    <a:pt x="119719" y="786352"/>
                    <a:pt x="167132" y="806130"/>
                  </a:cubicBezTo>
                  <a:lnTo>
                    <a:pt x="162831" y="820625"/>
                  </a:lnTo>
                  <a:cubicBezTo>
                    <a:pt x="125070" y="804098"/>
                    <a:pt x="80027" y="822386"/>
                    <a:pt x="81280" y="871696"/>
                  </a:cubicBezTo>
                  <a:close/>
                </a:path>
              </a:pathLst>
            </a:custGeom>
            <a:solidFill>
              <a:schemeClr val="accent2"/>
            </a:solidFill>
            <a:ln w="3365" cap="flat">
              <a:noFill/>
              <a:prstDash val="solid"/>
              <a:miter/>
            </a:ln>
          </p:spPr>
          <p:txBody>
            <a:bodyPr rtlCol="0" anchor="ctr"/>
            <a:lstStyle/>
            <a:p>
              <a:endParaRPr lang="en-US"/>
            </a:p>
          </p:txBody>
        </p:sp>
      </p:grpSp>
      <p:grpSp>
        <p:nvGrpSpPr>
          <p:cNvPr id="12" name="ee4p_icon_group">
            <a:extLst>
              <a:ext uri="{FF2B5EF4-FFF2-40B4-BE49-F238E27FC236}">
                <a16:creationId xmlns:a16="http://schemas.microsoft.com/office/drawing/2014/main" id="{CECA805B-358A-9D00-DC8D-37F2A3617B1E}"/>
              </a:ext>
            </a:extLst>
          </p:cNvPr>
          <p:cNvGrpSpPr/>
          <p:nvPr/>
        </p:nvGrpSpPr>
        <p:grpSpPr>
          <a:xfrm>
            <a:off x="11482707" y="2043125"/>
            <a:ext cx="1050781" cy="1050781"/>
            <a:chOff x="4028744" y="2888931"/>
            <a:chExt cx="1080000" cy="1080000"/>
          </a:xfrm>
        </p:grpSpPr>
        <p:sp>
          <p:nvSpPr>
            <p:cNvPr id="13" name="ee4p_icon_frame" hidden="1">
              <a:extLst>
                <a:ext uri="{FF2B5EF4-FFF2-40B4-BE49-F238E27FC236}">
                  <a16:creationId xmlns:a16="http://schemas.microsoft.com/office/drawing/2014/main" id="{962CEFBD-1ACD-7B19-048E-F17FEAB16BEC}"/>
                </a:ext>
              </a:extLst>
            </p:cNvPr>
            <p:cNvSpPr/>
            <p:nvPr/>
          </p:nvSpPr>
          <p:spPr>
            <a:xfrm>
              <a:off x="4028744" y="2888931"/>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ee4p_icon">
              <a:extLst>
                <a:ext uri="{FF2B5EF4-FFF2-40B4-BE49-F238E27FC236}">
                  <a16:creationId xmlns:a16="http://schemas.microsoft.com/office/drawing/2014/main" id="{0E8148FE-CE3A-004D-F843-031E08BB1C54}"/>
                </a:ext>
              </a:extLst>
            </p:cNvPr>
            <p:cNvSpPr>
              <a:spLocks noChangeAspect="1"/>
            </p:cNvSpPr>
            <p:nvPr/>
          </p:nvSpPr>
          <p:spPr>
            <a:xfrm>
              <a:off x="4147379" y="2922828"/>
              <a:ext cx="842729" cy="1012206"/>
            </a:xfrm>
            <a:custGeom>
              <a:avLst/>
              <a:gdLst>
                <a:gd name="connsiteX0" fmla="*/ 19744 w 842729"/>
                <a:gd name="connsiteY0" fmla="*/ 0 h 1012206"/>
                <a:gd name="connsiteX1" fmla="*/ 812428 w 842729"/>
                <a:gd name="connsiteY1" fmla="*/ 505257 h 1012206"/>
                <a:gd name="connsiteX2" fmla="*/ 651019 w 842729"/>
                <a:gd name="connsiteY2" fmla="*/ 343882 h 1012206"/>
                <a:gd name="connsiteX3" fmla="*/ 665378 w 842729"/>
                <a:gd name="connsiteY3" fmla="*/ 329489 h 1012206"/>
                <a:gd name="connsiteX4" fmla="*/ 839758 w 842729"/>
                <a:gd name="connsiteY4" fmla="*/ 503868 h 1012206"/>
                <a:gd name="connsiteX5" fmla="*/ 839758 w 842729"/>
                <a:gd name="connsiteY5" fmla="*/ 518228 h 1012206"/>
                <a:gd name="connsiteX6" fmla="*/ 665378 w 842729"/>
                <a:gd name="connsiteY6" fmla="*/ 692607 h 1012206"/>
                <a:gd name="connsiteX7" fmla="*/ 651019 w 842729"/>
                <a:gd name="connsiteY7" fmla="*/ 678248 h 1012206"/>
                <a:gd name="connsiteX8" fmla="*/ 800947 w 842729"/>
                <a:gd name="connsiteY8" fmla="*/ 528320 h 1012206"/>
                <a:gd name="connsiteX9" fmla="*/ 670729 w 842729"/>
                <a:gd name="connsiteY9" fmla="*/ 540918 h 1012206"/>
                <a:gd name="connsiteX10" fmla="*/ 311506 w 842729"/>
                <a:gd name="connsiteY10" fmla="*/ 437456 h 1012206"/>
                <a:gd name="connsiteX11" fmla="*/ 0 w 842729"/>
                <a:gd name="connsiteY11" fmla="*/ 4945 h 1012206"/>
                <a:gd name="connsiteX12" fmla="*/ 0 w 842729"/>
                <a:gd name="connsiteY12" fmla="*/ 1007398 h 1012206"/>
                <a:gd name="connsiteX13" fmla="*/ 19744 w 842729"/>
                <a:gd name="connsiteY13" fmla="*/ 1012207 h 1012206"/>
                <a:gd name="connsiteX14" fmla="*/ 357090 w 842729"/>
                <a:gd name="connsiteY14" fmla="*/ 576919 h 1012206"/>
                <a:gd name="connsiteX15" fmla="*/ 347472 w 842729"/>
                <a:gd name="connsiteY15" fmla="*/ 559003 h 1012206"/>
                <a:gd name="connsiteX16" fmla="*/ 0 w 842729"/>
                <a:gd name="connsiteY16" fmla="*/ 1007398 h 1012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42729" h="1012206">
                  <a:moveTo>
                    <a:pt x="19744" y="0"/>
                  </a:moveTo>
                  <a:cubicBezTo>
                    <a:pt x="107493" y="358005"/>
                    <a:pt x="460587" y="581389"/>
                    <a:pt x="812428" y="505257"/>
                  </a:cubicBezTo>
                  <a:lnTo>
                    <a:pt x="651019" y="343882"/>
                  </a:lnTo>
                  <a:lnTo>
                    <a:pt x="665378" y="329489"/>
                  </a:lnTo>
                  <a:lnTo>
                    <a:pt x="839758" y="503868"/>
                  </a:lnTo>
                  <a:cubicBezTo>
                    <a:pt x="843720" y="507834"/>
                    <a:pt x="843720" y="514262"/>
                    <a:pt x="839758" y="518228"/>
                  </a:cubicBezTo>
                  <a:lnTo>
                    <a:pt x="665378" y="692607"/>
                  </a:lnTo>
                  <a:lnTo>
                    <a:pt x="651019" y="678248"/>
                  </a:lnTo>
                  <a:lnTo>
                    <a:pt x="800947" y="528320"/>
                  </a:lnTo>
                  <a:cubicBezTo>
                    <a:pt x="758041" y="536651"/>
                    <a:pt x="714438" y="540868"/>
                    <a:pt x="670729" y="540918"/>
                  </a:cubicBezTo>
                  <a:cubicBezTo>
                    <a:pt x="543655" y="540810"/>
                    <a:pt x="419171" y="504959"/>
                    <a:pt x="311506" y="437456"/>
                  </a:cubicBezTo>
                  <a:cubicBezTo>
                    <a:pt x="155143" y="340225"/>
                    <a:pt x="44501" y="186402"/>
                    <a:pt x="0" y="4945"/>
                  </a:cubicBezTo>
                  <a:close/>
                  <a:moveTo>
                    <a:pt x="0" y="1007398"/>
                  </a:moveTo>
                  <a:lnTo>
                    <a:pt x="19744" y="1012207"/>
                  </a:lnTo>
                  <a:cubicBezTo>
                    <a:pt x="65573" y="825934"/>
                    <a:pt x="188142" y="667776"/>
                    <a:pt x="357090" y="576919"/>
                  </a:cubicBezTo>
                  <a:lnTo>
                    <a:pt x="347472" y="559003"/>
                  </a:lnTo>
                  <a:cubicBezTo>
                    <a:pt x="173449" y="652604"/>
                    <a:pt x="47201" y="815520"/>
                    <a:pt x="0" y="1007398"/>
                  </a:cubicBezTo>
                  <a:close/>
                </a:path>
              </a:pathLst>
            </a:custGeom>
            <a:solidFill>
              <a:schemeClr val="accent2"/>
            </a:solidFill>
            <a:ln w="3365" cap="flat">
              <a:noFill/>
              <a:prstDash val="solid"/>
              <a:miter/>
            </a:ln>
          </p:spPr>
          <p:txBody>
            <a:bodyPr rtlCol="0" anchor="ctr"/>
            <a:lstStyle/>
            <a:p>
              <a:endParaRPr lang="en-US"/>
            </a:p>
          </p:txBody>
        </p:sp>
      </p:grpSp>
      <p:grpSp>
        <p:nvGrpSpPr>
          <p:cNvPr id="15" name="ee4p_icon_group">
            <a:extLst>
              <a:ext uri="{FF2B5EF4-FFF2-40B4-BE49-F238E27FC236}">
                <a16:creationId xmlns:a16="http://schemas.microsoft.com/office/drawing/2014/main" id="{AAAF7C79-6EC2-472F-CC3E-E53EE7A10C65}"/>
              </a:ext>
            </a:extLst>
          </p:cNvPr>
          <p:cNvGrpSpPr/>
          <p:nvPr/>
        </p:nvGrpSpPr>
        <p:grpSpPr>
          <a:xfrm>
            <a:off x="1077360" y="2090888"/>
            <a:ext cx="955255" cy="955255"/>
            <a:chOff x="4031931" y="2888999"/>
            <a:chExt cx="1080000" cy="1080000"/>
          </a:xfrm>
        </p:grpSpPr>
        <p:sp>
          <p:nvSpPr>
            <p:cNvPr id="16" name="ee4p_icon_frame" hidden="1">
              <a:extLst>
                <a:ext uri="{FF2B5EF4-FFF2-40B4-BE49-F238E27FC236}">
                  <a16:creationId xmlns:a16="http://schemas.microsoft.com/office/drawing/2014/main" id="{5ACB2C2A-3D86-60CC-CD57-47BCAD992E80}"/>
                </a:ext>
              </a:extLst>
            </p:cNvPr>
            <p:cNvSpPr/>
            <p:nvPr/>
          </p:nvSpPr>
          <p:spPr>
            <a:xfrm>
              <a:off x="4031931" y="2888999"/>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ee4p_icon">
              <a:extLst>
                <a:ext uri="{FF2B5EF4-FFF2-40B4-BE49-F238E27FC236}">
                  <a16:creationId xmlns:a16="http://schemas.microsoft.com/office/drawing/2014/main" id="{2B764FC1-DF89-D520-6CAC-83F50CA38027}"/>
                </a:ext>
              </a:extLst>
            </p:cNvPr>
            <p:cNvSpPr>
              <a:spLocks noChangeAspect="1"/>
            </p:cNvSpPr>
            <p:nvPr/>
          </p:nvSpPr>
          <p:spPr>
            <a:xfrm>
              <a:off x="4064135" y="3097546"/>
              <a:ext cx="1015593" cy="662906"/>
            </a:xfrm>
            <a:custGeom>
              <a:avLst/>
              <a:gdLst>
                <a:gd name="connsiteX0" fmla="*/ 10295 w 1015593"/>
                <a:gd name="connsiteY0" fmla="*/ 96452 h 662906"/>
                <a:gd name="connsiteX1" fmla="*/ 96588 w 1015593"/>
                <a:gd name="connsiteY1" fmla="*/ 10160 h 662906"/>
                <a:gd name="connsiteX2" fmla="*/ 182880 w 1015593"/>
                <a:gd name="connsiteY2" fmla="*/ 96452 h 662906"/>
                <a:gd name="connsiteX3" fmla="*/ 96588 w 1015593"/>
                <a:gd name="connsiteY3" fmla="*/ 182745 h 662906"/>
                <a:gd name="connsiteX4" fmla="*/ 10295 w 1015593"/>
                <a:gd name="connsiteY4" fmla="*/ 96452 h 662906"/>
                <a:gd name="connsiteX5" fmla="*/ 334264 w 1015593"/>
                <a:gd name="connsiteY5" fmla="*/ 182745 h 662906"/>
                <a:gd name="connsiteX6" fmla="*/ 420556 w 1015593"/>
                <a:gd name="connsiteY6" fmla="*/ 96452 h 662906"/>
                <a:gd name="connsiteX7" fmla="*/ 334264 w 1015593"/>
                <a:gd name="connsiteY7" fmla="*/ 10160 h 662906"/>
                <a:gd name="connsiteX8" fmla="*/ 247972 w 1015593"/>
                <a:gd name="connsiteY8" fmla="*/ 96452 h 662906"/>
                <a:gd name="connsiteX9" fmla="*/ 334264 w 1015593"/>
                <a:gd name="connsiteY9" fmla="*/ 182745 h 662906"/>
                <a:gd name="connsiteX10" fmla="*/ 96588 w 1015593"/>
                <a:gd name="connsiteY10" fmla="*/ 417745 h 662906"/>
                <a:gd name="connsiteX11" fmla="*/ 182880 w 1015593"/>
                <a:gd name="connsiteY11" fmla="*/ 331453 h 662906"/>
                <a:gd name="connsiteX12" fmla="*/ 96588 w 1015593"/>
                <a:gd name="connsiteY12" fmla="*/ 245161 h 662906"/>
                <a:gd name="connsiteX13" fmla="*/ 10295 w 1015593"/>
                <a:gd name="connsiteY13" fmla="*/ 331453 h 662906"/>
                <a:gd name="connsiteX14" fmla="*/ 96588 w 1015593"/>
                <a:gd name="connsiteY14" fmla="*/ 417745 h 662906"/>
                <a:gd name="connsiteX15" fmla="*/ 430716 w 1015593"/>
                <a:gd name="connsiteY15" fmla="*/ 331453 h 662906"/>
                <a:gd name="connsiteX16" fmla="*/ 334264 w 1015593"/>
                <a:gd name="connsiteY16" fmla="*/ 427905 h 662906"/>
                <a:gd name="connsiteX17" fmla="*/ 237812 w 1015593"/>
                <a:gd name="connsiteY17" fmla="*/ 331453 h 662906"/>
                <a:gd name="connsiteX18" fmla="*/ 334264 w 1015593"/>
                <a:gd name="connsiteY18" fmla="*/ 235001 h 662906"/>
                <a:gd name="connsiteX19" fmla="*/ 430716 w 1015593"/>
                <a:gd name="connsiteY19" fmla="*/ 331453 h 662906"/>
                <a:gd name="connsiteX20" fmla="*/ 410396 w 1015593"/>
                <a:gd name="connsiteY20" fmla="*/ 331453 h 662906"/>
                <a:gd name="connsiteX21" fmla="*/ 334264 w 1015593"/>
                <a:gd name="connsiteY21" fmla="*/ 255321 h 662906"/>
                <a:gd name="connsiteX22" fmla="*/ 258132 w 1015593"/>
                <a:gd name="connsiteY22" fmla="*/ 331453 h 662906"/>
                <a:gd name="connsiteX23" fmla="*/ 334264 w 1015593"/>
                <a:gd name="connsiteY23" fmla="*/ 407585 h 662906"/>
                <a:gd name="connsiteX24" fmla="*/ 410396 w 1015593"/>
                <a:gd name="connsiteY24" fmla="*/ 331453 h 662906"/>
                <a:gd name="connsiteX25" fmla="*/ 192905 w 1015593"/>
                <a:gd name="connsiteY25" fmla="*/ 566454 h 662906"/>
                <a:gd name="connsiteX26" fmla="*/ 96452 w 1015593"/>
                <a:gd name="connsiteY26" fmla="*/ 662906 h 662906"/>
                <a:gd name="connsiteX27" fmla="*/ 0 w 1015593"/>
                <a:gd name="connsiteY27" fmla="*/ 566454 h 662906"/>
                <a:gd name="connsiteX28" fmla="*/ 96452 w 1015593"/>
                <a:gd name="connsiteY28" fmla="*/ 470002 h 662906"/>
                <a:gd name="connsiteX29" fmla="*/ 192905 w 1015593"/>
                <a:gd name="connsiteY29" fmla="*/ 566454 h 662906"/>
                <a:gd name="connsiteX30" fmla="*/ 172585 w 1015593"/>
                <a:gd name="connsiteY30" fmla="*/ 566454 h 662906"/>
                <a:gd name="connsiteX31" fmla="*/ 96452 w 1015593"/>
                <a:gd name="connsiteY31" fmla="*/ 490322 h 662906"/>
                <a:gd name="connsiteX32" fmla="*/ 20320 w 1015593"/>
                <a:gd name="connsiteY32" fmla="*/ 566454 h 662906"/>
                <a:gd name="connsiteX33" fmla="*/ 96452 w 1015593"/>
                <a:gd name="connsiteY33" fmla="*/ 642586 h 662906"/>
                <a:gd name="connsiteX34" fmla="*/ 172585 w 1015593"/>
                <a:gd name="connsiteY34" fmla="*/ 566454 h 662906"/>
                <a:gd name="connsiteX35" fmla="*/ 334129 w 1015593"/>
                <a:gd name="connsiteY35" fmla="*/ 470002 h 662906"/>
                <a:gd name="connsiteX36" fmla="*/ 237687 w 1015593"/>
                <a:gd name="connsiteY36" fmla="*/ 566464 h 662906"/>
                <a:gd name="connsiteX37" fmla="*/ 334150 w 1015593"/>
                <a:gd name="connsiteY37" fmla="*/ 662906 h 662906"/>
                <a:gd name="connsiteX38" fmla="*/ 402336 w 1015593"/>
                <a:gd name="connsiteY38" fmla="*/ 634661 h 662906"/>
                <a:gd name="connsiteX39" fmla="*/ 387943 w 1015593"/>
                <a:gd name="connsiteY39" fmla="*/ 620302 h 662906"/>
                <a:gd name="connsiteX40" fmla="*/ 280371 w 1015593"/>
                <a:gd name="connsiteY40" fmla="*/ 620224 h 662906"/>
                <a:gd name="connsiteX41" fmla="*/ 280449 w 1015593"/>
                <a:gd name="connsiteY41" fmla="*/ 512653 h 662906"/>
                <a:gd name="connsiteX42" fmla="*/ 388021 w 1015593"/>
                <a:gd name="connsiteY42" fmla="*/ 512731 h 662906"/>
                <a:gd name="connsiteX43" fmla="*/ 408974 w 1015593"/>
                <a:gd name="connsiteY43" fmla="*/ 580407 h 662906"/>
                <a:gd name="connsiteX44" fmla="*/ 428955 w 1015593"/>
                <a:gd name="connsiteY44" fmla="*/ 584098 h 662906"/>
                <a:gd name="connsiteX45" fmla="*/ 351776 w 1015593"/>
                <a:gd name="connsiteY45" fmla="*/ 471631 h 662906"/>
                <a:gd name="connsiteX46" fmla="*/ 334129 w 1015593"/>
                <a:gd name="connsiteY46" fmla="*/ 470002 h 662906"/>
                <a:gd name="connsiteX47" fmla="*/ 681330 w 1015593"/>
                <a:gd name="connsiteY47" fmla="*/ 182745 h 662906"/>
                <a:gd name="connsiteX48" fmla="*/ 767622 w 1015593"/>
                <a:gd name="connsiteY48" fmla="*/ 96452 h 662906"/>
                <a:gd name="connsiteX49" fmla="*/ 681330 w 1015593"/>
                <a:gd name="connsiteY49" fmla="*/ 10160 h 662906"/>
                <a:gd name="connsiteX50" fmla="*/ 595037 w 1015593"/>
                <a:gd name="connsiteY50" fmla="*/ 96452 h 662906"/>
                <a:gd name="connsiteX51" fmla="*/ 681330 w 1015593"/>
                <a:gd name="connsiteY51" fmla="*/ 182745 h 662906"/>
                <a:gd name="connsiteX52" fmla="*/ 681465 w 1015593"/>
                <a:gd name="connsiteY52" fmla="*/ 182745 h 662906"/>
                <a:gd name="connsiteX53" fmla="*/ 1015458 w 1015593"/>
                <a:gd name="connsiteY53" fmla="*/ 96452 h 662906"/>
                <a:gd name="connsiteX54" fmla="*/ 919006 w 1015593"/>
                <a:gd name="connsiteY54" fmla="*/ 192905 h 662906"/>
                <a:gd name="connsiteX55" fmla="*/ 822554 w 1015593"/>
                <a:gd name="connsiteY55" fmla="*/ 96452 h 662906"/>
                <a:gd name="connsiteX56" fmla="*/ 919006 w 1015593"/>
                <a:gd name="connsiteY56" fmla="*/ 0 h 662906"/>
                <a:gd name="connsiteX57" fmla="*/ 1015594 w 1015593"/>
                <a:gd name="connsiteY57" fmla="*/ 96452 h 662906"/>
                <a:gd name="connsiteX58" fmla="*/ 995138 w 1015593"/>
                <a:gd name="connsiteY58" fmla="*/ 96452 h 662906"/>
                <a:gd name="connsiteX59" fmla="*/ 919006 w 1015593"/>
                <a:gd name="connsiteY59" fmla="*/ 20320 h 662906"/>
                <a:gd name="connsiteX60" fmla="*/ 842874 w 1015593"/>
                <a:gd name="connsiteY60" fmla="*/ 96452 h 662906"/>
                <a:gd name="connsiteX61" fmla="*/ 919006 w 1015593"/>
                <a:gd name="connsiteY61" fmla="*/ 172585 h 662906"/>
                <a:gd name="connsiteX62" fmla="*/ 995274 w 1015593"/>
                <a:gd name="connsiteY62" fmla="*/ 96452 h 662906"/>
                <a:gd name="connsiteX63" fmla="*/ 777917 w 1015593"/>
                <a:gd name="connsiteY63" fmla="*/ 331453 h 662906"/>
                <a:gd name="connsiteX64" fmla="*/ 681465 w 1015593"/>
                <a:gd name="connsiteY64" fmla="*/ 427905 h 662906"/>
                <a:gd name="connsiteX65" fmla="*/ 585013 w 1015593"/>
                <a:gd name="connsiteY65" fmla="*/ 331453 h 662906"/>
                <a:gd name="connsiteX66" fmla="*/ 681465 w 1015593"/>
                <a:gd name="connsiteY66" fmla="*/ 235001 h 662906"/>
                <a:gd name="connsiteX67" fmla="*/ 777917 w 1015593"/>
                <a:gd name="connsiteY67" fmla="*/ 331453 h 662906"/>
                <a:gd name="connsiteX68" fmla="*/ 757597 w 1015593"/>
                <a:gd name="connsiteY68" fmla="*/ 331453 h 662906"/>
                <a:gd name="connsiteX69" fmla="*/ 681465 w 1015593"/>
                <a:gd name="connsiteY69" fmla="*/ 255321 h 662906"/>
                <a:gd name="connsiteX70" fmla="*/ 605333 w 1015593"/>
                <a:gd name="connsiteY70" fmla="*/ 331453 h 662906"/>
                <a:gd name="connsiteX71" fmla="*/ 681465 w 1015593"/>
                <a:gd name="connsiteY71" fmla="*/ 407585 h 662906"/>
                <a:gd name="connsiteX72" fmla="*/ 757597 w 1015593"/>
                <a:gd name="connsiteY72" fmla="*/ 331453 h 662906"/>
                <a:gd name="connsiteX73" fmla="*/ 1015594 w 1015593"/>
                <a:gd name="connsiteY73" fmla="*/ 331453 h 662906"/>
                <a:gd name="connsiteX74" fmla="*/ 919141 w 1015593"/>
                <a:gd name="connsiteY74" fmla="*/ 427905 h 662906"/>
                <a:gd name="connsiteX75" fmla="*/ 822689 w 1015593"/>
                <a:gd name="connsiteY75" fmla="*/ 331453 h 662906"/>
                <a:gd name="connsiteX76" fmla="*/ 919141 w 1015593"/>
                <a:gd name="connsiteY76" fmla="*/ 235001 h 662906"/>
                <a:gd name="connsiteX77" fmla="*/ 1015594 w 1015593"/>
                <a:gd name="connsiteY77" fmla="*/ 331453 h 662906"/>
                <a:gd name="connsiteX78" fmla="*/ 995274 w 1015593"/>
                <a:gd name="connsiteY78" fmla="*/ 331453 h 662906"/>
                <a:gd name="connsiteX79" fmla="*/ 919141 w 1015593"/>
                <a:gd name="connsiteY79" fmla="*/ 255321 h 662906"/>
                <a:gd name="connsiteX80" fmla="*/ 843009 w 1015593"/>
                <a:gd name="connsiteY80" fmla="*/ 331453 h 662906"/>
                <a:gd name="connsiteX81" fmla="*/ 919141 w 1015593"/>
                <a:gd name="connsiteY81" fmla="*/ 407585 h 662906"/>
                <a:gd name="connsiteX82" fmla="*/ 995274 w 1015593"/>
                <a:gd name="connsiteY82" fmla="*/ 331453 h 662906"/>
                <a:gd name="connsiteX83" fmla="*/ 777917 w 1015593"/>
                <a:gd name="connsiteY83" fmla="*/ 566454 h 662906"/>
                <a:gd name="connsiteX84" fmla="*/ 681465 w 1015593"/>
                <a:gd name="connsiteY84" fmla="*/ 662906 h 662906"/>
                <a:gd name="connsiteX85" fmla="*/ 585013 w 1015593"/>
                <a:gd name="connsiteY85" fmla="*/ 566454 h 662906"/>
                <a:gd name="connsiteX86" fmla="*/ 681465 w 1015593"/>
                <a:gd name="connsiteY86" fmla="*/ 470002 h 662906"/>
                <a:gd name="connsiteX87" fmla="*/ 777917 w 1015593"/>
                <a:gd name="connsiteY87" fmla="*/ 566454 h 662906"/>
                <a:gd name="connsiteX88" fmla="*/ 757597 w 1015593"/>
                <a:gd name="connsiteY88" fmla="*/ 566454 h 662906"/>
                <a:gd name="connsiteX89" fmla="*/ 681465 w 1015593"/>
                <a:gd name="connsiteY89" fmla="*/ 490322 h 662906"/>
                <a:gd name="connsiteX90" fmla="*/ 605333 w 1015593"/>
                <a:gd name="connsiteY90" fmla="*/ 566454 h 662906"/>
                <a:gd name="connsiteX91" fmla="*/ 681465 w 1015593"/>
                <a:gd name="connsiteY91" fmla="*/ 642586 h 662906"/>
                <a:gd name="connsiteX92" fmla="*/ 757597 w 1015593"/>
                <a:gd name="connsiteY92" fmla="*/ 566454 h 662906"/>
                <a:gd name="connsiteX93" fmla="*/ 1015594 w 1015593"/>
                <a:gd name="connsiteY93" fmla="*/ 566454 h 662906"/>
                <a:gd name="connsiteX94" fmla="*/ 919141 w 1015593"/>
                <a:gd name="connsiteY94" fmla="*/ 662906 h 662906"/>
                <a:gd name="connsiteX95" fmla="*/ 822689 w 1015593"/>
                <a:gd name="connsiteY95" fmla="*/ 566454 h 662906"/>
                <a:gd name="connsiteX96" fmla="*/ 919141 w 1015593"/>
                <a:gd name="connsiteY96" fmla="*/ 470002 h 662906"/>
                <a:gd name="connsiteX97" fmla="*/ 1015594 w 1015593"/>
                <a:gd name="connsiteY97" fmla="*/ 566454 h 662906"/>
                <a:gd name="connsiteX98" fmla="*/ 995274 w 1015593"/>
                <a:gd name="connsiteY98" fmla="*/ 566454 h 662906"/>
                <a:gd name="connsiteX99" fmla="*/ 919141 w 1015593"/>
                <a:gd name="connsiteY99" fmla="*/ 490322 h 662906"/>
                <a:gd name="connsiteX100" fmla="*/ 843009 w 1015593"/>
                <a:gd name="connsiteY100" fmla="*/ 566454 h 662906"/>
                <a:gd name="connsiteX101" fmla="*/ 919141 w 1015593"/>
                <a:gd name="connsiteY101" fmla="*/ 642586 h 662906"/>
                <a:gd name="connsiteX102" fmla="*/ 995274 w 1015593"/>
                <a:gd name="connsiteY102" fmla="*/ 566454 h 66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015593" h="662906">
                  <a:moveTo>
                    <a:pt x="10295" y="96452"/>
                  </a:moveTo>
                  <a:cubicBezTo>
                    <a:pt x="10295" y="48794"/>
                    <a:pt x="48930" y="10160"/>
                    <a:pt x="96588" y="10160"/>
                  </a:cubicBezTo>
                  <a:cubicBezTo>
                    <a:pt x="144246" y="10160"/>
                    <a:pt x="182880" y="48794"/>
                    <a:pt x="182880" y="96452"/>
                  </a:cubicBezTo>
                  <a:cubicBezTo>
                    <a:pt x="182880" y="144110"/>
                    <a:pt x="144246" y="182745"/>
                    <a:pt x="96588" y="182745"/>
                  </a:cubicBezTo>
                  <a:cubicBezTo>
                    <a:pt x="48930" y="182745"/>
                    <a:pt x="10295" y="144110"/>
                    <a:pt x="10295" y="96452"/>
                  </a:cubicBezTo>
                  <a:close/>
                  <a:moveTo>
                    <a:pt x="334264" y="182745"/>
                  </a:moveTo>
                  <a:cubicBezTo>
                    <a:pt x="381921" y="182745"/>
                    <a:pt x="420556" y="144110"/>
                    <a:pt x="420556" y="96452"/>
                  </a:cubicBezTo>
                  <a:cubicBezTo>
                    <a:pt x="420556" y="48794"/>
                    <a:pt x="381921" y="10160"/>
                    <a:pt x="334264" y="10160"/>
                  </a:cubicBezTo>
                  <a:cubicBezTo>
                    <a:pt x="286606" y="10160"/>
                    <a:pt x="247972" y="48794"/>
                    <a:pt x="247972" y="96452"/>
                  </a:cubicBezTo>
                  <a:cubicBezTo>
                    <a:pt x="247972" y="144110"/>
                    <a:pt x="286606" y="182745"/>
                    <a:pt x="334264" y="182745"/>
                  </a:cubicBezTo>
                  <a:close/>
                  <a:moveTo>
                    <a:pt x="96588" y="417745"/>
                  </a:moveTo>
                  <a:cubicBezTo>
                    <a:pt x="144246" y="417745"/>
                    <a:pt x="182880" y="379110"/>
                    <a:pt x="182880" y="331453"/>
                  </a:cubicBezTo>
                  <a:cubicBezTo>
                    <a:pt x="182880" y="283796"/>
                    <a:pt x="144246" y="245161"/>
                    <a:pt x="96588" y="245161"/>
                  </a:cubicBezTo>
                  <a:cubicBezTo>
                    <a:pt x="48930" y="245161"/>
                    <a:pt x="10295" y="283796"/>
                    <a:pt x="10295" y="331453"/>
                  </a:cubicBezTo>
                  <a:cubicBezTo>
                    <a:pt x="10295" y="379110"/>
                    <a:pt x="48930" y="417745"/>
                    <a:pt x="96588" y="417745"/>
                  </a:cubicBezTo>
                  <a:close/>
                  <a:moveTo>
                    <a:pt x="430716" y="331453"/>
                  </a:moveTo>
                  <a:cubicBezTo>
                    <a:pt x="430716" y="384722"/>
                    <a:pt x="387533" y="427905"/>
                    <a:pt x="334264" y="427905"/>
                  </a:cubicBezTo>
                  <a:cubicBezTo>
                    <a:pt x="280995" y="427905"/>
                    <a:pt x="237812" y="384722"/>
                    <a:pt x="237812" y="331453"/>
                  </a:cubicBezTo>
                  <a:cubicBezTo>
                    <a:pt x="237812" y="278184"/>
                    <a:pt x="280995" y="235001"/>
                    <a:pt x="334264" y="235001"/>
                  </a:cubicBezTo>
                  <a:cubicBezTo>
                    <a:pt x="387502" y="235075"/>
                    <a:pt x="430642" y="278215"/>
                    <a:pt x="430716" y="331453"/>
                  </a:cubicBezTo>
                  <a:close/>
                  <a:moveTo>
                    <a:pt x="410396" y="331453"/>
                  </a:moveTo>
                  <a:cubicBezTo>
                    <a:pt x="410396" y="289408"/>
                    <a:pt x="376309" y="255321"/>
                    <a:pt x="334264" y="255321"/>
                  </a:cubicBezTo>
                  <a:cubicBezTo>
                    <a:pt x="292217" y="255321"/>
                    <a:pt x="258132" y="289408"/>
                    <a:pt x="258132" y="331453"/>
                  </a:cubicBezTo>
                  <a:cubicBezTo>
                    <a:pt x="258132" y="373499"/>
                    <a:pt x="292217" y="407585"/>
                    <a:pt x="334264" y="407585"/>
                  </a:cubicBezTo>
                  <a:cubicBezTo>
                    <a:pt x="376289" y="407528"/>
                    <a:pt x="410339" y="373478"/>
                    <a:pt x="410396" y="331453"/>
                  </a:cubicBezTo>
                  <a:close/>
                  <a:moveTo>
                    <a:pt x="192905" y="566454"/>
                  </a:moveTo>
                  <a:cubicBezTo>
                    <a:pt x="192905" y="619723"/>
                    <a:pt x="149721" y="662906"/>
                    <a:pt x="96452" y="662906"/>
                  </a:cubicBezTo>
                  <a:cubicBezTo>
                    <a:pt x="43183" y="662906"/>
                    <a:pt x="0" y="619723"/>
                    <a:pt x="0" y="566454"/>
                  </a:cubicBezTo>
                  <a:cubicBezTo>
                    <a:pt x="0" y="513185"/>
                    <a:pt x="43183" y="470002"/>
                    <a:pt x="96452" y="470002"/>
                  </a:cubicBezTo>
                  <a:cubicBezTo>
                    <a:pt x="149698" y="470059"/>
                    <a:pt x="192849" y="513209"/>
                    <a:pt x="192905" y="566454"/>
                  </a:cubicBezTo>
                  <a:close/>
                  <a:moveTo>
                    <a:pt x="172585" y="566454"/>
                  </a:moveTo>
                  <a:cubicBezTo>
                    <a:pt x="172585" y="524408"/>
                    <a:pt x="138499" y="490322"/>
                    <a:pt x="96452" y="490322"/>
                  </a:cubicBezTo>
                  <a:cubicBezTo>
                    <a:pt x="54405" y="490322"/>
                    <a:pt x="20320" y="524408"/>
                    <a:pt x="20320" y="566454"/>
                  </a:cubicBezTo>
                  <a:cubicBezTo>
                    <a:pt x="20320" y="608499"/>
                    <a:pt x="54405" y="642586"/>
                    <a:pt x="96452" y="642586"/>
                  </a:cubicBezTo>
                  <a:cubicBezTo>
                    <a:pt x="138476" y="642529"/>
                    <a:pt x="172529" y="608479"/>
                    <a:pt x="172585" y="566454"/>
                  </a:cubicBezTo>
                  <a:close/>
                  <a:moveTo>
                    <a:pt x="334129" y="470002"/>
                  </a:moveTo>
                  <a:cubicBezTo>
                    <a:pt x="280859" y="470008"/>
                    <a:pt x="237681" y="513195"/>
                    <a:pt x="237687" y="566464"/>
                  </a:cubicBezTo>
                  <a:cubicBezTo>
                    <a:pt x="237693" y="619733"/>
                    <a:pt x="280881" y="662913"/>
                    <a:pt x="334150" y="662906"/>
                  </a:cubicBezTo>
                  <a:cubicBezTo>
                    <a:pt x="359725" y="662903"/>
                    <a:pt x="384251" y="652743"/>
                    <a:pt x="402336" y="634661"/>
                  </a:cubicBezTo>
                  <a:lnTo>
                    <a:pt x="387943" y="620302"/>
                  </a:lnTo>
                  <a:cubicBezTo>
                    <a:pt x="358218" y="649986"/>
                    <a:pt x="310055" y="649952"/>
                    <a:pt x="280371" y="620224"/>
                  </a:cubicBezTo>
                  <a:cubicBezTo>
                    <a:pt x="250687" y="590499"/>
                    <a:pt x="250722" y="542337"/>
                    <a:pt x="280449" y="512653"/>
                  </a:cubicBezTo>
                  <a:cubicBezTo>
                    <a:pt x="310175" y="482969"/>
                    <a:pt x="358336" y="483003"/>
                    <a:pt x="388021" y="512731"/>
                  </a:cubicBezTo>
                  <a:cubicBezTo>
                    <a:pt x="405726" y="530460"/>
                    <a:pt x="413563" y="555772"/>
                    <a:pt x="408974" y="580407"/>
                  </a:cubicBezTo>
                  <a:lnTo>
                    <a:pt x="428955" y="584098"/>
                  </a:lnTo>
                  <a:cubicBezTo>
                    <a:pt x="438699" y="531727"/>
                    <a:pt x="404144" y="481374"/>
                    <a:pt x="351776" y="471631"/>
                  </a:cubicBezTo>
                  <a:cubicBezTo>
                    <a:pt x="345955" y="470547"/>
                    <a:pt x="340048" y="470002"/>
                    <a:pt x="334129" y="470002"/>
                  </a:cubicBezTo>
                  <a:close/>
                  <a:moveTo>
                    <a:pt x="681330" y="182745"/>
                  </a:moveTo>
                  <a:cubicBezTo>
                    <a:pt x="728987" y="182745"/>
                    <a:pt x="767622" y="144110"/>
                    <a:pt x="767622" y="96452"/>
                  </a:cubicBezTo>
                  <a:cubicBezTo>
                    <a:pt x="767622" y="48794"/>
                    <a:pt x="728987" y="10160"/>
                    <a:pt x="681330" y="10160"/>
                  </a:cubicBezTo>
                  <a:cubicBezTo>
                    <a:pt x="633672" y="10160"/>
                    <a:pt x="595037" y="48794"/>
                    <a:pt x="595037" y="96452"/>
                  </a:cubicBezTo>
                  <a:cubicBezTo>
                    <a:pt x="595037" y="144110"/>
                    <a:pt x="633672" y="182745"/>
                    <a:pt x="681330" y="182745"/>
                  </a:cubicBezTo>
                  <a:cubicBezTo>
                    <a:pt x="681374" y="182745"/>
                    <a:pt x="681421" y="182745"/>
                    <a:pt x="681465" y="182745"/>
                  </a:cubicBezTo>
                  <a:close/>
                  <a:moveTo>
                    <a:pt x="1015458" y="96452"/>
                  </a:moveTo>
                  <a:cubicBezTo>
                    <a:pt x="1015458" y="149722"/>
                    <a:pt x="972275" y="192905"/>
                    <a:pt x="919006" y="192905"/>
                  </a:cubicBezTo>
                  <a:cubicBezTo>
                    <a:pt x="865737" y="192905"/>
                    <a:pt x="822554" y="149722"/>
                    <a:pt x="822554" y="96452"/>
                  </a:cubicBezTo>
                  <a:cubicBezTo>
                    <a:pt x="822554" y="43183"/>
                    <a:pt x="865737" y="0"/>
                    <a:pt x="919006" y="0"/>
                  </a:cubicBezTo>
                  <a:cubicBezTo>
                    <a:pt x="972305" y="-19"/>
                    <a:pt x="1015536" y="43154"/>
                    <a:pt x="1015594" y="96452"/>
                  </a:cubicBezTo>
                  <a:close/>
                  <a:moveTo>
                    <a:pt x="995138" y="96452"/>
                  </a:moveTo>
                  <a:cubicBezTo>
                    <a:pt x="995138" y="54405"/>
                    <a:pt x="961051" y="20320"/>
                    <a:pt x="919006" y="20320"/>
                  </a:cubicBezTo>
                  <a:cubicBezTo>
                    <a:pt x="876960" y="20320"/>
                    <a:pt x="842874" y="54405"/>
                    <a:pt x="842874" y="96452"/>
                  </a:cubicBezTo>
                  <a:cubicBezTo>
                    <a:pt x="842874" y="138499"/>
                    <a:pt x="876960" y="172585"/>
                    <a:pt x="919006" y="172585"/>
                  </a:cubicBezTo>
                  <a:cubicBezTo>
                    <a:pt x="961089" y="172622"/>
                    <a:pt x="995236" y="138536"/>
                    <a:pt x="995274" y="96452"/>
                  </a:cubicBezTo>
                  <a:close/>
                  <a:moveTo>
                    <a:pt x="777917" y="331453"/>
                  </a:moveTo>
                  <a:cubicBezTo>
                    <a:pt x="777917" y="384722"/>
                    <a:pt x="734734" y="427905"/>
                    <a:pt x="681465" y="427905"/>
                  </a:cubicBezTo>
                  <a:cubicBezTo>
                    <a:pt x="628196" y="427905"/>
                    <a:pt x="585013" y="384722"/>
                    <a:pt x="585013" y="331453"/>
                  </a:cubicBezTo>
                  <a:cubicBezTo>
                    <a:pt x="585013" y="278184"/>
                    <a:pt x="628196" y="235001"/>
                    <a:pt x="681465" y="235001"/>
                  </a:cubicBezTo>
                  <a:cubicBezTo>
                    <a:pt x="734703" y="235075"/>
                    <a:pt x="777843" y="278215"/>
                    <a:pt x="777917" y="331453"/>
                  </a:cubicBezTo>
                  <a:close/>
                  <a:moveTo>
                    <a:pt x="757597" y="331453"/>
                  </a:moveTo>
                  <a:cubicBezTo>
                    <a:pt x="757597" y="289408"/>
                    <a:pt x="723511" y="255321"/>
                    <a:pt x="681465" y="255321"/>
                  </a:cubicBezTo>
                  <a:cubicBezTo>
                    <a:pt x="639420" y="255321"/>
                    <a:pt x="605333" y="289408"/>
                    <a:pt x="605333" y="331453"/>
                  </a:cubicBezTo>
                  <a:cubicBezTo>
                    <a:pt x="605333" y="373499"/>
                    <a:pt x="639420" y="407585"/>
                    <a:pt x="681465" y="407585"/>
                  </a:cubicBezTo>
                  <a:cubicBezTo>
                    <a:pt x="723490" y="407528"/>
                    <a:pt x="757540" y="373478"/>
                    <a:pt x="757597" y="331453"/>
                  </a:cubicBezTo>
                  <a:close/>
                  <a:moveTo>
                    <a:pt x="1015594" y="331453"/>
                  </a:moveTo>
                  <a:cubicBezTo>
                    <a:pt x="1015594" y="384722"/>
                    <a:pt x="972410" y="427905"/>
                    <a:pt x="919141" y="427905"/>
                  </a:cubicBezTo>
                  <a:cubicBezTo>
                    <a:pt x="865872" y="427905"/>
                    <a:pt x="822689" y="384722"/>
                    <a:pt x="822689" y="331453"/>
                  </a:cubicBezTo>
                  <a:cubicBezTo>
                    <a:pt x="822689" y="278184"/>
                    <a:pt x="865872" y="235001"/>
                    <a:pt x="919141" y="235001"/>
                  </a:cubicBezTo>
                  <a:cubicBezTo>
                    <a:pt x="972386" y="235058"/>
                    <a:pt x="1015536" y="278208"/>
                    <a:pt x="1015594" y="331453"/>
                  </a:cubicBezTo>
                  <a:close/>
                  <a:moveTo>
                    <a:pt x="995274" y="331453"/>
                  </a:moveTo>
                  <a:cubicBezTo>
                    <a:pt x="995274" y="289408"/>
                    <a:pt x="961187" y="255321"/>
                    <a:pt x="919141" y="255321"/>
                  </a:cubicBezTo>
                  <a:cubicBezTo>
                    <a:pt x="877096" y="255321"/>
                    <a:pt x="843009" y="289408"/>
                    <a:pt x="843009" y="331453"/>
                  </a:cubicBezTo>
                  <a:cubicBezTo>
                    <a:pt x="843009" y="373499"/>
                    <a:pt x="877096" y="407585"/>
                    <a:pt x="919141" y="407585"/>
                  </a:cubicBezTo>
                  <a:cubicBezTo>
                    <a:pt x="961167" y="407528"/>
                    <a:pt x="995216" y="373478"/>
                    <a:pt x="995274" y="331453"/>
                  </a:cubicBezTo>
                  <a:close/>
                  <a:moveTo>
                    <a:pt x="777917" y="566454"/>
                  </a:moveTo>
                  <a:cubicBezTo>
                    <a:pt x="777917" y="619723"/>
                    <a:pt x="734734" y="662906"/>
                    <a:pt x="681465" y="662906"/>
                  </a:cubicBezTo>
                  <a:cubicBezTo>
                    <a:pt x="628196" y="662906"/>
                    <a:pt x="585013" y="619723"/>
                    <a:pt x="585013" y="566454"/>
                  </a:cubicBezTo>
                  <a:cubicBezTo>
                    <a:pt x="585013" y="513185"/>
                    <a:pt x="628196" y="470002"/>
                    <a:pt x="681465" y="470002"/>
                  </a:cubicBezTo>
                  <a:cubicBezTo>
                    <a:pt x="734710" y="470059"/>
                    <a:pt x="777860" y="513209"/>
                    <a:pt x="777917" y="566454"/>
                  </a:cubicBezTo>
                  <a:close/>
                  <a:moveTo>
                    <a:pt x="757597" y="566454"/>
                  </a:moveTo>
                  <a:cubicBezTo>
                    <a:pt x="757597" y="524408"/>
                    <a:pt x="723511" y="490322"/>
                    <a:pt x="681465" y="490322"/>
                  </a:cubicBezTo>
                  <a:cubicBezTo>
                    <a:pt x="639420" y="490322"/>
                    <a:pt x="605333" y="524408"/>
                    <a:pt x="605333" y="566454"/>
                  </a:cubicBezTo>
                  <a:cubicBezTo>
                    <a:pt x="605333" y="608499"/>
                    <a:pt x="639420" y="642586"/>
                    <a:pt x="681465" y="642586"/>
                  </a:cubicBezTo>
                  <a:cubicBezTo>
                    <a:pt x="723490" y="642529"/>
                    <a:pt x="757540" y="608479"/>
                    <a:pt x="757597" y="566454"/>
                  </a:cubicBezTo>
                  <a:close/>
                  <a:moveTo>
                    <a:pt x="1015594" y="566454"/>
                  </a:moveTo>
                  <a:cubicBezTo>
                    <a:pt x="1015594" y="619723"/>
                    <a:pt x="972410" y="662906"/>
                    <a:pt x="919141" y="662906"/>
                  </a:cubicBezTo>
                  <a:cubicBezTo>
                    <a:pt x="865872" y="662906"/>
                    <a:pt x="822689" y="619723"/>
                    <a:pt x="822689" y="566454"/>
                  </a:cubicBezTo>
                  <a:cubicBezTo>
                    <a:pt x="822689" y="513185"/>
                    <a:pt x="865872" y="470002"/>
                    <a:pt x="919141" y="470002"/>
                  </a:cubicBezTo>
                  <a:cubicBezTo>
                    <a:pt x="972393" y="470039"/>
                    <a:pt x="1015556" y="513202"/>
                    <a:pt x="1015594" y="566454"/>
                  </a:cubicBezTo>
                  <a:close/>
                  <a:moveTo>
                    <a:pt x="995274" y="566454"/>
                  </a:moveTo>
                  <a:cubicBezTo>
                    <a:pt x="995274" y="524408"/>
                    <a:pt x="961187" y="490322"/>
                    <a:pt x="919141" y="490322"/>
                  </a:cubicBezTo>
                  <a:cubicBezTo>
                    <a:pt x="877096" y="490322"/>
                    <a:pt x="843009" y="524408"/>
                    <a:pt x="843009" y="566454"/>
                  </a:cubicBezTo>
                  <a:cubicBezTo>
                    <a:pt x="843009" y="608499"/>
                    <a:pt x="877096" y="642586"/>
                    <a:pt x="919141" y="642586"/>
                  </a:cubicBezTo>
                  <a:cubicBezTo>
                    <a:pt x="961167" y="642529"/>
                    <a:pt x="995216" y="608479"/>
                    <a:pt x="995274" y="566454"/>
                  </a:cubicBezTo>
                  <a:close/>
                </a:path>
              </a:pathLst>
            </a:custGeom>
            <a:solidFill>
              <a:schemeClr val="accent2"/>
            </a:solidFill>
            <a:ln w="3365" cap="flat">
              <a:noFill/>
              <a:prstDash val="solid"/>
              <a:miter/>
            </a:ln>
          </p:spPr>
          <p:txBody>
            <a:bodyPr rtlCol="0" anchor="ctr"/>
            <a:lstStyle/>
            <a:p>
              <a:endParaRPr lang="en-US"/>
            </a:p>
          </p:txBody>
        </p:sp>
      </p:grpSp>
      <p:grpSp>
        <p:nvGrpSpPr>
          <p:cNvPr id="18" name="ee4p_icon_group">
            <a:extLst>
              <a:ext uri="{FF2B5EF4-FFF2-40B4-BE49-F238E27FC236}">
                <a16:creationId xmlns:a16="http://schemas.microsoft.com/office/drawing/2014/main" id="{F7CB22D1-D063-4BEC-74BE-F370D9699106}"/>
              </a:ext>
            </a:extLst>
          </p:cNvPr>
          <p:cNvGrpSpPr/>
          <p:nvPr/>
        </p:nvGrpSpPr>
        <p:grpSpPr>
          <a:xfrm>
            <a:off x="3642874" y="2043124"/>
            <a:ext cx="1050781" cy="1050781"/>
            <a:chOff x="4031999" y="2888999"/>
            <a:chExt cx="1080000" cy="1080000"/>
          </a:xfrm>
        </p:grpSpPr>
        <p:sp>
          <p:nvSpPr>
            <p:cNvPr id="19" name="ee4p_icon_frame" hidden="1">
              <a:extLst>
                <a:ext uri="{FF2B5EF4-FFF2-40B4-BE49-F238E27FC236}">
                  <a16:creationId xmlns:a16="http://schemas.microsoft.com/office/drawing/2014/main" id="{FD0784F6-5428-BF14-F7E7-924AB34444D9}"/>
                </a:ext>
              </a:extLst>
            </p:cNvPr>
            <p:cNvSpPr/>
            <p:nvPr/>
          </p:nvSpPr>
          <p:spPr>
            <a:xfrm>
              <a:off x="4031999" y="2888999"/>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ee4p_icon">
              <a:extLst>
                <a:ext uri="{FF2B5EF4-FFF2-40B4-BE49-F238E27FC236}">
                  <a16:creationId xmlns:a16="http://schemas.microsoft.com/office/drawing/2014/main" id="{065DE0DC-27AF-9648-43B1-CABDFEA8DD51}"/>
                </a:ext>
              </a:extLst>
            </p:cNvPr>
            <p:cNvSpPr>
              <a:spLocks noChangeAspect="1"/>
            </p:cNvSpPr>
            <p:nvPr/>
          </p:nvSpPr>
          <p:spPr>
            <a:xfrm>
              <a:off x="4064338" y="3064018"/>
              <a:ext cx="1015322" cy="729962"/>
            </a:xfrm>
            <a:custGeom>
              <a:avLst/>
              <a:gdLst>
                <a:gd name="connsiteX0" fmla="*/ 1015323 w 1015322"/>
                <a:gd name="connsiteY0" fmla="*/ 10160 h 729962"/>
                <a:gd name="connsiteX1" fmla="*/ 1015323 w 1015322"/>
                <a:gd name="connsiteY1" fmla="*/ 719802 h 729962"/>
                <a:gd name="connsiteX2" fmla="*/ 1005163 w 1015322"/>
                <a:gd name="connsiteY2" fmla="*/ 729962 h 729962"/>
                <a:gd name="connsiteX3" fmla="*/ 330573 w 1015322"/>
                <a:gd name="connsiteY3" fmla="*/ 729962 h 729962"/>
                <a:gd name="connsiteX4" fmla="*/ 330573 w 1015322"/>
                <a:gd name="connsiteY4" fmla="*/ 709642 h 729962"/>
                <a:gd name="connsiteX5" fmla="*/ 995003 w 1015322"/>
                <a:gd name="connsiteY5" fmla="*/ 709642 h 729962"/>
                <a:gd name="connsiteX6" fmla="*/ 995003 w 1015322"/>
                <a:gd name="connsiteY6" fmla="*/ 20320 h 729962"/>
                <a:gd name="connsiteX7" fmla="*/ 20320 w 1015322"/>
                <a:gd name="connsiteY7" fmla="*/ 20320 h 729962"/>
                <a:gd name="connsiteX8" fmla="*/ 20320 w 1015322"/>
                <a:gd name="connsiteY8" fmla="*/ 709642 h 729962"/>
                <a:gd name="connsiteX9" fmla="*/ 200355 w 1015322"/>
                <a:gd name="connsiteY9" fmla="*/ 709642 h 729962"/>
                <a:gd name="connsiteX10" fmla="*/ 200355 w 1015322"/>
                <a:gd name="connsiteY10" fmla="*/ 729962 h 729962"/>
                <a:gd name="connsiteX11" fmla="*/ 10160 w 1015322"/>
                <a:gd name="connsiteY11" fmla="*/ 729962 h 729962"/>
                <a:gd name="connsiteX12" fmla="*/ 0 w 1015322"/>
                <a:gd name="connsiteY12" fmla="*/ 719802 h 729962"/>
                <a:gd name="connsiteX13" fmla="*/ 0 w 1015322"/>
                <a:gd name="connsiteY13" fmla="*/ 10160 h 729962"/>
                <a:gd name="connsiteX14" fmla="*/ 10160 w 1015322"/>
                <a:gd name="connsiteY14" fmla="*/ 0 h 729962"/>
                <a:gd name="connsiteX15" fmla="*/ 1005163 w 1015322"/>
                <a:gd name="connsiteY15" fmla="*/ 0 h 729962"/>
                <a:gd name="connsiteX16" fmla="*/ 1015323 w 1015322"/>
                <a:gd name="connsiteY16" fmla="*/ 10160 h 729962"/>
                <a:gd name="connsiteX17" fmla="*/ 768435 w 1015322"/>
                <a:gd name="connsiteY17" fmla="*/ 415510 h 729962"/>
                <a:gd name="connsiteX18" fmla="*/ 597611 w 1015322"/>
                <a:gd name="connsiteY18" fmla="*/ 244754 h 729962"/>
                <a:gd name="connsiteX19" fmla="*/ 768367 w 1015322"/>
                <a:gd name="connsiteY19" fmla="*/ 73931 h 729962"/>
                <a:gd name="connsiteX20" fmla="*/ 939190 w 1015322"/>
                <a:gd name="connsiteY20" fmla="*/ 244687 h 729962"/>
                <a:gd name="connsiteX21" fmla="*/ 939190 w 1015322"/>
                <a:gd name="connsiteY21" fmla="*/ 244754 h 729962"/>
                <a:gd name="connsiteX22" fmla="*/ 768435 w 1015322"/>
                <a:gd name="connsiteY22" fmla="*/ 415510 h 729962"/>
                <a:gd name="connsiteX23" fmla="*/ 690541 w 1015322"/>
                <a:gd name="connsiteY23" fmla="*/ 115959 h 729962"/>
                <a:gd name="connsiteX24" fmla="*/ 758275 w 1015322"/>
                <a:gd name="connsiteY24" fmla="*/ 212581 h 729962"/>
                <a:gd name="connsiteX25" fmla="*/ 758275 w 1015322"/>
                <a:gd name="connsiteY25" fmla="*/ 94657 h 729962"/>
                <a:gd name="connsiteX26" fmla="*/ 690541 w 1015322"/>
                <a:gd name="connsiteY26" fmla="*/ 115959 h 729962"/>
                <a:gd name="connsiteX27" fmla="*/ 768435 w 1015322"/>
                <a:gd name="connsiteY27" fmla="*/ 395190 h 729962"/>
                <a:gd name="connsiteX28" fmla="*/ 918942 w 1015322"/>
                <a:gd name="connsiteY28" fmla="*/ 244826 h 729962"/>
                <a:gd name="connsiteX29" fmla="*/ 778595 w 1015322"/>
                <a:gd name="connsiteY29" fmla="*/ 94657 h 729962"/>
                <a:gd name="connsiteX30" fmla="*/ 778595 w 1015322"/>
                <a:gd name="connsiteY30" fmla="*/ 244754 h 729962"/>
                <a:gd name="connsiteX31" fmla="*/ 771483 w 1015322"/>
                <a:gd name="connsiteY31" fmla="*/ 254440 h 729962"/>
                <a:gd name="connsiteX32" fmla="*/ 768435 w 1015322"/>
                <a:gd name="connsiteY32" fmla="*/ 254914 h 729962"/>
                <a:gd name="connsiteX33" fmla="*/ 760103 w 1015322"/>
                <a:gd name="connsiteY33" fmla="*/ 250579 h 729962"/>
                <a:gd name="connsiteX34" fmla="*/ 674082 w 1015322"/>
                <a:gd name="connsiteY34" fmla="*/ 127677 h 729962"/>
                <a:gd name="connsiteX35" fmla="*/ 651134 w 1015322"/>
                <a:gd name="connsiteY35" fmla="*/ 339087 h 729962"/>
                <a:gd name="connsiteX36" fmla="*/ 768435 w 1015322"/>
                <a:gd name="connsiteY36" fmla="*/ 395224 h 729962"/>
                <a:gd name="connsiteX37" fmla="*/ 153755 w 1015322"/>
                <a:gd name="connsiteY37" fmla="*/ 262433 h 729962"/>
                <a:gd name="connsiteX38" fmla="*/ 153755 w 1015322"/>
                <a:gd name="connsiteY38" fmla="*/ 393598 h 729962"/>
                <a:gd name="connsiteX39" fmla="*/ 143595 w 1015322"/>
                <a:gd name="connsiteY39" fmla="*/ 403758 h 729962"/>
                <a:gd name="connsiteX40" fmla="*/ 76911 w 1015322"/>
                <a:gd name="connsiteY40" fmla="*/ 403758 h 729962"/>
                <a:gd name="connsiteX41" fmla="*/ 66751 w 1015322"/>
                <a:gd name="connsiteY41" fmla="*/ 393598 h 729962"/>
                <a:gd name="connsiteX42" fmla="*/ 66751 w 1015322"/>
                <a:gd name="connsiteY42" fmla="*/ 262433 h 729962"/>
                <a:gd name="connsiteX43" fmla="*/ 76911 w 1015322"/>
                <a:gd name="connsiteY43" fmla="*/ 252273 h 729962"/>
                <a:gd name="connsiteX44" fmla="*/ 143493 w 1015322"/>
                <a:gd name="connsiteY44" fmla="*/ 252273 h 729962"/>
                <a:gd name="connsiteX45" fmla="*/ 153653 w 1015322"/>
                <a:gd name="connsiteY45" fmla="*/ 262433 h 729962"/>
                <a:gd name="connsiteX46" fmla="*/ 133435 w 1015322"/>
                <a:gd name="connsiteY46" fmla="*/ 272593 h 729962"/>
                <a:gd name="connsiteX47" fmla="*/ 87071 w 1015322"/>
                <a:gd name="connsiteY47" fmla="*/ 272593 h 729962"/>
                <a:gd name="connsiteX48" fmla="*/ 87071 w 1015322"/>
                <a:gd name="connsiteY48" fmla="*/ 383438 h 729962"/>
                <a:gd name="connsiteX49" fmla="*/ 133333 w 1015322"/>
                <a:gd name="connsiteY49" fmla="*/ 383438 h 729962"/>
                <a:gd name="connsiteX50" fmla="*/ 187215 w 1015322"/>
                <a:gd name="connsiteY50" fmla="*/ 403758 h 729962"/>
                <a:gd name="connsiteX51" fmla="*/ 177055 w 1015322"/>
                <a:gd name="connsiteY51" fmla="*/ 393598 h 729962"/>
                <a:gd name="connsiteX52" fmla="*/ 177055 w 1015322"/>
                <a:gd name="connsiteY52" fmla="*/ 197172 h 729962"/>
                <a:gd name="connsiteX53" fmla="*/ 187215 w 1015322"/>
                <a:gd name="connsiteY53" fmla="*/ 187012 h 729962"/>
                <a:gd name="connsiteX54" fmla="*/ 253661 w 1015322"/>
                <a:gd name="connsiteY54" fmla="*/ 187012 h 729962"/>
                <a:gd name="connsiteX55" fmla="*/ 263821 w 1015322"/>
                <a:gd name="connsiteY55" fmla="*/ 197172 h 729962"/>
                <a:gd name="connsiteX56" fmla="*/ 263821 w 1015322"/>
                <a:gd name="connsiteY56" fmla="*/ 393598 h 729962"/>
                <a:gd name="connsiteX57" fmla="*/ 253661 w 1015322"/>
                <a:gd name="connsiteY57" fmla="*/ 403758 h 729962"/>
                <a:gd name="connsiteX58" fmla="*/ 197375 w 1015322"/>
                <a:gd name="connsiteY58" fmla="*/ 383438 h 729962"/>
                <a:gd name="connsiteX59" fmla="*/ 243501 w 1015322"/>
                <a:gd name="connsiteY59" fmla="*/ 383438 h 729962"/>
                <a:gd name="connsiteX60" fmla="*/ 243501 w 1015322"/>
                <a:gd name="connsiteY60" fmla="*/ 207332 h 729962"/>
                <a:gd name="connsiteX61" fmla="*/ 197273 w 1015322"/>
                <a:gd name="connsiteY61" fmla="*/ 207332 h 729962"/>
                <a:gd name="connsiteX62" fmla="*/ 297383 w 1015322"/>
                <a:gd name="connsiteY62" fmla="*/ 403758 h 729962"/>
                <a:gd name="connsiteX63" fmla="*/ 287223 w 1015322"/>
                <a:gd name="connsiteY63" fmla="*/ 393598 h 729962"/>
                <a:gd name="connsiteX64" fmla="*/ 287223 w 1015322"/>
                <a:gd name="connsiteY64" fmla="*/ 139903 h 729962"/>
                <a:gd name="connsiteX65" fmla="*/ 297383 w 1015322"/>
                <a:gd name="connsiteY65" fmla="*/ 129743 h 729962"/>
                <a:gd name="connsiteX66" fmla="*/ 363965 w 1015322"/>
                <a:gd name="connsiteY66" fmla="*/ 129743 h 729962"/>
                <a:gd name="connsiteX67" fmla="*/ 374125 w 1015322"/>
                <a:gd name="connsiteY67" fmla="*/ 139903 h 729962"/>
                <a:gd name="connsiteX68" fmla="*/ 374125 w 1015322"/>
                <a:gd name="connsiteY68" fmla="*/ 393598 h 729962"/>
                <a:gd name="connsiteX69" fmla="*/ 363965 w 1015322"/>
                <a:gd name="connsiteY69" fmla="*/ 403758 h 729962"/>
                <a:gd name="connsiteX70" fmla="*/ 307543 w 1015322"/>
                <a:gd name="connsiteY70" fmla="*/ 383438 h 729962"/>
                <a:gd name="connsiteX71" fmla="*/ 353805 w 1015322"/>
                <a:gd name="connsiteY71" fmla="*/ 383438 h 729962"/>
                <a:gd name="connsiteX72" fmla="*/ 353805 w 1015322"/>
                <a:gd name="connsiteY72" fmla="*/ 150063 h 729962"/>
                <a:gd name="connsiteX73" fmla="*/ 307442 w 1015322"/>
                <a:gd name="connsiteY73" fmla="*/ 150063 h 729962"/>
                <a:gd name="connsiteX74" fmla="*/ 407585 w 1015322"/>
                <a:gd name="connsiteY74" fmla="*/ 403758 h 729962"/>
                <a:gd name="connsiteX75" fmla="*/ 397425 w 1015322"/>
                <a:gd name="connsiteY75" fmla="*/ 393598 h 729962"/>
                <a:gd name="connsiteX76" fmla="*/ 397425 w 1015322"/>
                <a:gd name="connsiteY76" fmla="*/ 84125 h 729962"/>
                <a:gd name="connsiteX77" fmla="*/ 407585 w 1015322"/>
                <a:gd name="connsiteY77" fmla="*/ 73965 h 729962"/>
                <a:gd name="connsiteX78" fmla="*/ 474167 w 1015322"/>
                <a:gd name="connsiteY78" fmla="*/ 73965 h 729962"/>
                <a:gd name="connsiteX79" fmla="*/ 484327 w 1015322"/>
                <a:gd name="connsiteY79" fmla="*/ 84125 h 729962"/>
                <a:gd name="connsiteX80" fmla="*/ 484327 w 1015322"/>
                <a:gd name="connsiteY80" fmla="*/ 393598 h 729962"/>
                <a:gd name="connsiteX81" fmla="*/ 474167 w 1015322"/>
                <a:gd name="connsiteY81" fmla="*/ 403758 h 729962"/>
                <a:gd name="connsiteX82" fmla="*/ 417745 w 1015322"/>
                <a:gd name="connsiteY82" fmla="*/ 383438 h 729962"/>
                <a:gd name="connsiteX83" fmla="*/ 464007 w 1015322"/>
                <a:gd name="connsiteY83" fmla="*/ 383438 h 729962"/>
                <a:gd name="connsiteX84" fmla="*/ 464007 w 1015322"/>
                <a:gd name="connsiteY84" fmla="*/ 94285 h 729962"/>
                <a:gd name="connsiteX85" fmla="*/ 417644 w 1015322"/>
                <a:gd name="connsiteY85" fmla="*/ 94285 h 729962"/>
                <a:gd name="connsiteX86" fmla="*/ 76911 w 1015322"/>
                <a:gd name="connsiteY86" fmla="*/ 493099 h 729962"/>
                <a:gd name="connsiteX87" fmla="*/ 928929 w 1015322"/>
                <a:gd name="connsiteY87" fmla="*/ 493099 h 729962"/>
                <a:gd name="connsiteX88" fmla="*/ 928929 w 1015322"/>
                <a:gd name="connsiteY88" fmla="*/ 472779 h 729962"/>
                <a:gd name="connsiteX89" fmla="*/ 76911 w 1015322"/>
                <a:gd name="connsiteY89" fmla="*/ 472779 h 729962"/>
                <a:gd name="connsiteX90" fmla="*/ 76911 w 1015322"/>
                <a:gd name="connsiteY90" fmla="*/ 570687 h 729962"/>
                <a:gd name="connsiteX91" fmla="*/ 928929 w 1015322"/>
                <a:gd name="connsiteY91" fmla="*/ 570687 h 729962"/>
                <a:gd name="connsiteX92" fmla="*/ 928929 w 1015322"/>
                <a:gd name="connsiteY92" fmla="*/ 550367 h 729962"/>
                <a:gd name="connsiteX93" fmla="*/ 76911 w 1015322"/>
                <a:gd name="connsiteY93" fmla="*/ 550367 h 729962"/>
                <a:gd name="connsiteX94" fmla="*/ 928929 w 1015322"/>
                <a:gd name="connsiteY94" fmla="*/ 627990 h 729962"/>
                <a:gd name="connsiteX95" fmla="*/ 76911 w 1015322"/>
                <a:gd name="connsiteY95" fmla="*/ 627990 h 729962"/>
                <a:gd name="connsiteX96" fmla="*/ 76911 w 1015322"/>
                <a:gd name="connsiteY96" fmla="*/ 648310 h 729962"/>
                <a:gd name="connsiteX97" fmla="*/ 928929 w 1015322"/>
                <a:gd name="connsiteY97" fmla="*/ 648310 h 729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015322" h="729962">
                  <a:moveTo>
                    <a:pt x="1015323" y="10160"/>
                  </a:moveTo>
                  <a:lnTo>
                    <a:pt x="1015323" y="719802"/>
                  </a:lnTo>
                  <a:cubicBezTo>
                    <a:pt x="1015323" y="725414"/>
                    <a:pt x="1010774" y="729962"/>
                    <a:pt x="1005163" y="729962"/>
                  </a:cubicBezTo>
                  <a:lnTo>
                    <a:pt x="330573" y="729962"/>
                  </a:lnTo>
                  <a:lnTo>
                    <a:pt x="330573" y="709642"/>
                  </a:lnTo>
                  <a:lnTo>
                    <a:pt x="995003" y="709642"/>
                  </a:lnTo>
                  <a:lnTo>
                    <a:pt x="995003" y="20320"/>
                  </a:lnTo>
                  <a:lnTo>
                    <a:pt x="20320" y="20320"/>
                  </a:lnTo>
                  <a:lnTo>
                    <a:pt x="20320" y="709642"/>
                  </a:lnTo>
                  <a:lnTo>
                    <a:pt x="200355" y="709642"/>
                  </a:lnTo>
                  <a:lnTo>
                    <a:pt x="200355" y="729962"/>
                  </a:lnTo>
                  <a:lnTo>
                    <a:pt x="10160" y="729962"/>
                  </a:lnTo>
                  <a:cubicBezTo>
                    <a:pt x="4549" y="729962"/>
                    <a:pt x="0" y="725414"/>
                    <a:pt x="0" y="719802"/>
                  </a:cubicBezTo>
                  <a:lnTo>
                    <a:pt x="0" y="10160"/>
                  </a:lnTo>
                  <a:cubicBezTo>
                    <a:pt x="0" y="4549"/>
                    <a:pt x="4549" y="0"/>
                    <a:pt x="10160" y="0"/>
                  </a:cubicBezTo>
                  <a:lnTo>
                    <a:pt x="1005163" y="0"/>
                  </a:lnTo>
                  <a:cubicBezTo>
                    <a:pt x="1010774" y="0"/>
                    <a:pt x="1015323" y="4549"/>
                    <a:pt x="1015323" y="10160"/>
                  </a:cubicBezTo>
                  <a:close/>
                  <a:moveTo>
                    <a:pt x="768435" y="415510"/>
                  </a:moveTo>
                  <a:cubicBezTo>
                    <a:pt x="674109" y="415530"/>
                    <a:pt x="597632" y="339080"/>
                    <a:pt x="597611" y="244754"/>
                  </a:cubicBezTo>
                  <a:cubicBezTo>
                    <a:pt x="597591" y="150430"/>
                    <a:pt x="674042" y="73950"/>
                    <a:pt x="768367" y="73931"/>
                  </a:cubicBezTo>
                  <a:cubicBezTo>
                    <a:pt x="862692" y="73912"/>
                    <a:pt x="939170" y="150362"/>
                    <a:pt x="939190" y="244687"/>
                  </a:cubicBezTo>
                  <a:cubicBezTo>
                    <a:pt x="939190" y="244710"/>
                    <a:pt x="939190" y="244731"/>
                    <a:pt x="939190" y="244754"/>
                  </a:cubicBezTo>
                  <a:cubicBezTo>
                    <a:pt x="939079" y="339012"/>
                    <a:pt x="862692" y="415398"/>
                    <a:pt x="768435" y="415510"/>
                  </a:cubicBezTo>
                  <a:close/>
                  <a:moveTo>
                    <a:pt x="690541" y="115959"/>
                  </a:moveTo>
                  <a:lnTo>
                    <a:pt x="758275" y="212581"/>
                  </a:lnTo>
                  <a:lnTo>
                    <a:pt x="758275" y="94657"/>
                  </a:lnTo>
                  <a:cubicBezTo>
                    <a:pt x="734314" y="96224"/>
                    <a:pt x="711085" y="103530"/>
                    <a:pt x="690541" y="115959"/>
                  </a:cubicBezTo>
                  <a:close/>
                  <a:moveTo>
                    <a:pt x="768435" y="395190"/>
                  </a:moveTo>
                  <a:cubicBezTo>
                    <a:pt x="851516" y="395231"/>
                    <a:pt x="918901" y="327911"/>
                    <a:pt x="918942" y="244826"/>
                  </a:cubicBezTo>
                  <a:cubicBezTo>
                    <a:pt x="918979" y="165631"/>
                    <a:pt x="857612" y="99968"/>
                    <a:pt x="778595" y="94657"/>
                  </a:cubicBezTo>
                  <a:lnTo>
                    <a:pt x="778595" y="244754"/>
                  </a:lnTo>
                  <a:cubicBezTo>
                    <a:pt x="778591" y="249188"/>
                    <a:pt x="775713" y="253109"/>
                    <a:pt x="771483" y="254440"/>
                  </a:cubicBezTo>
                  <a:cubicBezTo>
                    <a:pt x="770494" y="254745"/>
                    <a:pt x="769468" y="254904"/>
                    <a:pt x="768435" y="254914"/>
                  </a:cubicBezTo>
                  <a:cubicBezTo>
                    <a:pt x="765116" y="254918"/>
                    <a:pt x="762007" y="253299"/>
                    <a:pt x="760103" y="250579"/>
                  </a:cubicBezTo>
                  <a:lnTo>
                    <a:pt x="674082" y="127677"/>
                  </a:lnTo>
                  <a:cubicBezTo>
                    <a:pt x="609366" y="179720"/>
                    <a:pt x="599091" y="274371"/>
                    <a:pt x="651134" y="339087"/>
                  </a:cubicBezTo>
                  <a:cubicBezTo>
                    <a:pt x="679704" y="374613"/>
                    <a:pt x="722847" y="395261"/>
                    <a:pt x="768435" y="395224"/>
                  </a:cubicBezTo>
                  <a:close/>
                  <a:moveTo>
                    <a:pt x="153755" y="262433"/>
                  </a:moveTo>
                  <a:lnTo>
                    <a:pt x="153755" y="393598"/>
                  </a:lnTo>
                  <a:cubicBezTo>
                    <a:pt x="153755" y="399210"/>
                    <a:pt x="149206" y="403758"/>
                    <a:pt x="143595" y="403758"/>
                  </a:cubicBezTo>
                  <a:lnTo>
                    <a:pt x="76911" y="403758"/>
                  </a:lnTo>
                  <a:cubicBezTo>
                    <a:pt x="71300" y="403758"/>
                    <a:pt x="66751" y="399210"/>
                    <a:pt x="66751" y="393598"/>
                  </a:cubicBezTo>
                  <a:lnTo>
                    <a:pt x="66751" y="262433"/>
                  </a:lnTo>
                  <a:cubicBezTo>
                    <a:pt x="66751" y="256821"/>
                    <a:pt x="71300" y="252273"/>
                    <a:pt x="76911" y="252273"/>
                  </a:cubicBezTo>
                  <a:lnTo>
                    <a:pt x="143493" y="252273"/>
                  </a:lnTo>
                  <a:cubicBezTo>
                    <a:pt x="149104" y="252273"/>
                    <a:pt x="153653" y="256821"/>
                    <a:pt x="153653" y="262433"/>
                  </a:cubicBezTo>
                  <a:close/>
                  <a:moveTo>
                    <a:pt x="133435" y="272593"/>
                  </a:moveTo>
                  <a:lnTo>
                    <a:pt x="87071" y="272593"/>
                  </a:lnTo>
                  <a:lnTo>
                    <a:pt x="87071" y="383438"/>
                  </a:lnTo>
                  <a:lnTo>
                    <a:pt x="133333" y="383438"/>
                  </a:lnTo>
                  <a:close/>
                  <a:moveTo>
                    <a:pt x="187215" y="403758"/>
                  </a:moveTo>
                  <a:cubicBezTo>
                    <a:pt x="181604" y="403758"/>
                    <a:pt x="177055" y="399210"/>
                    <a:pt x="177055" y="393598"/>
                  </a:cubicBezTo>
                  <a:lnTo>
                    <a:pt x="177055" y="197172"/>
                  </a:lnTo>
                  <a:cubicBezTo>
                    <a:pt x="177055" y="191560"/>
                    <a:pt x="181604" y="187012"/>
                    <a:pt x="187215" y="187012"/>
                  </a:cubicBezTo>
                  <a:lnTo>
                    <a:pt x="253661" y="187012"/>
                  </a:lnTo>
                  <a:cubicBezTo>
                    <a:pt x="259273" y="187012"/>
                    <a:pt x="263821" y="191560"/>
                    <a:pt x="263821" y="197172"/>
                  </a:cubicBezTo>
                  <a:lnTo>
                    <a:pt x="263821" y="393598"/>
                  </a:lnTo>
                  <a:cubicBezTo>
                    <a:pt x="263821" y="399210"/>
                    <a:pt x="259273" y="403758"/>
                    <a:pt x="253661" y="403758"/>
                  </a:cubicBezTo>
                  <a:close/>
                  <a:moveTo>
                    <a:pt x="197375" y="383438"/>
                  </a:moveTo>
                  <a:lnTo>
                    <a:pt x="243501" y="383438"/>
                  </a:lnTo>
                  <a:lnTo>
                    <a:pt x="243501" y="207332"/>
                  </a:lnTo>
                  <a:lnTo>
                    <a:pt x="197273" y="207332"/>
                  </a:lnTo>
                  <a:close/>
                  <a:moveTo>
                    <a:pt x="297383" y="403758"/>
                  </a:moveTo>
                  <a:cubicBezTo>
                    <a:pt x="291772" y="403758"/>
                    <a:pt x="287223" y="399210"/>
                    <a:pt x="287223" y="393598"/>
                  </a:cubicBezTo>
                  <a:lnTo>
                    <a:pt x="287223" y="139903"/>
                  </a:lnTo>
                  <a:cubicBezTo>
                    <a:pt x="287223" y="134292"/>
                    <a:pt x="291772" y="129743"/>
                    <a:pt x="297383" y="129743"/>
                  </a:cubicBezTo>
                  <a:lnTo>
                    <a:pt x="363965" y="129743"/>
                  </a:lnTo>
                  <a:cubicBezTo>
                    <a:pt x="369577" y="129743"/>
                    <a:pt x="374125" y="134292"/>
                    <a:pt x="374125" y="139903"/>
                  </a:cubicBezTo>
                  <a:lnTo>
                    <a:pt x="374125" y="393598"/>
                  </a:lnTo>
                  <a:cubicBezTo>
                    <a:pt x="374125" y="399210"/>
                    <a:pt x="369577" y="403758"/>
                    <a:pt x="363965" y="403758"/>
                  </a:cubicBezTo>
                  <a:close/>
                  <a:moveTo>
                    <a:pt x="307543" y="383438"/>
                  </a:moveTo>
                  <a:lnTo>
                    <a:pt x="353805" y="383438"/>
                  </a:lnTo>
                  <a:lnTo>
                    <a:pt x="353805" y="150063"/>
                  </a:lnTo>
                  <a:lnTo>
                    <a:pt x="307442" y="150063"/>
                  </a:lnTo>
                  <a:close/>
                  <a:moveTo>
                    <a:pt x="407585" y="403758"/>
                  </a:moveTo>
                  <a:cubicBezTo>
                    <a:pt x="401974" y="403758"/>
                    <a:pt x="397425" y="399210"/>
                    <a:pt x="397425" y="393598"/>
                  </a:cubicBezTo>
                  <a:lnTo>
                    <a:pt x="397425" y="84125"/>
                  </a:lnTo>
                  <a:cubicBezTo>
                    <a:pt x="397425" y="78513"/>
                    <a:pt x="401974" y="73965"/>
                    <a:pt x="407585" y="73965"/>
                  </a:cubicBezTo>
                  <a:lnTo>
                    <a:pt x="474167" y="73965"/>
                  </a:lnTo>
                  <a:cubicBezTo>
                    <a:pt x="479779" y="73965"/>
                    <a:pt x="484327" y="78513"/>
                    <a:pt x="484327" y="84125"/>
                  </a:cubicBezTo>
                  <a:lnTo>
                    <a:pt x="484327" y="393598"/>
                  </a:lnTo>
                  <a:cubicBezTo>
                    <a:pt x="484327" y="399210"/>
                    <a:pt x="479779" y="403758"/>
                    <a:pt x="474167" y="403758"/>
                  </a:cubicBezTo>
                  <a:close/>
                  <a:moveTo>
                    <a:pt x="417745" y="383438"/>
                  </a:moveTo>
                  <a:lnTo>
                    <a:pt x="464007" y="383438"/>
                  </a:lnTo>
                  <a:lnTo>
                    <a:pt x="464007" y="94285"/>
                  </a:lnTo>
                  <a:lnTo>
                    <a:pt x="417644" y="94285"/>
                  </a:lnTo>
                  <a:close/>
                  <a:moveTo>
                    <a:pt x="76911" y="493099"/>
                  </a:moveTo>
                  <a:lnTo>
                    <a:pt x="928929" y="493099"/>
                  </a:lnTo>
                  <a:lnTo>
                    <a:pt x="928929" y="472779"/>
                  </a:lnTo>
                  <a:lnTo>
                    <a:pt x="76911" y="472779"/>
                  </a:lnTo>
                  <a:close/>
                  <a:moveTo>
                    <a:pt x="76911" y="570687"/>
                  </a:moveTo>
                  <a:lnTo>
                    <a:pt x="928929" y="570687"/>
                  </a:lnTo>
                  <a:lnTo>
                    <a:pt x="928929" y="550367"/>
                  </a:lnTo>
                  <a:lnTo>
                    <a:pt x="76911" y="550367"/>
                  </a:lnTo>
                  <a:close/>
                  <a:moveTo>
                    <a:pt x="928929" y="627990"/>
                  </a:moveTo>
                  <a:lnTo>
                    <a:pt x="76911" y="627990"/>
                  </a:lnTo>
                  <a:lnTo>
                    <a:pt x="76911" y="648310"/>
                  </a:lnTo>
                  <a:lnTo>
                    <a:pt x="928929" y="648310"/>
                  </a:lnTo>
                  <a:close/>
                </a:path>
              </a:pathLst>
            </a:custGeom>
            <a:solidFill>
              <a:schemeClr val="accent2"/>
            </a:solidFill>
            <a:ln w="3365" cap="flat">
              <a:noFill/>
              <a:prstDash val="solid"/>
              <a:miter/>
            </a:ln>
          </p:spPr>
          <p:txBody>
            <a:bodyPr rtlCol="0" anchor="ctr"/>
            <a:lstStyle/>
            <a:p>
              <a:endParaRPr lang="en-US"/>
            </a:p>
          </p:txBody>
        </p:sp>
      </p:grpSp>
      <p:grpSp>
        <p:nvGrpSpPr>
          <p:cNvPr id="26" name="ee4p_icon_group">
            <a:extLst>
              <a:ext uri="{FF2B5EF4-FFF2-40B4-BE49-F238E27FC236}">
                <a16:creationId xmlns:a16="http://schemas.microsoft.com/office/drawing/2014/main" id="{383B23F8-9F6E-EE7A-E89E-345BD902A51D}"/>
              </a:ext>
            </a:extLst>
          </p:cNvPr>
          <p:cNvGrpSpPr/>
          <p:nvPr/>
        </p:nvGrpSpPr>
        <p:grpSpPr>
          <a:xfrm>
            <a:off x="8869431" y="2043125"/>
            <a:ext cx="1050781" cy="1050781"/>
            <a:chOff x="4031982" y="2888879"/>
            <a:chExt cx="1080000" cy="1080000"/>
          </a:xfrm>
        </p:grpSpPr>
        <p:sp>
          <p:nvSpPr>
            <p:cNvPr id="27" name="ee4p_icon_frame" hidden="1">
              <a:extLst>
                <a:ext uri="{FF2B5EF4-FFF2-40B4-BE49-F238E27FC236}">
                  <a16:creationId xmlns:a16="http://schemas.microsoft.com/office/drawing/2014/main" id="{45F6250F-E05B-BF9C-C578-CF9A861E95F1}"/>
                </a:ext>
              </a:extLst>
            </p:cNvPr>
            <p:cNvSpPr/>
            <p:nvPr/>
          </p:nvSpPr>
          <p:spPr>
            <a:xfrm>
              <a:off x="4031982" y="2888879"/>
              <a:ext cx="1080000" cy="1080000"/>
            </a:xfrm>
            <a:prstGeom prst="rect">
              <a:avLst/>
            </a:prstGeom>
            <a:solidFill>
              <a:schemeClr val="accent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ee4p_icon">
              <a:extLst>
                <a:ext uri="{FF2B5EF4-FFF2-40B4-BE49-F238E27FC236}">
                  <a16:creationId xmlns:a16="http://schemas.microsoft.com/office/drawing/2014/main" id="{A13AE487-74F6-BCFC-4B5E-DF6995C51983}"/>
                </a:ext>
              </a:extLst>
            </p:cNvPr>
            <p:cNvSpPr>
              <a:spLocks noChangeAspect="1"/>
            </p:cNvSpPr>
            <p:nvPr/>
          </p:nvSpPr>
          <p:spPr>
            <a:xfrm>
              <a:off x="4064812" y="2924280"/>
              <a:ext cx="1014340" cy="1009197"/>
            </a:xfrm>
            <a:custGeom>
              <a:avLst/>
              <a:gdLst>
                <a:gd name="connsiteX0" fmla="*/ 254135 w 1014340"/>
                <a:gd name="connsiteY0" fmla="*/ 506446 h 1009197"/>
                <a:gd name="connsiteX1" fmla="*/ 502900 w 1014340"/>
                <a:gd name="connsiteY1" fmla="*/ 257913 h 1009197"/>
                <a:gd name="connsiteX2" fmla="*/ 745202 w 1014340"/>
                <a:gd name="connsiteY2" fmla="*/ 451244 h 1009197"/>
                <a:gd name="connsiteX3" fmla="*/ 725390 w 1014340"/>
                <a:gd name="connsiteY3" fmla="*/ 455748 h 1009197"/>
                <a:gd name="connsiteX4" fmla="*/ 452103 w 1014340"/>
                <a:gd name="connsiteY4" fmla="*/ 283840 h 1009197"/>
                <a:gd name="connsiteX5" fmla="*/ 280197 w 1014340"/>
                <a:gd name="connsiteY5" fmla="*/ 557125 h 1009197"/>
                <a:gd name="connsiteX6" fmla="*/ 553483 w 1014340"/>
                <a:gd name="connsiteY6" fmla="*/ 729035 h 1009197"/>
                <a:gd name="connsiteX7" fmla="*/ 726406 w 1014340"/>
                <a:gd name="connsiteY7" fmla="*/ 552437 h 1009197"/>
                <a:gd name="connsiteX8" fmla="*/ 746320 w 1014340"/>
                <a:gd name="connsiteY8" fmla="*/ 556535 h 1009197"/>
                <a:gd name="connsiteX9" fmla="*/ 452614 w 1014340"/>
                <a:gd name="connsiteY9" fmla="*/ 749900 h 1009197"/>
                <a:gd name="connsiteX10" fmla="*/ 254135 w 1014340"/>
                <a:gd name="connsiteY10" fmla="*/ 506446 h 1009197"/>
                <a:gd name="connsiteX11" fmla="*/ 675437 w 1014340"/>
                <a:gd name="connsiteY11" fmla="*/ 506446 h 1009197"/>
                <a:gd name="connsiteX12" fmla="*/ 502717 w 1014340"/>
                <a:gd name="connsiteY12" fmla="*/ 679166 h 1009197"/>
                <a:gd name="connsiteX13" fmla="*/ 329997 w 1014340"/>
                <a:gd name="connsiteY13" fmla="*/ 506446 h 1009197"/>
                <a:gd name="connsiteX14" fmla="*/ 502717 w 1014340"/>
                <a:gd name="connsiteY14" fmla="*/ 333726 h 1009197"/>
                <a:gd name="connsiteX15" fmla="*/ 675437 w 1014340"/>
                <a:gd name="connsiteY15" fmla="*/ 506446 h 1009197"/>
                <a:gd name="connsiteX16" fmla="*/ 655117 w 1014340"/>
                <a:gd name="connsiteY16" fmla="*/ 506446 h 1009197"/>
                <a:gd name="connsiteX17" fmla="*/ 502717 w 1014340"/>
                <a:gd name="connsiteY17" fmla="*/ 354046 h 1009197"/>
                <a:gd name="connsiteX18" fmla="*/ 350317 w 1014340"/>
                <a:gd name="connsiteY18" fmla="*/ 506446 h 1009197"/>
                <a:gd name="connsiteX19" fmla="*/ 502717 w 1014340"/>
                <a:gd name="connsiteY19" fmla="*/ 658846 h 1009197"/>
                <a:gd name="connsiteX20" fmla="*/ 655117 w 1014340"/>
                <a:gd name="connsiteY20" fmla="*/ 506446 h 1009197"/>
                <a:gd name="connsiteX21" fmla="*/ 34 w 1014340"/>
                <a:gd name="connsiteY21" fmla="*/ 99335 h 1009197"/>
                <a:gd name="connsiteX22" fmla="*/ 95316 w 1014340"/>
                <a:gd name="connsiteY22" fmla="*/ 3408 h 1009197"/>
                <a:gd name="connsiteX23" fmla="*/ 190737 w 1014340"/>
                <a:gd name="connsiteY23" fmla="*/ 89175 h 1009197"/>
                <a:gd name="connsiteX24" fmla="*/ 701582 w 1014340"/>
                <a:gd name="connsiteY24" fmla="*/ 89175 h 1009197"/>
                <a:gd name="connsiteX25" fmla="*/ 633239 w 1014340"/>
                <a:gd name="connsiteY25" fmla="*/ 20798 h 1009197"/>
                <a:gd name="connsiteX26" fmla="*/ 647598 w 1014340"/>
                <a:gd name="connsiteY26" fmla="*/ 6439 h 1009197"/>
                <a:gd name="connsiteX27" fmla="*/ 733315 w 1014340"/>
                <a:gd name="connsiteY27" fmla="*/ 92122 h 1009197"/>
                <a:gd name="connsiteX28" fmla="*/ 733339 w 1014340"/>
                <a:gd name="connsiteY28" fmla="*/ 106490 h 1009197"/>
                <a:gd name="connsiteX29" fmla="*/ 733315 w 1014340"/>
                <a:gd name="connsiteY29" fmla="*/ 106515 h 1009197"/>
                <a:gd name="connsiteX30" fmla="*/ 647598 w 1014340"/>
                <a:gd name="connsiteY30" fmla="*/ 192198 h 1009197"/>
                <a:gd name="connsiteX31" fmla="*/ 633239 w 1014340"/>
                <a:gd name="connsiteY31" fmla="*/ 177838 h 1009197"/>
                <a:gd name="connsiteX32" fmla="*/ 701582 w 1014340"/>
                <a:gd name="connsiteY32" fmla="*/ 109495 h 1009197"/>
                <a:gd name="connsiteX33" fmla="*/ 190737 w 1014340"/>
                <a:gd name="connsiteY33" fmla="*/ 109495 h 1009197"/>
                <a:gd name="connsiteX34" fmla="*/ 85199 w 1014340"/>
                <a:gd name="connsiteY34" fmla="*/ 194086 h 1009197"/>
                <a:gd name="connsiteX35" fmla="*/ 34 w 1014340"/>
                <a:gd name="connsiteY35" fmla="*/ 99335 h 1009197"/>
                <a:gd name="connsiteX36" fmla="*/ 20354 w 1014340"/>
                <a:gd name="connsiteY36" fmla="*/ 99335 h 1009197"/>
                <a:gd name="connsiteX37" fmla="*/ 95673 w 1014340"/>
                <a:gd name="connsiteY37" fmla="*/ 174655 h 1009197"/>
                <a:gd name="connsiteX38" fmla="*/ 170993 w 1014340"/>
                <a:gd name="connsiteY38" fmla="*/ 99335 h 1009197"/>
                <a:gd name="connsiteX39" fmla="*/ 95673 w 1014340"/>
                <a:gd name="connsiteY39" fmla="*/ 24016 h 1009197"/>
                <a:gd name="connsiteX40" fmla="*/ 95639 w 1014340"/>
                <a:gd name="connsiteY40" fmla="*/ 24016 h 1009197"/>
                <a:gd name="connsiteX41" fmla="*/ 20354 w 1014340"/>
                <a:gd name="connsiteY41" fmla="*/ 99335 h 1009197"/>
                <a:gd name="connsiteX42" fmla="*/ 1005501 w 1014340"/>
                <a:gd name="connsiteY42" fmla="*/ 913558 h 1009197"/>
                <a:gd name="connsiteX43" fmla="*/ 909550 w 1014340"/>
                <a:gd name="connsiteY43" fmla="*/ 1008882 h 1009197"/>
                <a:gd name="connsiteX44" fmla="*/ 814798 w 1014340"/>
                <a:gd name="connsiteY44" fmla="*/ 923718 h 1009197"/>
                <a:gd name="connsiteX45" fmla="*/ 312555 w 1014340"/>
                <a:gd name="connsiteY45" fmla="*/ 923718 h 1009197"/>
                <a:gd name="connsiteX46" fmla="*/ 380898 w 1014340"/>
                <a:gd name="connsiteY46" fmla="*/ 992061 h 1009197"/>
                <a:gd name="connsiteX47" fmla="*/ 366539 w 1014340"/>
                <a:gd name="connsiteY47" fmla="*/ 1006420 h 1009197"/>
                <a:gd name="connsiteX48" fmla="*/ 280822 w 1014340"/>
                <a:gd name="connsiteY48" fmla="*/ 920737 h 1009197"/>
                <a:gd name="connsiteX49" fmla="*/ 280797 w 1014340"/>
                <a:gd name="connsiteY49" fmla="*/ 906368 h 1009197"/>
                <a:gd name="connsiteX50" fmla="*/ 280822 w 1014340"/>
                <a:gd name="connsiteY50" fmla="*/ 906344 h 1009197"/>
                <a:gd name="connsiteX51" fmla="*/ 366539 w 1014340"/>
                <a:gd name="connsiteY51" fmla="*/ 820661 h 1009197"/>
                <a:gd name="connsiteX52" fmla="*/ 380898 w 1014340"/>
                <a:gd name="connsiteY52" fmla="*/ 835021 h 1009197"/>
                <a:gd name="connsiteX53" fmla="*/ 312555 w 1014340"/>
                <a:gd name="connsiteY53" fmla="*/ 903398 h 1009197"/>
                <a:gd name="connsiteX54" fmla="*/ 814798 w 1014340"/>
                <a:gd name="connsiteY54" fmla="*/ 903398 h 1009197"/>
                <a:gd name="connsiteX55" fmla="*/ 919734 w 1014340"/>
                <a:gd name="connsiteY55" fmla="*/ 818138 h 1009197"/>
                <a:gd name="connsiteX56" fmla="*/ 1005501 w 1014340"/>
                <a:gd name="connsiteY56" fmla="*/ 913558 h 1009197"/>
                <a:gd name="connsiteX57" fmla="*/ 985181 w 1014340"/>
                <a:gd name="connsiteY57" fmla="*/ 913558 h 1009197"/>
                <a:gd name="connsiteX58" fmla="*/ 909726 w 1014340"/>
                <a:gd name="connsiteY58" fmla="*/ 838374 h 1009197"/>
                <a:gd name="connsiteX59" fmla="*/ 834542 w 1014340"/>
                <a:gd name="connsiteY59" fmla="*/ 913829 h 1009197"/>
                <a:gd name="connsiteX60" fmla="*/ 909862 w 1014340"/>
                <a:gd name="connsiteY60" fmla="*/ 989013 h 1009197"/>
                <a:gd name="connsiteX61" fmla="*/ 985181 w 1014340"/>
                <a:gd name="connsiteY61" fmla="*/ 913558 h 1009197"/>
                <a:gd name="connsiteX62" fmla="*/ 191279 w 1014340"/>
                <a:gd name="connsiteY62" fmla="*/ 913558 h 1009197"/>
                <a:gd name="connsiteX63" fmla="*/ 95640 w 1014340"/>
                <a:gd name="connsiteY63" fmla="*/ 1009197 h 1009197"/>
                <a:gd name="connsiteX64" fmla="*/ 0 w 1014340"/>
                <a:gd name="connsiteY64" fmla="*/ 913558 h 1009197"/>
                <a:gd name="connsiteX65" fmla="*/ 85479 w 1014340"/>
                <a:gd name="connsiteY65" fmla="*/ 818460 h 1009197"/>
                <a:gd name="connsiteX66" fmla="*/ 85479 w 1014340"/>
                <a:gd name="connsiteY66" fmla="*/ 307615 h 1009197"/>
                <a:gd name="connsiteX67" fmla="*/ 17137 w 1014340"/>
                <a:gd name="connsiteY67" fmla="*/ 376026 h 1009197"/>
                <a:gd name="connsiteX68" fmla="*/ 2777 w 1014340"/>
                <a:gd name="connsiteY68" fmla="*/ 361666 h 1009197"/>
                <a:gd name="connsiteX69" fmla="*/ 88460 w 1014340"/>
                <a:gd name="connsiteY69" fmla="*/ 275950 h 1009197"/>
                <a:gd name="connsiteX70" fmla="*/ 102819 w 1014340"/>
                <a:gd name="connsiteY70" fmla="*/ 275950 h 1009197"/>
                <a:gd name="connsiteX71" fmla="*/ 188536 w 1014340"/>
                <a:gd name="connsiteY71" fmla="*/ 361666 h 1009197"/>
                <a:gd name="connsiteX72" fmla="*/ 174176 w 1014340"/>
                <a:gd name="connsiteY72" fmla="*/ 376026 h 1009197"/>
                <a:gd name="connsiteX73" fmla="*/ 105799 w 1014340"/>
                <a:gd name="connsiteY73" fmla="*/ 307615 h 1009197"/>
                <a:gd name="connsiteX74" fmla="*/ 105799 w 1014340"/>
                <a:gd name="connsiteY74" fmla="*/ 818460 h 1009197"/>
                <a:gd name="connsiteX75" fmla="*/ 191279 w 1014340"/>
                <a:gd name="connsiteY75" fmla="*/ 913558 h 1009197"/>
                <a:gd name="connsiteX76" fmla="*/ 170959 w 1014340"/>
                <a:gd name="connsiteY76" fmla="*/ 913558 h 1009197"/>
                <a:gd name="connsiteX77" fmla="*/ 95504 w 1014340"/>
                <a:gd name="connsiteY77" fmla="*/ 838374 h 1009197"/>
                <a:gd name="connsiteX78" fmla="*/ 20320 w 1014340"/>
                <a:gd name="connsiteY78" fmla="*/ 913829 h 1009197"/>
                <a:gd name="connsiteX79" fmla="*/ 95639 w 1014340"/>
                <a:gd name="connsiteY79" fmla="*/ 989013 h 1009197"/>
                <a:gd name="connsiteX80" fmla="*/ 170959 w 1014340"/>
                <a:gd name="connsiteY80" fmla="*/ 913558 h 1009197"/>
                <a:gd name="connsiteX81" fmla="*/ 928895 w 1014340"/>
                <a:gd name="connsiteY81" fmla="*/ 705515 h 1009197"/>
                <a:gd name="connsiteX82" fmla="*/ 928895 w 1014340"/>
                <a:gd name="connsiteY82" fmla="*/ 181123 h 1009197"/>
                <a:gd name="connsiteX83" fmla="*/ 918735 w 1014340"/>
                <a:gd name="connsiteY83" fmla="*/ 170963 h 1009197"/>
                <a:gd name="connsiteX84" fmla="*/ 843382 w 1014340"/>
                <a:gd name="connsiteY84" fmla="*/ 95678 h 1009197"/>
                <a:gd name="connsiteX85" fmla="*/ 918667 w 1014340"/>
                <a:gd name="connsiteY85" fmla="*/ 20324 h 1009197"/>
                <a:gd name="connsiteX86" fmla="*/ 994021 w 1014340"/>
                <a:gd name="connsiteY86" fmla="*/ 95610 h 1009197"/>
                <a:gd name="connsiteX87" fmla="*/ 994021 w 1014340"/>
                <a:gd name="connsiteY87" fmla="*/ 95644 h 1009197"/>
                <a:gd name="connsiteX88" fmla="*/ 1014341 w 1014340"/>
                <a:gd name="connsiteY88" fmla="*/ 95644 h 1009197"/>
                <a:gd name="connsiteX89" fmla="*/ 918704 w 1014340"/>
                <a:gd name="connsiteY89" fmla="*/ 0 h 1009197"/>
                <a:gd name="connsiteX90" fmla="*/ 823062 w 1014340"/>
                <a:gd name="connsiteY90" fmla="*/ 95635 h 1009197"/>
                <a:gd name="connsiteX91" fmla="*/ 908575 w 1014340"/>
                <a:gd name="connsiteY91" fmla="*/ 190741 h 1009197"/>
                <a:gd name="connsiteX92" fmla="*/ 908575 w 1014340"/>
                <a:gd name="connsiteY92" fmla="*/ 705515 h 1009197"/>
                <a:gd name="connsiteX93" fmla="*/ 840198 w 1014340"/>
                <a:gd name="connsiteY93" fmla="*/ 637138 h 1009197"/>
                <a:gd name="connsiteX94" fmla="*/ 825839 w 1014340"/>
                <a:gd name="connsiteY94" fmla="*/ 651531 h 1009197"/>
                <a:gd name="connsiteX95" fmla="*/ 911555 w 1014340"/>
                <a:gd name="connsiteY95" fmla="*/ 737214 h 1009197"/>
                <a:gd name="connsiteX96" fmla="*/ 918735 w 1014340"/>
                <a:gd name="connsiteY96" fmla="*/ 740194 h 1009197"/>
                <a:gd name="connsiteX97" fmla="*/ 925915 w 1014340"/>
                <a:gd name="connsiteY97" fmla="*/ 737214 h 1009197"/>
                <a:gd name="connsiteX98" fmla="*/ 1011597 w 1014340"/>
                <a:gd name="connsiteY98" fmla="*/ 651531 h 1009197"/>
                <a:gd name="connsiteX99" fmla="*/ 997238 w 1014340"/>
                <a:gd name="connsiteY99" fmla="*/ 637138 h 1009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014340" h="1009197">
                  <a:moveTo>
                    <a:pt x="254135" y="506446"/>
                  </a:moveTo>
                  <a:cubicBezTo>
                    <a:pt x="254199" y="369120"/>
                    <a:pt x="365574" y="257849"/>
                    <a:pt x="502900" y="257913"/>
                  </a:cubicBezTo>
                  <a:cubicBezTo>
                    <a:pt x="618869" y="257966"/>
                    <a:pt x="719403" y="338180"/>
                    <a:pt x="745202" y="451244"/>
                  </a:cubicBezTo>
                  <a:lnTo>
                    <a:pt x="725390" y="455748"/>
                  </a:lnTo>
                  <a:cubicBezTo>
                    <a:pt x="697396" y="332811"/>
                    <a:pt x="575042" y="255846"/>
                    <a:pt x="452103" y="283840"/>
                  </a:cubicBezTo>
                  <a:cubicBezTo>
                    <a:pt x="329167" y="311835"/>
                    <a:pt x="252202" y="434189"/>
                    <a:pt x="280197" y="557125"/>
                  </a:cubicBezTo>
                  <a:cubicBezTo>
                    <a:pt x="308191" y="680064"/>
                    <a:pt x="430547" y="757029"/>
                    <a:pt x="553483" y="729035"/>
                  </a:cubicBezTo>
                  <a:cubicBezTo>
                    <a:pt x="640761" y="709159"/>
                    <a:pt x="708369" y="640115"/>
                    <a:pt x="726406" y="552437"/>
                  </a:cubicBezTo>
                  <a:lnTo>
                    <a:pt x="746320" y="556535"/>
                  </a:lnTo>
                  <a:cubicBezTo>
                    <a:pt x="718613" y="691037"/>
                    <a:pt x="587116" y="777610"/>
                    <a:pt x="452614" y="749900"/>
                  </a:cubicBezTo>
                  <a:cubicBezTo>
                    <a:pt x="337084" y="726102"/>
                    <a:pt x="254174" y="624404"/>
                    <a:pt x="254135" y="506446"/>
                  </a:cubicBezTo>
                  <a:close/>
                  <a:moveTo>
                    <a:pt x="675437" y="506446"/>
                  </a:moveTo>
                  <a:cubicBezTo>
                    <a:pt x="675437" y="601839"/>
                    <a:pt x="598109" y="679166"/>
                    <a:pt x="502717" y="679166"/>
                  </a:cubicBezTo>
                  <a:cubicBezTo>
                    <a:pt x="407325" y="679166"/>
                    <a:pt x="329997" y="601839"/>
                    <a:pt x="329997" y="506446"/>
                  </a:cubicBezTo>
                  <a:cubicBezTo>
                    <a:pt x="329997" y="411054"/>
                    <a:pt x="407325" y="333726"/>
                    <a:pt x="502717" y="333726"/>
                  </a:cubicBezTo>
                  <a:cubicBezTo>
                    <a:pt x="598109" y="333726"/>
                    <a:pt x="675437" y="411054"/>
                    <a:pt x="675437" y="506446"/>
                  </a:cubicBezTo>
                  <a:close/>
                  <a:moveTo>
                    <a:pt x="655117" y="506446"/>
                  </a:moveTo>
                  <a:cubicBezTo>
                    <a:pt x="655117" y="422278"/>
                    <a:pt x="586886" y="354046"/>
                    <a:pt x="502717" y="354046"/>
                  </a:cubicBezTo>
                  <a:cubicBezTo>
                    <a:pt x="418548" y="354046"/>
                    <a:pt x="350317" y="422278"/>
                    <a:pt x="350317" y="506446"/>
                  </a:cubicBezTo>
                  <a:cubicBezTo>
                    <a:pt x="350317" y="590615"/>
                    <a:pt x="418548" y="658846"/>
                    <a:pt x="502717" y="658846"/>
                  </a:cubicBezTo>
                  <a:cubicBezTo>
                    <a:pt x="586886" y="658846"/>
                    <a:pt x="655117" y="590615"/>
                    <a:pt x="655117" y="506446"/>
                  </a:cubicBezTo>
                  <a:close/>
                  <a:moveTo>
                    <a:pt x="34" y="99335"/>
                  </a:moveTo>
                  <a:cubicBezTo>
                    <a:pt x="-144" y="46534"/>
                    <a:pt x="42515" y="3586"/>
                    <a:pt x="95316" y="3408"/>
                  </a:cubicBezTo>
                  <a:cubicBezTo>
                    <a:pt x="144432" y="3242"/>
                    <a:pt x="185683" y="40320"/>
                    <a:pt x="190737" y="89175"/>
                  </a:cubicBezTo>
                  <a:lnTo>
                    <a:pt x="701582" y="89175"/>
                  </a:lnTo>
                  <a:lnTo>
                    <a:pt x="633239" y="20798"/>
                  </a:lnTo>
                  <a:lnTo>
                    <a:pt x="647598" y="6439"/>
                  </a:lnTo>
                  <a:lnTo>
                    <a:pt x="733315" y="92122"/>
                  </a:lnTo>
                  <a:cubicBezTo>
                    <a:pt x="737291" y="96082"/>
                    <a:pt x="737301" y="102515"/>
                    <a:pt x="733339" y="106490"/>
                  </a:cubicBezTo>
                  <a:cubicBezTo>
                    <a:pt x="733332" y="106498"/>
                    <a:pt x="733322" y="106506"/>
                    <a:pt x="733315" y="106515"/>
                  </a:cubicBezTo>
                  <a:lnTo>
                    <a:pt x="647598" y="192198"/>
                  </a:lnTo>
                  <a:lnTo>
                    <a:pt x="633239" y="177838"/>
                  </a:lnTo>
                  <a:lnTo>
                    <a:pt x="701582" y="109495"/>
                  </a:lnTo>
                  <a:lnTo>
                    <a:pt x="190737" y="109495"/>
                  </a:lnTo>
                  <a:cubicBezTo>
                    <a:pt x="184953" y="161998"/>
                    <a:pt x="137702" y="199870"/>
                    <a:pt x="85199" y="194086"/>
                  </a:cubicBezTo>
                  <a:cubicBezTo>
                    <a:pt x="36845" y="188758"/>
                    <a:pt x="193" y="147982"/>
                    <a:pt x="34" y="99335"/>
                  </a:cubicBezTo>
                  <a:close/>
                  <a:moveTo>
                    <a:pt x="20354" y="99335"/>
                  </a:moveTo>
                  <a:cubicBezTo>
                    <a:pt x="20354" y="140933"/>
                    <a:pt x="54076" y="174655"/>
                    <a:pt x="95673" y="174655"/>
                  </a:cubicBezTo>
                  <a:cubicBezTo>
                    <a:pt x="137271" y="174655"/>
                    <a:pt x="170993" y="140933"/>
                    <a:pt x="170993" y="99335"/>
                  </a:cubicBezTo>
                  <a:cubicBezTo>
                    <a:pt x="170993" y="57737"/>
                    <a:pt x="137271" y="24016"/>
                    <a:pt x="95673" y="24016"/>
                  </a:cubicBezTo>
                  <a:cubicBezTo>
                    <a:pt x="95662" y="24016"/>
                    <a:pt x="95651" y="24016"/>
                    <a:pt x="95639" y="24016"/>
                  </a:cubicBezTo>
                  <a:cubicBezTo>
                    <a:pt x="54063" y="24053"/>
                    <a:pt x="20373" y="57758"/>
                    <a:pt x="20354" y="99335"/>
                  </a:cubicBezTo>
                  <a:close/>
                  <a:moveTo>
                    <a:pt x="1005501" y="913558"/>
                  </a:moveTo>
                  <a:cubicBezTo>
                    <a:pt x="1005329" y="966376"/>
                    <a:pt x="962369" y="1009055"/>
                    <a:pt x="909550" y="1008882"/>
                  </a:cubicBezTo>
                  <a:cubicBezTo>
                    <a:pt x="860901" y="1008723"/>
                    <a:pt x="820125" y="972072"/>
                    <a:pt x="814798" y="923718"/>
                  </a:cubicBezTo>
                  <a:lnTo>
                    <a:pt x="312555" y="923718"/>
                  </a:lnTo>
                  <a:lnTo>
                    <a:pt x="380898" y="992061"/>
                  </a:lnTo>
                  <a:lnTo>
                    <a:pt x="366539" y="1006420"/>
                  </a:lnTo>
                  <a:lnTo>
                    <a:pt x="280822" y="920737"/>
                  </a:lnTo>
                  <a:cubicBezTo>
                    <a:pt x="276848" y="916775"/>
                    <a:pt x="276837" y="910344"/>
                    <a:pt x="280797" y="906368"/>
                  </a:cubicBezTo>
                  <a:cubicBezTo>
                    <a:pt x="280806" y="906361"/>
                    <a:pt x="280814" y="906351"/>
                    <a:pt x="280822" y="906344"/>
                  </a:cubicBezTo>
                  <a:lnTo>
                    <a:pt x="366539" y="820661"/>
                  </a:lnTo>
                  <a:lnTo>
                    <a:pt x="380898" y="835021"/>
                  </a:lnTo>
                  <a:lnTo>
                    <a:pt x="312555" y="903398"/>
                  </a:lnTo>
                  <a:lnTo>
                    <a:pt x="814798" y="903398"/>
                  </a:lnTo>
                  <a:cubicBezTo>
                    <a:pt x="820230" y="850877"/>
                    <a:pt x="867214" y="812703"/>
                    <a:pt x="919734" y="818138"/>
                  </a:cubicBezTo>
                  <a:cubicBezTo>
                    <a:pt x="968590" y="823191"/>
                    <a:pt x="1005667" y="864441"/>
                    <a:pt x="1005501" y="913558"/>
                  </a:cubicBezTo>
                  <a:close/>
                  <a:moveTo>
                    <a:pt x="985181" y="913558"/>
                  </a:moveTo>
                  <a:cubicBezTo>
                    <a:pt x="985107" y="871959"/>
                    <a:pt x="951325" y="838299"/>
                    <a:pt x="909726" y="838374"/>
                  </a:cubicBezTo>
                  <a:cubicBezTo>
                    <a:pt x="868128" y="838448"/>
                    <a:pt x="834468" y="872230"/>
                    <a:pt x="834542" y="913829"/>
                  </a:cubicBezTo>
                  <a:cubicBezTo>
                    <a:pt x="834617" y="955373"/>
                    <a:pt x="868318" y="989013"/>
                    <a:pt x="909862" y="989013"/>
                  </a:cubicBezTo>
                  <a:cubicBezTo>
                    <a:pt x="951491" y="988955"/>
                    <a:pt x="985202" y="955187"/>
                    <a:pt x="985181" y="913558"/>
                  </a:cubicBezTo>
                  <a:close/>
                  <a:moveTo>
                    <a:pt x="191279" y="913558"/>
                  </a:moveTo>
                  <a:cubicBezTo>
                    <a:pt x="191279" y="966379"/>
                    <a:pt x="148460" y="1009197"/>
                    <a:pt x="95640" y="1009197"/>
                  </a:cubicBezTo>
                  <a:cubicBezTo>
                    <a:pt x="42820" y="1009197"/>
                    <a:pt x="0" y="966379"/>
                    <a:pt x="0" y="913558"/>
                  </a:cubicBezTo>
                  <a:cubicBezTo>
                    <a:pt x="0" y="864671"/>
                    <a:pt x="36869" y="823652"/>
                    <a:pt x="85479" y="818460"/>
                  </a:cubicBezTo>
                  <a:lnTo>
                    <a:pt x="85479" y="307615"/>
                  </a:lnTo>
                  <a:lnTo>
                    <a:pt x="17137" y="376026"/>
                  </a:lnTo>
                  <a:lnTo>
                    <a:pt x="2777" y="361666"/>
                  </a:lnTo>
                  <a:lnTo>
                    <a:pt x="88460" y="275950"/>
                  </a:lnTo>
                  <a:cubicBezTo>
                    <a:pt x="92427" y="271988"/>
                    <a:pt x="98852" y="271988"/>
                    <a:pt x="102819" y="275950"/>
                  </a:cubicBezTo>
                  <a:lnTo>
                    <a:pt x="188536" y="361666"/>
                  </a:lnTo>
                  <a:lnTo>
                    <a:pt x="174176" y="376026"/>
                  </a:lnTo>
                  <a:lnTo>
                    <a:pt x="105799" y="307615"/>
                  </a:lnTo>
                  <a:lnTo>
                    <a:pt x="105799" y="818460"/>
                  </a:lnTo>
                  <a:cubicBezTo>
                    <a:pt x="154380" y="823713"/>
                    <a:pt x="191217" y="864695"/>
                    <a:pt x="191279" y="913558"/>
                  </a:cubicBezTo>
                  <a:close/>
                  <a:moveTo>
                    <a:pt x="170959" y="913558"/>
                  </a:moveTo>
                  <a:cubicBezTo>
                    <a:pt x="170884" y="871959"/>
                    <a:pt x="137102" y="838299"/>
                    <a:pt x="95504" y="838374"/>
                  </a:cubicBezTo>
                  <a:cubicBezTo>
                    <a:pt x="53906" y="838448"/>
                    <a:pt x="20245" y="872230"/>
                    <a:pt x="20320" y="913829"/>
                  </a:cubicBezTo>
                  <a:cubicBezTo>
                    <a:pt x="20395" y="955373"/>
                    <a:pt x="54095" y="989013"/>
                    <a:pt x="95639" y="989013"/>
                  </a:cubicBezTo>
                  <a:cubicBezTo>
                    <a:pt x="137267" y="988955"/>
                    <a:pt x="170978" y="955187"/>
                    <a:pt x="170959" y="913558"/>
                  </a:cubicBezTo>
                  <a:close/>
                  <a:moveTo>
                    <a:pt x="928895" y="705515"/>
                  </a:moveTo>
                  <a:lnTo>
                    <a:pt x="928895" y="181123"/>
                  </a:lnTo>
                  <a:cubicBezTo>
                    <a:pt x="928895" y="175512"/>
                    <a:pt x="924347" y="170963"/>
                    <a:pt x="918735" y="170963"/>
                  </a:cubicBezTo>
                  <a:cubicBezTo>
                    <a:pt x="877137" y="170982"/>
                    <a:pt x="843402" y="137275"/>
                    <a:pt x="843382" y="95678"/>
                  </a:cubicBezTo>
                  <a:cubicBezTo>
                    <a:pt x="843361" y="54080"/>
                    <a:pt x="877069" y="20343"/>
                    <a:pt x="918667" y="20324"/>
                  </a:cubicBezTo>
                  <a:cubicBezTo>
                    <a:pt x="960266" y="20306"/>
                    <a:pt x="994000" y="54012"/>
                    <a:pt x="994021" y="95610"/>
                  </a:cubicBezTo>
                  <a:cubicBezTo>
                    <a:pt x="994021" y="95621"/>
                    <a:pt x="994021" y="95633"/>
                    <a:pt x="994021" y="95644"/>
                  </a:cubicBezTo>
                  <a:lnTo>
                    <a:pt x="1014341" y="95644"/>
                  </a:lnTo>
                  <a:cubicBezTo>
                    <a:pt x="1014344" y="42824"/>
                    <a:pt x="971526" y="2"/>
                    <a:pt x="918704" y="0"/>
                  </a:cubicBezTo>
                  <a:cubicBezTo>
                    <a:pt x="865886" y="-2"/>
                    <a:pt x="823065" y="42815"/>
                    <a:pt x="823062" y="95635"/>
                  </a:cubicBezTo>
                  <a:cubicBezTo>
                    <a:pt x="823058" y="144537"/>
                    <a:pt x="859949" y="185564"/>
                    <a:pt x="908575" y="190741"/>
                  </a:cubicBezTo>
                  <a:lnTo>
                    <a:pt x="908575" y="705515"/>
                  </a:lnTo>
                  <a:lnTo>
                    <a:pt x="840198" y="637138"/>
                  </a:lnTo>
                  <a:lnTo>
                    <a:pt x="825839" y="651531"/>
                  </a:lnTo>
                  <a:lnTo>
                    <a:pt x="911555" y="737214"/>
                  </a:lnTo>
                  <a:cubicBezTo>
                    <a:pt x="913459" y="739121"/>
                    <a:pt x="916043" y="740191"/>
                    <a:pt x="918735" y="740194"/>
                  </a:cubicBezTo>
                  <a:cubicBezTo>
                    <a:pt x="921427" y="740191"/>
                    <a:pt x="924011" y="739121"/>
                    <a:pt x="925915" y="737214"/>
                  </a:cubicBezTo>
                  <a:lnTo>
                    <a:pt x="1011597" y="651531"/>
                  </a:lnTo>
                  <a:lnTo>
                    <a:pt x="997238" y="637138"/>
                  </a:lnTo>
                  <a:close/>
                </a:path>
              </a:pathLst>
            </a:custGeom>
            <a:solidFill>
              <a:schemeClr val="accent2"/>
            </a:solidFill>
            <a:ln w="3365" cap="flat">
              <a:noFill/>
              <a:prstDash val="solid"/>
              <a:miter/>
            </a:ln>
          </p:spPr>
          <p:txBody>
            <a:bodyPr rtlCol="0" anchor="ctr"/>
            <a:lstStyle/>
            <a:p>
              <a:endParaRPr lang="en-US"/>
            </a:p>
          </p:txBody>
        </p:sp>
      </p:grpSp>
      <p:grpSp>
        <p:nvGrpSpPr>
          <p:cNvPr id="54" name="Group 53">
            <a:extLst>
              <a:ext uri="{FF2B5EF4-FFF2-40B4-BE49-F238E27FC236}">
                <a16:creationId xmlns:a16="http://schemas.microsoft.com/office/drawing/2014/main" id="{2F24921A-A265-7607-C4ED-829A170F1880}"/>
              </a:ext>
            </a:extLst>
          </p:cNvPr>
          <p:cNvGrpSpPr/>
          <p:nvPr/>
        </p:nvGrpSpPr>
        <p:grpSpPr>
          <a:xfrm>
            <a:off x="10874499" y="0"/>
            <a:ext cx="2943101" cy="914400"/>
            <a:chOff x="10874499" y="0"/>
            <a:chExt cx="2943101" cy="914400"/>
          </a:xfrm>
        </p:grpSpPr>
        <p:grpSp>
          <p:nvGrpSpPr>
            <p:cNvPr id="55" name="Group 54">
              <a:extLst>
                <a:ext uri="{FF2B5EF4-FFF2-40B4-BE49-F238E27FC236}">
                  <a16:creationId xmlns:a16="http://schemas.microsoft.com/office/drawing/2014/main" id="{8B29F9CA-86B9-9FCA-9B65-CCF0F6E1CA31}"/>
                </a:ext>
              </a:extLst>
            </p:cNvPr>
            <p:cNvGrpSpPr/>
            <p:nvPr/>
          </p:nvGrpSpPr>
          <p:grpSpPr>
            <a:xfrm>
              <a:off x="12903200" y="0"/>
              <a:ext cx="914400" cy="914400"/>
              <a:chOff x="12903200" y="0"/>
              <a:chExt cx="914400" cy="914400"/>
            </a:xfrm>
          </p:grpSpPr>
          <p:sp>
            <p:nvSpPr>
              <p:cNvPr id="57" name="Right Triangle 56">
                <a:extLst>
                  <a:ext uri="{FF2B5EF4-FFF2-40B4-BE49-F238E27FC236}">
                    <a16:creationId xmlns:a16="http://schemas.microsoft.com/office/drawing/2014/main" id="{651656DA-6414-782F-7F4F-137E701154C9}"/>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58" name="Oval 20">
                <a:extLst>
                  <a:ext uri="{FF2B5EF4-FFF2-40B4-BE49-F238E27FC236}">
                    <a16:creationId xmlns:a16="http://schemas.microsoft.com/office/drawing/2014/main" id="{3E5C170F-B2D9-9F35-8EEB-702268429534}"/>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56" name="TextBox 55">
              <a:extLst>
                <a:ext uri="{FF2B5EF4-FFF2-40B4-BE49-F238E27FC236}">
                  <a16:creationId xmlns:a16="http://schemas.microsoft.com/office/drawing/2014/main" id="{3AAECCE4-5828-6FC5-7A64-271A4F92C7A1}"/>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60" name="TextBox 59">
            <a:extLst>
              <a:ext uri="{FF2B5EF4-FFF2-40B4-BE49-F238E27FC236}">
                <a16:creationId xmlns:a16="http://schemas.microsoft.com/office/drawing/2014/main" id="{3F95F8B5-BFCC-D61E-36AC-831AD1ECA970}"/>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3) Design principles</a:t>
            </a:r>
          </a:p>
        </p:txBody>
      </p:sp>
    </p:spTree>
    <p:extLst>
      <p:ext uri="{BB962C8B-B14F-4D97-AF65-F5344CB8AC3E}">
        <p14:creationId xmlns:p14="http://schemas.microsoft.com/office/powerpoint/2010/main" val="2399653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259724D-A122-4AB7-8783-506D32A8CA82}"/>
              </a:ext>
            </a:extLst>
          </p:cNvPr>
          <p:cNvGraphicFramePr>
            <a:graphicFrameLocks noChangeAspect="1"/>
          </p:cNvGraphicFramePr>
          <p:nvPr>
            <p:custDataLst>
              <p:tags r:id="rId1"/>
            </p:custDataLst>
            <p:extLst>
              <p:ext uri="{D42A27DB-BD31-4B8C-83A1-F6EECF244321}">
                <p14:modId xmlns:p14="http://schemas.microsoft.com/office/powerpoint/2010/main" val="3319502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04" imgH="405" progId="TCLayout.ActiveDocument.1">
                  <p:embed/>
                </p:oleObj>
              </mc:Choice>
              <mc:Fallback>
                <p:oleObj name="think-cell Slide" r:id="rId9" imgW="404" imgH="405" progId="TCLayout.ActiveDocument.1">
                  <p:embed/>
                  <p:pic>
                    <p:nvPicPr>
                      <p:cNvPr id="8" name="think-cell data - do not delete" hidden="1">
                        <a:extLst>
                          <a:ext uri="{FF2B5EF4-FFF2-40B4-BE49-F238E27FC236}">
                            <a16:creationId xmlns:a16="http://schemas.microsoft.com/office/drawing/2014/main" id="{4259724D-A122-4AB7-8783-506D32A8CA82}"/>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C97AED60-E051-FEA5-2355-986039DDE2F8}"/>
              </a:ext>
            </a:extLst>
          </p:cNvPr>
          <p:cNvSpPr>
            <a:spLocks noGrp="1"/>
          </p:cNvSpPr>
          <p:nvPr>
            <p:ph type="title"/>
          </p:nvPr>
        </p:nvSpPr>
        <p:spPr/>
        <p:txBody>
          <a:bodyPr vert="horz"/>
          <a:lstStyle/>
          <a:p>
            <a:r>
              <a:rPr lang="en-US">
                <a:solidFill>
                  <a:schemeClr val="accent2"/>
                </a:solidFill>
              </a:rPr>
              <a:t>Double click | </a:t>
            </a:r>
            <a:r>
              <a:rPr lang="en-US"/>
              <a:t>Unity in a presentation</a:t>
            </a:r>
          </a:p>
        </p:txBody>
      </p:sp>
      <p:sp>
        <p:nvSpPr>
          <p:cNvPr id="5" name="Subtitle 4">
            <a:extLst>
              <a:ext uri="{FF2B5EF4-FFF2-40B4-BE49-F238E27FC236}">
                <a16:creationId xmlns:a16="http://schemas.microsoft.com/office/drawing/2014/main" id="{1219C2D3-E594-9B7D-1C3B-D8D67848107B}"/>
              </a:ext>
            </a:extLst>
          </p:cNvPr>
          <p:cNvSpPr>
            <a:spLocks noGrp="1"/>
          </p:cNvSpPr>
          <p:nvPr>
            <p:ph type="subTitle" idx="1"/>
          </p:nvPr>
        </p:nvSpPr>
        <p:spPr/>
        <p:txBody>
          <a:bodyPr/>
          <a:lstStyle/>
          <a:p>
            <a:r>
              <a:rPr lang="en-US"/>
              <a:t>All these slides are from the exact same presentation – What do you notice?</a:t>
            </a:r>
          </a:p>
        </p:txBody>
      </p:sp>
      <p:sp>
        <p:nvSpPr>
          <p:cNvPr id="6" name="Footer Placeholder 5">
            <a:extLst>
              <a:ext uri="{FF2B5EF4-FFF2-40B4-BE49-F238E27FC236}">
                <a16:creationId xmlns:a16="http://schemas.microsoft.com/office/drawing/2014/main" id="{9AD76266-F9CF-7079-4289-4785C180FD0D}"/>
              </a:ext>
            </a:extLst>
          </p:cNvPr>
          <p:cNvSpPr>
            <a:spLocks noGrp="1"/>
          </p:cNvSpPr>
          <p:nvPr>
            <p:ph type="ftr" sz="quarter" idx="3"/>
          </p:nvPr>
        </p:nvSpPr>
        <p:spPr/>
        <p:txBody>
          <a:bodyPr/>
          <a:lstStyle/>
          <a:p>
            <a:r>
              <a:rPr lang="en-CA"/>
              <a:t>2024</a:t>
            </a:r>
          </a:p>
        </p:txBody>
      </p:sp>
      <p:pic>
        <p:nvPicPr>
          <p:cNvPr id="11" name="Picture 10">
            <a:extLst>
              <a:ext uri="{FF2B5EF4-FFF2-40B4-BE49-F238E27FC236}">
                <a16:creationId xmlns:a16="http://schemas.microsoft.com/office/drawing/2014/main" id="{16993399-4FE9-5F38-9A44-69CF5BB4DF73}"/>
              </a:ext>
            </a:extLst>
          </p:cNvPr>
          <p:cNvPicPr>
            <a:picLocks noChangeAspect="1"/>
          </p:cNvPicPr>
          <p:nvPr>
            <p:custDataLst>
              <p:tags r:id="rId2"/>
            </p:custDataLst>
          </p:nvPr>
        </p:nvPicPr>
        <p:blipFill>
          <a:blip r:embed="rId11"/>
          <a:stretch>
            <a:fillRect/>
          </a:stretch>
        </p:blipFill>
        <p:spPr>
          <a:xfrm>
            <a:off x="448969" y="1799039"/>
            <a:ext cx="3489255" cy="1960245"/>
          </a:xfrm>
          <a:prstGeom prst="rect">
            <a:avLst/>
          </a:prstGeom>
          <a:ln>
            <a:solidFill>
              <a:schemeClr val="bg1">
                <a:lumMod val="75000"/>
              </a:schemeClr>
            </a:solidFill>
          </a:ln>
        </p:spPr>
      </p:pic>
      <p:pic>
        <p:nvPicPr>
          <p:cNvPr id="12" name="Picture 11">
            <a:extLst>
              <a:ext uri="{FF2B5EF4-FFF2-40B4-BE49-F238E27FC236}">
                <a16:creationId xmlns:a16="http://schemas.microsoft.com/office/drawing/2014/main" id="{F7CA2D96-9142-5DA2-1B34-C563A5E3DEFC}"/>
              </a:ext>
            </a:extLst>
          </p:cNvPr>
          <p:cNvPicPr>
            <a:picLocks noChangeAspect="1"/>
          </p:cNvPicPr>
          <p:nvPr>
            <p:custDataLst>
              <p:tags r:id="rId3"/>
            </p:custDataLst>
          </p:nvPr>
        </p:nvPicPr>
        <p:blipFill>
          <a:blip r:embed="rId12"/>
          <a:stretch>
            <a:fillRect/>
          </a:stretch>
        </p:blipFill>
        <p:spPr>
          <a:xfrm>
            <a:off x="5036915" y="1799039"/>
            <a:ext cx="3489255" cy="1960245"/>
          </a:xfrm>
          <a:prstGeom prst="rect">
            <a:avLst/>
          </a:prstGeom>
          <a:ln>
            <a:solidFill>
              <a:schemeClr val="bg1">
                <a:lumMod val="75000"/>
              </a:schemeClr>
            </a:solidFill>
          </a:ln>
        </p:spPr>
      </p:pic>
      <p:pic>
        <p:nvPicPr>
          <p:cNvPr id="13" name="Picture 12">
            <a:extLst>
              <a:ext uri="{FF2B5EF4-FFF2-40B4-BE49-F238E27FC236}">
                <a16:creationId xmlns:a16="http://schemas.microsoft.com/office/drawing/2014/main" id="{2B6369E7-1588-58FF-7241-E947BC44D9FF}"/>
              </a:ext>
            </a:extLst>
          </p:cNvPr>
          <p:cNvPicPr>
            <a:picLocks noChangeAspect="1"/>
          </p:cNvPicPr>
          <p:nvPr>
            <p:custDataLst>
              <p:tags r:id="rId4"/>
            </p:custDataLst>
          </p:nvPr>
        </p:nvPicPr>
        <p:blipFill>
          <a:blip r:embed="rId13"/>
          <a:stretch>
            <a:fillRect/>
          </a:stretch>
        </p:blipFill>
        <p:spPr>
          <a:xfrm>
            <a:off x="9624861" y="1799039"/>
            <a:ext cx="3489255" cy="1960245"/>
          </a:xfrm>
          <a:prstGeom prst="rect">
            <a:avLst/>
          </a:prstGeom>
          <a:ln>
            <a:solidFill>
              <a:schemeClr val="bg1">
                <a:lumMod val="75000"/>
              </a:schemeClr>
            </a:solidFill>
          </a:ln>
        </p:spPr>
      </p:pic>
      <p:pic>
        <p:nvPicPr>
          <p:cNvPr id="14" name="Picture 13">
            <a:extLst>
              <a:ext uri="{FF2B5EF4-FFF2-40B4-BE49-F238E27FC236}">
                <a16:creationId xmlns:a16="http://schemas.microsoft.com/office/drawing/2014/main" id="{D6326D8D-3095-A860-8810-27D60E7B8019}"/>
              </a:ext>
            </a:extLst>
          </p:cNvPr>
          <p:cNvPicPr>
            <a:picLocks noChangeAspect="1"/>
          </p:cNvPicPr>
          <p:nvPr>
            <p:custDataLst>
              <p:tags r:id="rId5"/>
            </p:custDataLst>
          </p:nvPr>
        </p:nvPicPr>
        <p:blipFill>
          <a:blip r:embed="rId14"/>
          <a:stretch>
            <a:fillRect/>
          </a:stretch>
        </p:blipFill>
        <p:spPr>
          <a:xfrm>
            <a:off x="448969" y="3920655"/>
            <a:ext cx="3489255" cy="1960245"/>
          </a:xfrm>
          <a:prstGeom prst="rect">
            <a:avLst/>
          </a:prstGeom>
          <a:ln>
            <a:solidFill>
              <a:schemeClr val="bg1">
                <a:lumMod val="75000"/>
              </a:schemeClr>
            </a:solidFill>
          </a:ln>
        </p:spPr>
      </p:pic>
      <p:pic>
        <p:nvPicPr>
          <p:cNvPr id="15" name="Picture 14">
            <a:extLst>
              <a:ext uri="{FF2B5EF4-FFF2-40B4-BE49-F238E27FC236}">
                <a16:creationId xmlns:a16="http://schemas.microsoft.com/office/drawing/2014/main" id="{0A49FE86-784F-71F5-C09C-F5A84DF1C163}"/>
              </a:ext>
            </a:extLst>
          </p:cNvPr>
          <p:cNvPicPr>
            <a:picLocks noChangeAspect="1"/>
          </p:cNvPicPr>
          <p:nvPr>
            <p:custDataLst>
              <p:tags r:id="rId6"/>
            </p:custDataLst>
          </p:nvPr>
        </p:nvPicPr>
        <p:blipFill>
          <a:blip r:embed="rId15"/>
          <a:stretch>
            <a:fillRect/>
          </a:stretch>
        </p:blipFill>
        <p:spPr>
          <a:xfrm>
            <a:off x="9624861" y="3920655"/>
            <a:ext cx="3489255" cy="1960245"/>
          </a:xfrm>
          <a:prstGeom prst="rect">
            <a:avLst/>
          </a:prstGeom>
          <a:ln>
            <a:solidFill>
              <a:schemeClr val="bg1">
                <a:lumMod val="75000"/>
              </a:schemeClr>
            </a:solidFill>
          </a:ln>
        </p:spPr>
      </p:pic>
      <p:pic>
        <p:nvPicPr>
          <p:cNvPr id="16" name="Picture 15">
            <a:extLst>
              <a:ext uri="{FF2B5EF4-FFF2-40B4-BE49-F238E27FC236}">
                <a16:creationId xmlns:a16="http://schemas.microsoft.com/office/drawing/2014/main" id="{40BBCECF-3808-F014-603D-8A460A9B346E}"/>
              </a:ext>
            </a:extLst>
          </p:cNvPr>
          <p:cNvPicPr>
            <a:picLocks noChangeAspect="1"/>
          </p:cNvPicPr>
          <p:nvPr>
            <p:custDataLst>
              <p:tags r:id="rId7"/>
            </p:custDataLst>
          </p:nvPr>
        </p:nvPicPr>
        <p:blipFill>
          <a:blip r:embed="rId16"/>
          <a:stretch>
            <a:fillRect/>
          </a:stretch>
        </p:blipFill>
        <p:spPr>
          <a:xfrm>
            <a:off x="5036915" y="3920655"/>
            <a:ext cx="3489255" cy="1960245"/>
          </a:xfrm>
          <a:prstGeom prst="rect">
            <a:avLst/>
          </a:prstGeom>
          <a:ln>
            <a:solidFill>
              <a:schemeClr val="bg1">
                <a:lumMod val="75000"/>
              </a:schemeClr>
            </a:solidFill>
          </a:ln>
        </p:spPr>
      </p:pic>
      <p:sp>
        <p:nvSpPr>
          <p:cNvPr id="19" name="TextBox 18">
            <a:extLst>
              <a:ext uri="{FF2B5EF4-FFF2-40B4-BE49-F238E27FC236}">
                <a16:creationId xmlns:a16="http://schemas.microsoft.com/office/drawing/2014/main" id="{11FB6535-FEF3-243E-50E5-402938EE4033}"/>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3) Design principles</a:t>
            </a:r>
          </a:p>
        </p:txBody>
      </p:sp>
      <p:grpSp>
        <p:nvGrpSpPr>
          <p:cNvPr id="21" name="Group 20">
            <a:extLst>
              <a:ext uri="{FF2B5EF4-FFF2-40B4-BE49-F238E27FC236}">
                <a16:creationId xmlns:a16="http://schemas.microsoft.com/office/drawing/2014/main" id="{FAF8FFB0-6C0C-7F94-04C9-B4304041AB4A}"/>
              </a:ext>
            </a:extLst>
          </p:cNvPr>
          <p:cNvGrpSpPr/>
          <p:nvPr/>
        </p:nvGrpSpPr>
        <p:grpSpPr>
          <a:xfrm>
            <a:off x="448970" y="6000578"/>
            <a:ext cx="12665146" cy="831273"/>
            <a:chOff x="448970" y="6000578"/>
            <a:chExt cx="12665146" cy="831273"/>
          </a:xfrm>
        </p:grpSpPr>
        <p:sp>
          <p:nvSpPr>
            <p:cNvPr id="18" name="Rectangle 17">
              <a:extLst>
                <a:ext uri="{FF2B5EF4-FFF2-40B4-BE49-F238E27FC236}">
                  <a16:creationId xmlns:a16="http://schemas.microsoft.com/office/drawing/2014/main" id="{E45F6C14-6C6E-085F-9769-DD33D34FF040}"/>
                </a:ext>
              </a:extLst>
            </p:cNvPr>
            <p:cNvSpPr/>
            <p:nvPr/>
          </p:nvSpPr>
          <p:spPr bwMode="auto">
            <a:xfrm>
              <a:off x="2301411" y="6000578"/>
              <a:ext cx="10812705" cy="831273"/>
            </a:xfrm>
            <a:prstGeom prst="rect">
              <a:avLst/>
            </a:prstGeom>
            <a:solidFill>
              <a:schemeClr val="accent6">
                <a:lumMod val="20000"/>
                <a:lumOff val="80000"/>
              </a:schemeClr>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285750" indent="-285750" algn="l" defTabSz="1081088">
                <a:buFont typeface="Arial" panose="020B0604020202020204" pitchFamily="34" charset="0"/>
                <a:buChar char="•"/>
              </a:pPr>
              <a:r>
                <a:rPr lang="en-US" sz="1600">
                  <a:latin typeface="+mn-lt"/>
                </a:rPr>
                <a:t>Consistently apply the brand elements (font size, primary / secondary colors, etc.) </a:t>
              </a:r>
            </a:p>
            <a:p>
              <a:pPr marL="285750" indent="-285750" algn="l" defTabSz="1081088">
                <a:buFont typeface="Arial" panose="020B0604020202020204" pitchFamily="34" charset="0"/>
                <a:buChar char="•"/>
              </a:pPr>
              <a:r>
                <a:rPr lang="en-US" sz="1600">
                  <a:latin typeface="+mn-lt"/>
                </a:rPr>
                <a:t>Do not switch between ‘Slide Masters’ in a deck </a:t>
              </a:r>
            </a:p>
            <a:p>
              <a:pPr marL="285750" indent="-285750" algn="l" defTabSz="1081088">
                <a:buFont typeface="Arial" panose="020B0604020202020204" pitchFamily="34" charset="0"/>
                <a:buChar char="•"/>
              </a:pPr>
              <a:r>
                <a:rPr lang="en-US" sz="1600">
                  <a:latin typeface="+mn-lt"/>
                </a:rPr>
                <a:t>Use the Slide layouts (Right click + layout) which are the pre-made templates for each master, to create your slides</a:t>
              </a:r>
            </a:p>
          </p:txBody>
        </p:sp>
        <p:sp>
          <p:nvSpPr>
            <p:cNvPr id="20" name="Rectangle 19">
              <a:extLst>
                <a:ext uri="{FF2B5EF4-FFF2-40B4-BE49-F238E27FC236}">
                  <a16:creationId xmlns:a16="http://schemas.microsoft.com/office/drawing/2014/main" id="{76A57160-0969-6705-AFC0-4BE22AC4B300}"/>
                </a:ext>
              </a:extLst>
            </p:cNvPr>
            <p:cNvSpPr/>
            <p:nvPr/>
          </p:nvSpPr>
          <p:spPr bwMode="auto">
            <a:xfrm>
              <a:off x="448970" y="6000578"/>
              <a:ext cx="1852442" cy="831273"/>
            </a:xfrm>
            <a:prstGeom prst="rect">
              <a:avLst/>
            </a:prstGeom>
            <a:solidFill>
              <a:schemeClr val="accent2"/>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l" defTabSz="1081088"/>
              <a:r>
                <a:rPr lang="en-US" sz="1600" b="1">
                  <a:solidFill>
                    <a:schemeClr val="bg1"/>
                  </a:solidFill>
                  <a:latin typeface="+mn-lt"/>
                </a:rPr>
                <a:t>Tips to drive unity in a deck</a:t>
              </a:r>
            </a:p>
          </p:txBody>
        </p:sp>
      </p:grpSp>
      <p:grpSp>
        <p:nvGrpSpPr>
          <p:cNvPr id="2" name="Group 1">
            <a:extLst>
              <a:ext uri="{FF2B5EF4-FFF2-40B4-BE49-F238E27FC236}">
                <a16:creationId xmlns:a16="http://schemas.microsoft.com/office/drawing/2014/main" id="{C8155EF0-B46A-35CC-002A-7BBA68E5AD38}"/>
              </a:ext>
            </a:extLst>
          </p:cNvPr>
          <p:cNvGrpSpPr/>
          <p:nvPr/>
        </p:nvGrpSpPr>
        <p:grpSpPr>
          <a:xfrm>
            <a:off x="10874499" y="0"/>
            <a:ext cx="2943101" cy="914400"/>
            <a:chOff x="10874499" y="0"/>
            <a:chExt cx="2943101" cy="914400"/>
          </a:xfrm>
        </p:grpSpPr>
        <p:grpSp>
          <p:nvGrpSpPr>
            <p:cNvPr id="3" name="Group 2">
              <a:extLst>
                <a:ext uri="{FF2B5EF4-FFF2-40B4-BE49-F238E27FC236}">
                  <a16:creationId xmlns:a16="http://schemas.microsoft.com/office/drawing/2014/main" id="{C7871C49-AA8C-6BEB-7567-1699E45E30A8}"/>
                </a:ext>
              </a:extLst>
            </p:cNvPr>
            <p:cNvGrpSpPr/>
            <p:nvPr/>
          </p:nvGrpSpPr>
          <p:grpSpPr>
            <a:xfrm>
              <a:off x="12903200" y="0"/>
              <a:ext cx="914400" cy="914400"/>
              <a:chOff x="12903200" y="0"/>
              <a:chExt cx="914400" cy="914400"/>
            </a:xfrm>
          </p:grpSpPr>
          <p:sp>
            <p:nvSpPr>
              <p:cNvPr id="9" name="Right Triangle 8">
                <a:extLst>
                  <a:ext uri="{FF2B5EF4-FFF2-40B4-BE49-F238E27FC236}">
                    <a16:creationId xmlns:a16="http://schemas.microsoft.com/office/drawing/2014/main" id="{965FBA7B-A6AA-30CA-2DFF-F5DCF7B5149C}"/>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0" name="Oval 20">
                <a:extLst>
                  <a:ext uri="{FF2B5EF4-FFF2-40B4-BE49-F238E27FC236}">
                    <a16:creationId xmlns:a16="http://schemas.microsoft.com/office/drawing/2014/main" id="{8B32F0EF-9B2C-1D9E-213F-7330B7DF11DA}"/>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7" name="TextBox 6">
              <a:extLst>
                <a:ext uri="{FF2B5EF4-FFF2-40B4-BE49-F238E27FC236}">
                  <a16:creationId xmlns:a16="http://schemas.microsoft.com/office/drawing/2014/main" id="{2D074D8F-796A-0FB3-0BBB-FDB0C94D7014}"/>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Tree>
    <p:extLst>
      <p:ext uri="{BB962C8B-B14F-4D97-AF65-F5344CB8AC3E}">
        <p14:creationId xmlns:p14="http://schemas.microsoft.com/office/powerpoint/2010/main" val="310849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772E6554-0001-F780-39F0-A8B94BA01C51}"/>
              </a:ext>
            </a:extLst>
          </p:cNvPr>
          <p:cNvGraphicFramePr>
            <a:graphicFrameLocks noChangeAspect="1"/>
          </p:cNvGraphicFramePr>
          <p:nvPr>
            <p:custDataLst>
              <p:tags r:id="rId1"/>
            </p:custDataLst>
            <p:extLst>
              <p:ext uri="{D42A27DB-BD31-4B8C-83A1-F6EECF244321}">
                <p14:modId xmlns:p14="http://schemas.microsoft.com/office/powerpoint/2010/main" val="1702455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04" imgH="405" progId="TCLayout.ActiveDocument.1">
                  <p:embed/>
                </p:oleObj>
              </mc:Choice>
              <mc:Fallback>
                <p:oleObj name="think-cell Slide" r:id="rId6" imgW="404" imgH="405" progId="TCLayout.ActiveDocument.1">
                  <p:embed/>
                  <p:pic>
                    <p:nvPicPr>
                      <p:cNvPr id="15" name="think-cell data - do not delete" hidden="1">
                        <a:extLst>
                          <a:ext uri="{FF2B5EF4-FFF2-40B4-BE49-F238E27FC236}">
                            <a16:creationId xmlns:a16="http://schemas.microsoft.com/office/drawing/2014/main" id="{772E6554-0001-F780-39F0-A8B94BA01C51}"/>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8" name="Rectangle 37">
            <a:extLst>
              <a:ext uri="{FF2B5EF4-FFF2-40B4-BE49-F238E27FC236}">
                <a16:creationId xmlns:a16="http://schemas.microsoft.com/office/drawing/2014/main" id="{65F920B9-F0A0-A3BF-1974-C42EDE6206D9}"/>
              </a:ext>
            </a:extLst>
          </p:cNvPr>
          <p:cNvSpPr/>
          <p:nvPr/>
        </p:nvSpPr>
        <p:spPr bwMode="auto">
          <a:xfrm>
            <a:off x="6594402" y="2024783"/>
            <a:ext cx="352541" cy="462181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32" name="Text Placeholder 31">
            <a:extLst>
              <a:ext uri="{FF2B5EF4-FFF2-40B4-BE49-F238E27FC236}">
                <a16:creationId xmlns:a16="http://schemas.microsoft.com/office/drawing/2014/main" id="{675A8869-0869-DAB7-9D4A-B9ED860D7334}"/>
              </a:ext>
            </a:extLst>
          </p:cNvPr>
          <p:cNvSpPr>
            <a:spLocks noGrp="1"/>
          </p:cNvSpPr>
          <p:nvPr>
            <p:ph type="body" sz="quarter" idx="17"/>
          </p:nvPr>
        </p:nvSpPr>
        <p:spPr/>
        <p:txBody>
          <a:bodyPr anchor="t"/>
          <a:lstStyle/>
          <a:p>
            <a:r>
              <a:rPr lang="en-US"/>
              <a:t>…before adding necessary ‘detail’ slides</a:t>
            </a:r>
          </a:p>
        </p:txBody>
      </p:sp>
      <p:sp>
        <p:nvSpPr>
          <p:cNvPr id="2" name="Title 1">
            <a:extLst>
              <a:ext uri="{FF2B5EF4-FFF2-40B4-BE49-F238E27FC236}">
                <a16:creationId xmlns:a16="http://schemas.microsoft.com/office/drawing/2014/main" id="{65A05CC7-7460-4C9F-47FB-46BC3BAA3B5A}"/>
              </a:ext>
            </a:extLst>
          </p:cNvPr>
          <p:cNvSpPr>
            <a:spLocks noGrp="1"/>
          </p:cNvSpPr>
          <p:nvPr>
            <p:ph type="title"/>
          </p:nvPr>
        </p:nvSpPr>
        <p:spPr/>
        <p:txBody>
          <a:bodyPr vert="horz" anchor="t"/>
          <a:lstStyle/>
          <a:p>
            <a:r>
              <a:rPr lang="en-US"/>
              <a:t>Visually introduce ‘key messages’…</a:t>
            </a:r>
          </a:p>
        </p:txBody>
      </p:sp>
      <p:sp>
        <p:nvSpPr>
          <p:cNvPr id="6" name="Footer Placeholder 5">
            <a:extLst>
              <a:ext uri="{FF2B5EF4-FFF2-40B4-BE49-F238E27FC236}">
                <a16:creationId xmlns:a16="http://schemas.microsoft.com/office/drawing/2014/main" id="{F3F612C6-6E8C-0DAC-A7A5-73A96677B8D6}"/>
              </a:ext>
            </a:extLst>
          </p:cNvPr>
          <p:cNvSpPr>
            <a:spLocks noGrp="1"/>
          </p:cNvSpPr>
          <p:nvPr>
            <p:ph type="ftr" sz="quarter" idx="3"/>
          </p:nvPr>
        </p:nvSpPr>
        <p:spPr/>
        <p:txBody>
          <a:bodyPr/>
          <a:lstStyle/>
          <a:p>
            <a:r>
              <a:rPr lang="en-CA"/>
              <a:t>2024</a:t>
            </a:r>
          </a:p>
        </p:txBody>
      </p:sp>
      <p:pic>
        <p:nvPicPr>
          <p:cNvPr id="7" name="Picture 6">
            <a:extLst>
              <a:ext uri="{FF2B5EF4-FFF2-40B4-BE49-F238E27FC236}">
                <a16:creationId xmlns:a16="http://schemas.microsoft.com/office/drawing/2014/main" id="{1DC3940C-7CC2-5698-77D3-4F6B9EC03914}"/>
              </a:ext>
            </a:extLst>
          </p:cNvPr>
          <p:cNvPicPr>
            <a:picLocks noChangeAspect="1"/>
          </p:cNvPicPr>
          <p:nvPr>
            <p:custDataLst>
              <p:tags r:id="rId2"/>
            </p:custDataLst>
          </p:nvPr>
        </p:nvPicPr>
        <p:blipFill>
          <a:blip r:embed="rId8"/>
          <a:stretch>
            <a:fillRect/>
          </a:stretch>
        </p:blipFill>
        <p:spPr>
          <a:xfrm>
            <a:off x="7062768" y="2496621"/>
            <a:ext cx="6078440" cy="3419122"/>
          </a:xfrm>
          <a:prstGeom prst="rect">
            <a:avLst/>
          </a:prstGeom>
          <a:ln>
            <a:solidFill>
              <a:schemeClr val="bg1">
                <a:lumMod val="75000"/>
              </a:schemeClr>
            </a:solidFill>
          </a:ln>
        </p:spPr>
      </p:pic>
      <p:pic>
        <p:nvPicPr>
          <p:cNvPr id="8" name="Picture 7">
            <a:extLst>
              <a:ext uri="{FF2B5EF4-FFF2-40B4-BE49-F238E27FC236}">
                <a16:creationId xmlns:a16="http://schemas.microsoft.com/office/drawing/2014/main" id="{B2695069-1E2D-D739-ADB8-6697780528D4}"/>
              </a:ext>
            </a:extLst>
          </p:cNvPr>
          <p:cNvPicPr>
            <a:picLocks noChangeAspect="1"/>
          </p:cNvPicPr>
          <p:nvPr>
            <p:custDataLst>
              <p:tags r:id="rId3"/>
            </p:custDataLst>
          </p:nvPr>
        </p:nvPicPr>
        <p:blipFill>
          <a:blip r:embed="rId9"/>
          <a:stretch>
            <a:fillRect/>
          </a:stretch>
        </p:blipFill>
        <p:spPr>
          <a:xfrm>
            <a:off x="448970" y="2496620"/>
            <a:ext cx="6078440" cy="3419122"/>
          </a:xfrm>
          <a:prstGeom prst="rect">
            <a:avLst/>
          </a:prstGeom>
          <a:ln>
            <a:solidFill>
              <a:schemeClr val="bg1">
                <a:lumMod val="75000"/>
              </a:schemeClr>
            </a:solidFill>
          </a:ln>
        </p:spPr>
      </p:pic>
      <p:sp>
        <p:nvSpPr>
          <p:cNvPr id="3" name="TextBox 2">
            <a:extLst>
              <a:ext uri="{FF2B5EF4-FFF2-40B4-BE49-F238E27FC236}">
                <a16:creationId xmlns:a16="http://schemas.microsoft.com/office/drawing/2014/main" id="{EF3F22E1-1EE7-F575-F875-61AB503A19AF}"/>
              </a:ext>
            </a:extLst>
          </p:cNvPr>
          <p:cNvSpPr txBox="1"/>
          <p:nvPr/>
        </p:nvSpPr>
        <p:spPr>
          <a:xfrm>
            <a:off x="637709" y="6306508"/>
            <a:ext cx="12308019" cy="485598"/>
          </a:xfrm>
          <a:prstGeom prst="rect">
            <a:avLst/>
          </a:prstGeom>
          <a:noFill/>
        </p:spPr>
        <p:txBody>
          <a:bodyPr wrap="square" lIns="0" tIns="45720" rIns="0" bIns="45720" rtlCol="0">
            <a:spAutoFit/>
          </a:bodyPr>
          <a:lstStyle/>
          <a:p>
            <a:r>
              <a:rPr lang="en-US" sz="1800" b="1" i="1"/>
              <a:t>This tip is great for creating slides like Product roadmaps, communicating change initiatives, project plans, etc.</a:t>
            </a:r>
          </a:p>
        </p:txBody>
      </p:sp>
      <p:grpSp>
        <p:nvGrpSpPr>
          <p:cNvPr id="9" name="Group 8">
            <a:extLst>
              <a:ext uri="{FF2B5EF4-FFF2-40B4-BE49-F238E27FC236}">
                <a16:creationId xmlns:a16="http://schemas.microsoft.com/office/drawing/2014/main" id="{CCFDEAA9-E496-2395-C433-7DB765016509}"/>
              </a:ext>
            </a:extLst>
          </p:cNvPr>
          <p:cNvGrpSpPr/>
          <p:nvPr/>
        </p:nvGrpSpPr>
        <p:grpSpPr>
          <a:xfrm>
            <a:off x="10874499" y="0"/>
            <a:ext cx="2943101" cy="914400"/>
            <a:chOff x="10874499" y="0"/>
            <a:chExt cx="2943101" cy="914400"/>
          </a:xfrm>
        </p:grpSpPr>
        <p:grpSp>
          <p:nvGrpSpPr>
            <p:cNvPr id="10" name="Group 9">
              <a:extLst>
                <a:ext uri="{FF2B5EF4-FFF2-40B4-BE49-F238E27FC236}">
                  <a16:creationId xmlns:a16="http://schemas.microsoft.com/office/drawing/2014/main" id="{83B1C190-5BA8-997A-AE6E-C54EC7F064DA}"/>
                </a:ext>
              </a:extLst>
            </p:cNvPr>
            <p:cNvGrpSpPr/>
            <p:nvPr/>
          </p:nvGrpSpPr>
          <p:grpSpPr>
            <a:xfrm>
              <a:off x="12903200" y="0"/>
              <a:ext cx="914400" cy="914400"/>
              <a:chOff x="12903200" y="0"/>
              <a:chExt cx="914400" cy="914400"/>
            </a:xfrm>
          </p:grpSpPr>
          <p:sp>
            <p:nvSpPr>
              <p:cNvPr id="12" name="Right Triangle 11">
                <a:extLst>
                  <a:ext uri="{FF2B5EF4-FFF2-40B4-BE49-F238E27FC236}">
                    <a16:creationId xmlns:a16="http://schemas.microsoft.com/office/drawing/2014/main" id="{1B27BC6A-093E-6A8A-6207-43AD21709CD3}"/>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3" name="Oval 20">
                <a:extLst>
                  <a:ext uri="{FF2B5EF4-FFF2-40B4-BE49-F238E27FC236}">
                    <a16:creationId xmlns:a16="http://schemas.microsoft.com/office/drawing/2014/main" id="{B2F4248E-CCC7-C501-86D3-7BE2A483E92D}"/>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11" name="TextBox 10">
              <a:extLst>
                <a:ext uri="{FF2B5EF4-FFF2-40B4-BE49-F238E27FC236}">
                  <a16:creationId xmlns:a16="http://schemas.microsoft.com/office/drawing/2014/main" id="{D8DA8335-F542-8A66-55F0-7950453E15C5}"/>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43" name="TextBox 42">
            <a:extLst>
              <a:ext uri="{FF2B5EF4-FFF2-40B4-BE49-F238E27FC236}">
                <a16:creationId xmlns:a16="http://schemas.microsoft.com/office/drawing/2014/main" id="{E09F5EC1-23A4-16A9-BA1E-F3DD56055830}"/>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3) Design principles</a:t>
            </a:r>
          </a:p>
        </p:txBody>
      </p:sp>
    </p:spTree>
    <p:extLst>
      <p:ext uri="{BB962C8B-B14F-4D97-AF65-F5344CB8AC3E}">
        <p14:creationId xmlns:p14="http://schemas.microsoft.com/office/powerpoint/2010/main" val="17798315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3DC36E40-6195-0823-7460-486CD8FB91D2}"/>
              </a:ext>
            </a:extLst>
          </p:cNvPr>
          <p:cNvGraphicFramePr>
            <a:graphicFrameLocks noChangeAspect="1"/>
          </p:cNvGraphicFramePr>
          <p:nvPr>
            <p:custDataLst>
              <p:tags r:id="rId1"/>
            </p:custDataLst>
            <p:extLst>
              <p:ext uri="{D42A27DB-BD31-4B8C-83A1-F6EECF244321}">
                <p14:modId xmlns:p14="http://schemas.microsoft.com/office/powerpoint/2010/main" val="1183042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17" name="think-cell data - do not delete" hidden="1">
                        <a:extLst>
                          <a:ext uri="{FF2B5EF4-FFF2-40B4-BE49-F238E27FC236}">
                            <a16:creationId xmlns:a16="http://schemas.microsoft.com/office/drawing/2014/main" id="{3DC36E40-6195-0823-7460-486CD8FB91D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7" name="Picture 46">
            <a:extLst>
              <a:ext uri="{FF2B5EF4-FFF2-40B4-BE49-F238E27FC236}">
                <a16:creationId xmlns:a16="http://schemas.microsoft.com/office/drawing/2014/main" id="{821B3F38-F071-5CEE-6C0F-A00FEB2E454D}"/>
              </a:ext>
            </a:extLst>
          </p:cNvPr>
          <p:cNvPicPr>
            <a:picLocks noChangeAspect="1"/>
          </p:cNvPicPr>
          <p:nvPr/>
        </p:nvPicPr>
        <p:blipFill>
          <a:blip r:embed="rId5"/>
          <a:stretch>
            <a:fillRect/>
          </a:stretch>
        </p:blipFill>
        <p:spPr>
          <a:xfrm>
            <a:off x="315977" y="971531"/>
            <a:ext cx="10140423" cy="5700052"/>
          </a:xfrm>
          <a:prstGeom prst="rect">
            <a:avLst/>
          </a:prstGeom>
          <a:ln>
            <a:solidFill>
              <a:schemeClr val="bg1">
                <a:lumMod val="75000"/>
              </a:schemeClr>
            </a:solidFill>
          </a:ln>
        </p:spPr>
      </p:pic>
      <p:sp>
        <p:nvSpPr>
          <p:cNvPr id="5" name="Footer Placeholder 4">
            <a:extLst>
              <a:ext uri="{FF2B5EF4-FFF2-40B4-BE49-F238E27FC236}">
                <a16:creationId xmlns:a16="http://schemas.microsoft.com/office/drawing/2014/main" id="{9DB500F0-0268-D32B-CE4D-31DC257C4884}"/>
              </a:ext>
            </a:extLst>
          </p:cNvPr>
          <p:cNvSpPr>
            <a:spLocks noGrp="1"/>
          </p:cNvSpPr>
          <p:nvPr>
            <p:ph type="ftr" sz="quarter" idx="3"/>
          </p:nvPr>
        </p:nvSpPr>
        <p:spPr/>
        <p:txBody>
          <a:bodyPr/>
          <a:lstStyle/>
          <a:p>
            <a:r>
              <a:rPr lang="en-CA"/>
              <a:t>2024</a:t>
            </a:r>
          </a:p>
        </p:txBody>
      </p:sp>
      <p:grpSp>
        <p:nvGrpSpPr>
          <p:cNvPr id="6" name="Group 5">
            <a:extLst>
              <a:ext uri="{FF2B5EF4-FFF2-40B4-BE49-F238E27FC236}">
                <a16:creationId xmlns:a16="http://schemas.microsoft.com/office/drawing/2014/main" id="{FC6EA491-DCBF-298E-A340-10652BDCA2BB}"/>
              </a:ext>
            </a:extLst>
          </p:cNvPr>
          <p:cNvGrpSpPr/>
          <p:nvPr/>
        </p:nvGrpSpPr>
        <p:grpSpPr>
          <a:xfrm>
            <a:off x="10874499" y="0"/>
            <a:ext cx="2943101" cy="914400"/>
            <a:chOff x="10874499" y="0"/>
            <a:chExt cx="2943101" cy="914400"/>
          </a:xfrm>
        </p:grpSpPr>
        <p:grpSp>
          <p:nvGrpSpPr>
            <p:cNvPr id="8" name="Group 7">
              <a:extLst>
                <a:ext uri="{FF2B5EF4-FFF2-40B4-BE49-F238E27FC236}">
                  <a16:creationId xmlns:a16="http://schemas.microsoft.com/office/drawing/2014/main" id="{C671875D-BB28-8759-08E7-D2C1126AB497}"/>
                </a:ext>
              </a:extLst>
            </p:cNvPr>
            <p:cNvGrpSpPr/>
            <p:nvPr/>
          </p:nvGrpSpPr>
          <p:grpSpPr>
            <a:xfrm>
              <a:off x="12903200" y="0"/>
              <a:ext cx="914400" cy="914400"/>
              <a:chOff x="12903200" y="0"/>
              <a:chExt cx="914400" cy="914400"/>
            </a:xfrm>
          </p:grpSpPr>
          <p:sp>
            <p:nvSpPr>
              <p:cNvPr id="10" name="Right Triangle 9">
                <a:extLst>
                  <a:ext uri="{FF2B5EF4-FFF2-40B4-BE49-F238E27FC236}">
                    <a16:creationId xmlns:a16="http://schemas.microsoft.com/office/drawing/2014/main" id="{FC2DCD20-48A9-1058-EF9A-FD9B1650C2FB}"/>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1" name="Oval 20">
                <a:extLst>
                  <a:ext uri="{FF2B5EF4-FFF2-40B4-BE49-F238E27FC236}">
                    <a16:creationId xmlns:a16="http://schemas.microsoft.com/office/drawing/2014/main" id="{A6B1DD60-A1D8-B30F-42F9-C46BD09DE6EA}"/>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9" name="TextBox 8">
              <a:extLst>
                <a:ext uri="{FF2B5EF4-FFF2-40B4-BE49-F238E27FC236}">
                  <a16:creationId xmlns:a16="http://schemas.microsoft.com/office/drawing/2014/main" id="{590D0287-2D95-0F19-621B-CC1F06E5382F}"/>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
        <p:nvSpPr>
          <p:cNvPr id="12" name="Rectangle 11">
            <a:extLst>
              <a:ext uri="{FF2B5EF4-FFF2-40B4-BE49-F238E27FC236}">
                <a16:creationId xmlns:a16="http://schemas.microsoft.com/office/drawing/2014/main" id="{47A609EB-BBC8-C898-8731-0CCA84D5A266}"/>
              </a:ext>
            </a:extLst>
          </p:cNvPr>
          <p:cNvSpPr/>
          <p:nvPr/>
        </p:nvSpPr>
        <p:spPr bwMode="auto">
          <a:xfrm>
            <a:off x="4994396" y="0"/>
            <a:ext cx="3819677" cy="291356"/>
          </a:xfrm>
          <a:prstGeom prst="rect">
            <a:avLst/>
          </a:prstGeom>
          <a:solidFill>
            <a:srgbClr val="CC0000"/>
          </a:solidFill>
          <a:ln w="9525" cap="flat" cmpd="sng" algn="ctr">
            <a:solidFill>
              <a:srgbClr val="CC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bg1"/>
                </a:solidFill>
                <a:effectLst/>
                <a:latin typeface="Arial" charset="0"/>
              </a:rPr>
              <a:t>Glance tes</a:t>
            </a:r>
            <a:r>
              <a:rPr lang="en-US">
                <a:solidFill>
                  <a:schemeClr val="bg1"/>
                </a:solidFill>
              </a:rPr>
              <a:t>t – How could you improve this slide?</a:t>
            </a:r>
            <a:endParaRPr kumimoji="0" lang="en-US" sz="1200" b="0" i="0" u="none" strike="noStrike" cap="none" normalizeH="0" baseline="0">
              <a:ln>
                <a:noFill/>
              </a:ln>
              <a:solidFill>
                <a:schemeClr val="bg1"/>
              </a:solidFill>
              <a:effectLst/>
              <a:latin typeface="Arial" charset="0"/>
            </a:endParaRPr>
          </a:p>
        </p:txBody>
      </p:sp>
      <p:grpSp>
        <p:nvGrpSpPr>
          <p:cNvPr id="43" name="Group 42">
            <a:extLst>
              <a:ext uri="{FF2B5EF4-FFF2-40B4-BE49-F238E27FC236}">
                <a16:creationId xmlns:a16="http://schemas.microsoft.com/office/drawing/2014/main" id="{F81B95EC-AB47-A2F4-A34A-3863E8F4C724}"/>
              </a:ext>
            </a:extLst>
          </p:cNvPr>
          <p:cNvGrpSpPr/>
          <p:nvPr/>
        </p:nvGrpSpPr>
        <p:grpSpPr>
          <a:xfrm>
            <a:off x="8605876" y="1125271"/>
            <a:ext cx="4655157" cy="755703"/>
            <a:chOff x="8605876" y="930062"/>
            <a:chExt cx="4655157" cy="755703"/>
          </a:xfrm>
        </p:grpSpPr>
        <p:cxnSp>
          <p:nvCxnSpPr>
            <p:cNvPr id="23" name="Straight Arrow Connector 22">
              <a:extLst>
                <a:ext uri="{FF2B5EF4-FFF2-40B4-BE49-F238E27FC236}">
                  <a16:creationId xmlns:a16="http://schemas.microsoft.com/office/drawing/2014/main" id="{3B20C127-F12B-7EFC-7EEA-778AAA05E32C}"/>
                </a:ext>
              </a:extLst>
            </p:cNvPr>
            <p:cNvCxnSpPr>
              <a:cxnSpLocks/>
              <a:endCxn id="24" idx="1"/>
            </p:cNvCxnSpPr>
            <p:nvPr/>
          </p:nvCxnSpPr>
          <p:spPr bwMode="auto">
            <a:xfrm>
              <a:off x="8605876" y="1296026"/>
              <a:ext cx="2061237" cy="11888"/>
            </a:xfrm>
            <a:prstGeom prst="straightConnector1">
              <a:avLst/>
            </a:prstGeom>
            <a:noFill/>
            <a:ln w="9525" cap="flat" cmpd="sng" algn="ctr">
              <a:solidFill>
                <a:schemeClr val="accent1"/>
              </a:solidFill>
              <a:prstDash val="solid"/>
              <a:round/>
              <a:headEnd type="none" w="med" len="med"/>
              <a:tailEnd type="triangle"/>
            </a:ln>
            <a:effectLst/>
          </p:spPr>
        </p:cxnSp>
        <p:sp>
          <p:nvSpPr>
            <p:cNvPr id="24" name="Rectangle 23">
              <a:extLst>
                <a:ext uri="{FF2B5EF4-FFF2-40B4-BE49-F238E27FC236}">
                  <a16:creationId xmlns:a16="http://schemas.microsoft.com/office/drawing/2014/main" id="{91542768-54B1-A930-D931-86B609522592}"/>
                </a:ext>
              </a:extLst>
            </p:cNvPr>
            <p:cNvSpPr/>
            <p:nvPr/>
          </p:nvSpPr>
          <p:spPr bwMode="auto">
            <a:xfrm>
              <a:off x="10667113" y="930062"/>
              <a:ext cx="2593920" cy="755703"/>
            </a:xfrm>
            <a:prstGeom prst="rect">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Subtitle does not add incremental information to what’s in the title / body</a:t>
              </a:r>
            </a:p>
          </p:txBody>
        </p:sp>
      </p:grpSp>
      <p:cxnSp>
        <p:nvCxnSpPr>
          <p:cNvPr id="26" name="Straight Arrow Connector 25">
            <a:extLst>
              <a:ext uri="{FF2B5EF4-FFF2-40B4-BE49-F238E27FC236}">
                <a16:creationId xmlns:a16="http://schemas.microsoft.com/office/drawing/2014/main" id="{09CB9E99-D63A-4F54-7140-93F8FFA9A08E}"/>
              </a:ext>
            </a:extLst>
          </p:cNvPr>
          <p:cNvCxnSpPr>
            <a:cxnSpLocks/>
            <a:endCxn id="27" idx="1"/>
          </p:cNvCxnSpPr>
          <p:nvPr/>
        </p:nvCxnSpPr>
        <p:spPr bwMode="auto">
          <a:xfrm flipV="1">
            <a:off x="10263883" y="2588544"/>
            <a:ext cx="385034" cy="1"/>
          </a:xfrm>
          <a:prstGeom prst="straightConnector1">
            <a:avLst/>
          </a:prstGeom>
          <a:noFill/>
          <a:ln w="9525" cap="flat" cmpd="sng" algn="ctr">
            <a:solidFill>
              <a:schemeClr val="accent1"/>
            </a:solidFill>
            <a:prstDash val="solid"/>
            <a:round/>
            <a:headEnd type="none" w="med" len="med"/>
            <a:tailEnd type="triangle"/>
          </a:ln>
          <a:effectLst/>
        </p:spPr>
      </p:cxnSp>
      <p:sp>
        <p:nvSpPr>
          <p:cNvPr id="27" name="Rectangle 26">
            <a:extLst>
              <a:ext uri="{FF2B5EF4-FFF2-40B4-BE49-F238E27FC236}">
                <a16:creationId xmlns:a16="http://schemas.microsoft.com/office/drawing/2014/main" id="{B5D5550A-6A62-A97C-0D69-BD2B670440B4}"/>
              </a:ext>
            </a:extLst>
          </p:cNvPr>
          <p:cNvSpPr/>
          <p:nvPr/>
        </p:nvSpPr>
        <p:spPr bwMode="auto">
          <a:xfrm>
            <a:off x="10648917" y="2085624"/>
            <a:ext cx="2593920" cy="1005840"/>
          </a:xfrm>
          <a:prstGeom prst="rect">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Missing title for the chart, axes</a:t>
            </a:r>
          </a:p>
          <a:p>
            <a:pPr marL="0" marR="0" indent="0" algn="ctr" defTabSz="1081088" rtl="0" eaLnBrk="1" fontAlgn="base" latinLnBrk="0" hangingPunct="1">
              <a:lnSpc>
                <a:spcPct val="100000"/>
              </a:lnSpc>
              <a:spcBef>
                <a:spcPct val="0"/>
              </a:spcBef>
              <a:spcAft>
                <a:spcPct val="0"/>
              </a:spcAft>
              <a:buClrTx/>
              <a:buSzTx/>
              <a:buFontTx/>
              <a:buNone/>
              <a:tabLst/>
            </a:pPr>
            <a:r>
              <a:rPr lang="en-US" sz="1400"/>
              <a:t>No values on each bar</a:t>
            </a:r>
          </a:p>
          <a:p>
            <a:pPr defTabSz="1081088"/>
            <a:r>
              <a:rPr kumimoji="0" lang="en-US" sz="1400" b="0" i="0" u="none" strike="noStrike" cap="none" normalizeH="0" baseline="0">
                <a:ln>
                  <a:noFill/>
                </a:ln>
                <a:solidFill>
                  <a:schemeClr val="tx1"/>
                </a:solidFill>
                <a:effectLst/>
                <a:latin typeface="Arial" charset="0"/>
              </a:rPr>
              <a:t>No context on why</a:t>
            </a:r>
            <a:r>
              <a:rPr kumimoji="0" lang="en-US" sz="1400" b="0" i="0" u="none" strike="noStrike" cap="none" normalizeH="0">
                <a:ln>
                  <a:noFill/>
                </a:ln>
                <a:solidFill>
                  <a:schemeClr val="tx1"/>
                </a:solidFill>
                <a:effectLst/>
                <a:latin typeface="Arial" charset="0"/>
              </a:rPr>
              <a:t> the graph starts Jun ’24 (footnote?)</a:t>
            </a:r>
            <a:endParaRPr kumimoji="0" lang="en-US" sz="1400" b="0" i="0" u="none" strike="noStrike" cap="none" normalizeH="0" baseline="0">
              <a:ln>
                <a:noFill/>
              </a:ln>
              <a:solidFill>
                <a:schemeClr val="tx1"/>
              </a:solidFill>
              <a:effectLst/>
              <a:latin typeface="Arial" charset="0"/>
            </a:endParaRPr>
          </a:p>
        </p:txBody>
      </p:sp>
      <p:grpSp>
        <p:nvGrpSpPr>
          <p:cNvPr id="44" name="Group 43">
            <a:extLst>
              <a:ext uri="{FF2B5EF4-FFF2-40B4-BE49-F238E27FC236}">
                <a16:creationId xmlns:a16="http://schemas.microsoft.com/office/drawing/2014/main" id="{89196710-FFC4-B46C-350B-B315E6460920}"/>
              </a:ext>
            </a:extLst>
          </p:cNvPr>
          <p:cNvGrpSpPr/>
          <p:nvPr/>
        </p:nvGrpSpPr>
        <p:grpSpPr>
          <a:xfrm>
            <a:off x="8957909" y="3269749"/>
            <a:ext cx="4303123" cy="914400"/>
            <a:chOff x="8957909" y="3074540"/>
            <a:chExt cx="4303123" cy="914400"/>
          </a:xfrm>
        </p:grpSpPr>
        <p:cxnSp>
          <p:nvCxnSpPr>
            <p:cNvPr id="19" name="Straight Arrow Connector 18">
              <a:extLst>
                <a:ext uri="{FF2B5EF4-FFF2-40B4-BE49-F238E27FC236}">
                  <a16:creationId xmlns:a16="http://schemas.microsoft.com/office/drawing/2014/main" id="{9FE306A3-DB76-5E6F-1C48-DEC88501B354}"/>
                </a:ext>
              </a:extLst>
            </p:cNvPr>
            <p:cNvCxnSpPr>
              <a:cxnSpLocks/>
              <a:stCxn id="30" idx="1"/>
              <a:endCxn id="20" idx="1"/>
            </p:cNvCxnSpPr>
            <p:nvPr/>
          </p:nvCxnSpPr>
          <p:spPr bwMode="auto">
            <a:xfrm flipV="1">
              <a:off x="9133724" y="3531740"/>
              <a:ext cx="1533388" cy="1804"/>
            </a:xfrm>
            <a:prstGeom prst="straightConnector1">
              <a:avLst/>
            </a:prstGeom>
            <a:noFill/>
            <a:ln w="9525" cap="flat" cmpd="sng" algn="ctr">
              <a:solidFill>
                <a:schemeClr val="accent1"/>
              </a:solidFill>
              <a:prstDash val="solid"/>
              <a:round/>
              <a:headEnd type="none" w="med" len="med"/>
              <a:tailEnd type="triangle"/>
            </a:ln>
            <a:effectLst/>
          </p:spPr>
        </p:cxnSp>
        <p:sp>
          <p:nvSpPr>
            <p:cNvPr id="20" name="Rectangle 19">
              <a:extLst>
                <a:ext uri="{FF2B5EF4-FFF2-40B4-BE49-F238E27FC236}">
                  <a16:creationId xmlns:a16="http://schemas.microsoft.com/office/drawing/2014/main" id="{436CC003-1B61-9DB1-4B8F-DF819F454088}"/>
                </a:ext>
              </a:extLst>
            </p:cNvPr>
            <p:cNvSpPr/>
            <p:nvPr/>
          </p:nvSpPr>
          <p:spPr bwMode="auto">
            <a:xfrm>
              <a:off x="10667112" y="3074540"/>
              <a:ext cx="2593920" cy="914400"/>
            </a:xfrm>
            <a:prstGeom prst="rect">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Redundant information between</a:t>
              </a:r>
              <a:r>
                <a:rPr kumimoji="0" lang="en-US" sz="1400" b="0" i="0" u="none" strike="noStrike" cap="none" normalizeH="0">
                  <a:ln>
                    <a:noFill/>
                  </a:ln>
                  <a:solidFill>
                    <a:schemeClr val="tx1"/>
                  </a:solidFill>
                  <a:effectLst/>
                  <a:latin typeface="Arial" charset="0"/>
                </a:rPr>
                <a:t> data </a:t>
              </a:r>
              <a:r>
                <a:rPr kumimoji="0" lang="en-US" sz="1400" b="0" i="0" u="none" strike="noStrike" cap="none" normalizeH="0" baseline="0">
                  <a:ln>
                    <a:noFill/>
                  </a:ln>
                  <a:solidFill>
                    <a:schemeClr val="tx1"/>
                  </a:solidFill>
                  <a:effectLst/>
                  <a:latin typeface="Arial" charset="0"/>
                </a:rPr>
                <a:t>in the chart and body of the slide (some data not traceable e.g., 99 reports)</a:t>
              </a:r>
            </a:p>
          </p:txBody>
        </p:sp>
        <p:sp>
          <p:nvSpPr>
            <p:cNvPr id="30" name="Right Brace 29">
              <a:extLst>
                <a:ext uri="{FF2B5EF4-FFF2-40B4-BE49-F238E27FC236}">
                  <a16:creationId xmlns:a16="http://schemas.microsoft.com/office/drawing/2014/main" id="{1A8CAAD5-2782-0F23-A248-93D79DCFE791}"/>
                </a:ext>
              </a:extLst>
            </p:cNvPr>
            <p:cNvSpPr/>
            <p:nvPr/>
          </p:nvSpPr>
          <p:spPr bwMode="auto">
            <a:xfrm>
              <a:off x="8957909" y="3221984"/>
              <a:ext cx="175815" cy="623120"/>
            </a:xfrm>
            <a:prstGeom prst="rightBrace">
              <a:avLst/>
            </a:prstGeom>
            <a:noFill/>
            <a:ln w="9525" cap="flat" cmpd="sng" algn="ctr">
              <a:solidFill>
                <a:schemeClr val="accent1"/>
              </a:solidFill>
              <a:prstDash val="solid"/>
              <a:round/>
              <a:headEnd type="none" w="med" len="med"/>
              <a:tailEnd type="none" w="med" len="med"/>
            </a:ln>
            <a:effectLst/>
          </p:spPr>
          <p:txBody>
            <a:bodyPr rtlCol="0" anchor="ctr"/>
            <a:lstStyle/>
            <a:p>
              <a:pPr algn="ctr"/>
              <a:endParaRPr lang="en-US"/>
            </a:p>
          </p:txBody>
        </p:sp>
      </p:grpSp>
      <p:cxnSp>
        <p:nvCxnSpPr>
          <p:cNvPr id="34" name="Straight Arrow Connector 33">
            <a:extLst>
              <a:ext uri="{FF2B5EF4-FFF2-40B4-BE49-F238E27FC236}">
                <a16:creationId xmlns:a16="http://schemas.microsoft.com/office/drawing/2014/main" id="{6F04EA90-AE65-907A-A97C-40BD92C9900E}"/>
              </a:ext>
            </a:extLst>
          </p:cNvPr>
          <p:cNvCxnSpPr>
            <a:cxnSpLocks/>
            <a:endCxn id="35" idx="1"/>
          </p:cNvCxnSpPr>
          <p:nvPr/>
        </p:nvCxnSpPr>
        <p:spPr bwMode="auto">
          <a:xfrm>
            <a:off x="9565240" y="4756922"/>
            <a:ext cx="1101872" cy="1804"/>
          </a:xfrm>
          <a:prstGeom prst="straightConnector1">
            <a:avLst/>
          </a:prstGeom>
          <a:noFill/>
          <a:ln w="9525" cap="flat" cmpd="sng" algn="ctr">
            <a:solidFill>
              <a:schemeClr val="accent1"/>
            </a:solidFill>
            <a:prstDash val="solid"/>
            <a:round/>
            <a:headEnd type="none" w="med" len="med"/>
            <a:tailEnd type="triangle"/>
          </a:ln>
          <a:effectLst/>
        </p:spPr>
      </p:cxnSp>
      <p:sp>
        <p:nvSpPr>
          <p:cNvPr id="35" name="Rectangle 34">
            <a:extLst>
              <a:ext uri="{FF2B5EF4-FFF2-40B4-BE49-F238E27FC236}">
                <a16:creationId xmlns:a16="http://schemas.microsoft.com/office/drawing/2014/main" id="{79B678DE-D2ED-ECF6-D2D0-6A42613EBEAA}"/>
              </a:ext>
            </a:extLst>
          </p:cNvPr>
          <p:cNvSpPr/>
          <p:nvPr/>
        </p:nvSpPr>
        <p:spPr bwMode="auto">
          <a:xfrm>
            <a:off x="10667112" y="4297639"/>
            <a:ext cx="2593920" cy="922173"/>
          </a:xfrm>
          <a:prstGeom prst="rect">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Visual cues could help differentiate</a:t>
            </a:r>
            <a:r>
              <a:rPr lang="en-US" sz="1400"/>
              <a:t> challenges that may need solution from audience vs. updates</a:t>
            </a:r>
            <a:endParaRPr kumimoji="0" lang="en-US" sz="1400" b="0" i="0" u="none" strike="noStrike" cap="none" normalizeH="0" baseline="0">
              <a:ln>
                <a:noFill/>
              </a:ln>
              <a:solidFill>
                <a:schemeClr val="tx1"/>
              </a:solidFill>
              <a:effectLst/>
              <a:latin typeface="Arial" charset="0"/>
            </a:endParaRPr>
          </a:p>
        </p:txBody>
      </p:sp>
      <p:cxnSp>
        <p:nvCxnSpPr>
          <p:cNvPr id="39" name="Straight Arrow Connector 38">
            <a:extLst>
              <a:ext uri="{FF2B5EF4-FFF2-40B4-BE49-F238E27FC236}">
                <a16:creationId xmlns:a16="http://schemas.microsoft.com/office/drawing/2014/main" id="{3E9CCAE6-07DC-2369-A042-CF2DD0AD5E50}"/>
              </a:ext>
            </a:extLst>
          </p:cNvPr>
          <p:cNvCxnSpPr>
            <a:cxnSpLocks/>
            <a:endCxn id="40" idx="1"/>
          </p:cNvCxnSpPr>
          <p:nvPr/>
        </p:nvCxnSpPr>
        <p:spPr bwMode="auto">
          <a:xfrm>
            <a:off x="9339209" y="4972692"/>
            <a:ext cx="1327903" cy="946639"/>
          </a:xfrm>
          <a:prstGeom prst="bentConnector3">
            <a:avLst>
              <a:gd name="adj1" fmla="val 50000"/>
            </a:avLst>
          </a:prstGeom>
          <a:noFill/>
          <a:ln w="9525" cap="flat" cmpd="sng" algn="ctr">
            <a:solidFill>
              <a:schemeClr val="accent1"/>
            </a:solidFill>
            <a:prstDash val="solid"/>
            <a:round/>
            <a:headEnd type="none" w="med" len="med"/>
            <a:tailEnd type="triangle"/>
          </a:ln>
          <a:effectLst/>
        </p:spPr>
      </p:cxnSp>
      <p:sp>
        <p:nvSpPr>
          <p:cNvPr id="40" name="Rectangle 39">
            <a:extLst>
              <a:ext uri="{FF2B5EF4-FFF2-40B4-BE49-F238E27FC236}">
                <a16:creationId xmlns:a16="http://schemas.microsoft.com/office/drawing/2014/main" id="{E2689599-7620-7B41-AB9B-56B858FB1E22}"/>
              </a:ext>
            </a:extLst>
          </p:cNvPr>
          <p:cNvSpPr/>
          <p:nvPr/>
        </p:nvSpPr>
        <p:spPr bwMode="auto">
          <a:xfrm>
            <a:off x="10667112" y="5458244"/>
            <a:ext cx="2593920" cy="922173"/>
          </a:xfrm>
          <a:prstGeom prst="rect">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Parallel sentence construction could enhance readability – First bullet has a ‘:’ before sentence while others don’t</a:t>
            </a:r>
          </a:p>
        </p:txBody>
      </p:sp>
      <p:sp>
        <p:nvSpPr>
          <p:cNvPr id="42" name="TextBox 41">
            <a:extLst>
              <a:ext uri="{FF2B5EF4-FFF2-40B4-BE49-F238E27FC236}">
                <a16:creationId xmlns:a16="http://schemas.microsoft.com/office/drawing/2014/main" id="{598C0EBC-6333-BF76-64BB-5BB50BF943E0}"/>
              </a:ext>
            </a:extLst>
          </p:cNvPr>
          <p:cNvSpPr txBox="1"/>
          <p:nvPr/>
        </p:nvSpPr>
        <p:spPr>
          <a:xfrm>
            <a:off x="10648916" y="6491761"/>
            <a:ext cx="2612115" cy="307777"/>
          </a:xfrm>
          <a:prstGeom prst="rect">
            <a:avLst/>
          </a:prstGeom>
          <a:noFill/>
        </p:spPr>
        <p:txBody>
          <a:bodyPr wrap="square" lIns="0" tIns="45720" rIns="0" bIns="45720" rtlCol="0">
            <a:spAutoFit/>
          </a:bodyPr>
          <a:lstStyle/>
          <a:p>
            <a:r>
              <a:rPr lang="en-US" sz="1400" i="1"/>
              <a:t>Any others???</a:t>
            </a:r>
          </a:p>
        </p:txBody>
      </p:sp>
      <p:sp>
        <p:nvSpPr>
          <p:cNvPr id="49" name="TextBox 48">
            <a:extLst>
              <a:ext uri="{FF2B5EF4-FFF2-40B4-BE49-F238E27FC236}">
                <a16:creationId xmlns:a16="http://schemas.microsoft.com/office/drawing/2014/main" id="{6CBBC721-683B-0ED3-918F-B1241CE0232F}"/>
              </a:ext>
            </a:extLst>
          </p:cNvPr>
          <p:cNvSpPr txBox="1"/>
          <p:nvPr/>
        </p:nvSpPr>
        <p:spPr>
          <a:xfrm>
            <a:off x="2604499" y="6931942"/>
            <a:ext cx="5686746" cy="246221"/>
          </a:xfrm>
          <a:prstGeom prst="rect">
            <a:avLst/>
          </a:prstGeom>
          <a:noFill/>
        </p:spPr>
        <p:txBody>
          <a:bodyPr wrap="square" lIns="0" tIns="45720" rIns="0" bIns="45720" rtlCol="0">
            <a:spAutoFit/>
          </a:bodyPr>
          <a:lstStyle/>
          <a:p>
            <a:pPr algn="l"/>
            <a:r>
              <a:rPr lang="en-US" sz="1000"/>
              <a:t>Source: Credit to Insurer Operations team for permissions to share slide</a:t>
            </a:r>
          </a:p>
        </p:txBody>
      </p:sp>
      <p:sp>
        <p:nvSpPr>
          <p:cNvPr id="3" name="Title 2">
            <a:extLst>
              <a:ext uri="{FF2B5EF4-FFF2-40B4-BE49-F238E27FC236}">
                <a16:creationId xmlns:a16="http://schemas.microsoft.com/office/drawing/2014/main" id="{7959B2E6-4470-57A2-F9A6-AA3C39155C31}"/>
              </a:ext>
            </a:extLst>
          </p:cNvPr>
          <p:cNvSpPr>
            <a:spLocks noGrp="1"/>
          </p:cNvSpPr>
          <p:nvPr>
            <p:ph type="title"/>
          </p:nvPr>
        </p:nvSpPr>
        <p:spPr>
          <a:xfrm>
            <a:off x="630000" y="622800"/>
            <a:ext cx="10933350" cy="443198"/>
          </a:xfrm>
        </p:spPr>
        <p:txBody>
          <a:bodyPr/>
          <a:lstStyle/>
          <a:p>
            <a:endParaRPr lang="en-US"/>
          </a:p>
        </p:txBody>
      </p:sp>
    </p:spTree>
    <p:extLst>
      <p:ext uri="{BB962C8B-B14F-4D97-AF65-F5344CB8AC3E}">
        <p14:creationId xmlns:p14="http://schemas.microsoft.com/office/powerpoint/2010/main" val="114050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5" grpId="0" animBg="1"/>
      <p:bldP spid="40" grpId="0" animBg="1"/>
      <p:bldP spid="4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E3330-248C-A91F-ED19-201A44C6B1D3}"/>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52E9230-7894-0DD4-3C77-7CD8AD6464E4}"/>
              </a:ext>
            </a:extLst>
          </p:cNvPr>
          <p:cNvGraphicFramePr>
            <a:graphicFrameLocks noChangeAspect="1"/>
          </p:cNvGraphicFramePr>
          <p:nvPr>
            <p:custDataLst>
              <p:tags r:id="rId1"/>
            </p:custDataLst>
            <p:extLst>
              <p:ext uri="{D42A27DB-BD31-4B8C-83A1-F6EECF244321}">
                <p14:modId xmlns:p14="http://schemas.microsoft.com/office/powerpoint/2010/main" val="25803989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1" imgW="404" imgH="405" progId="TCLayout.ActiveDocument.1">
                  <p:embed/>
                </p:oleObj>
              </mc:Choice>
              <mc:Fallback>
                <p:oleObj name="think-cell Slide" r:id="rId51" imgW="404" imgH="405" progId="TCLayout.ActiveDocument.1">
                  <p:embed/>
                  <p:pic>
                    <p:nvPicPr>
                      <p:cNvPr id="8" name="think-cell data - do not delete" hidden="1">
                        <a:extLst>
                          <a:ext uri="{FF2B5EF4-FFF2-40B4-BE49-F238E27FC236}">
                            <a16:creationId xmlns:a16="http://schemas.microsoft.com/office/drawing/2014/main" id="{552E9230-7894-0DD4-3C77-7CD8AD6464E4}"/>
                          </a:ext>
                        </a:extLst>
                      </p:cNvPr>
                      <p:cNvPicPr/>
                      <p:nvPr/>
                    </p:nvPicPr>
                    <p:blipFill>
                      <a:blip r:embed="rId52"/>
                      <a:stretch>
                        <a:fillRect/>
                      </a:stretch>
                    </p:blipFill>
                    <p:spPr>
                      <a:xfrm>
                        <a:off x="1588" y="1588"/>
                        <a:ext cx="1588" cy="1588"/>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1E7C9251-3888-7452-3343-FAC62218F687}"/>
              </a:ext>
            </a:extLst>
          </p:cNvPr>
          <p:cNvSpPr>
            <a:spLocks noGrp="1"/>
          </p:cNvSpPr>
          <p:nvPr>
            <p:ph sz="quarter" idx="15"/>
          </p:nvPr>
        </p:nvSpPr>
        <p:spPr>
          <a:xfrm>
            <a:off x="7647729" y="1865885"/>
            <a:ext cx="5466386" cy="393357"/>
          </a:xfrm>
        </p:spPr>
        <p:txBody>
          <a:bodyPr/>
          <a:lstStyle/>
          <a:p>
            <a:r>
              <a:rPr lang="en-US" b="1">
                <a:solidFill>
                  <a:schemeClr val="accent2"/>
                </a:solidFill>
              </a:rPr>
              <a:t>Nov-24 SLA ~74% (~6 ppt lower vs. avg) driven by data / staffing issues; 5 ongoing efforts to drive improvement </a:t>
            </a:r>
          </a:p>
        </p:txBody>
      </p:sp>
      <p:sp>
        <p:nvSpPr>
          <p:cNvPr id="12" name="Content Placeholder 11">
            <a:extLst>
              <a:ext uri="{FF2B5EF4-FFF2-40B4-BE49-F238E27FC236}">
                <a16:creationId xmlns:a16="http://schemas.microsoft.com/office/drawing/2014/main" id="{893AF813-F2D2-62AF-ABBA-6B36278055F1}"/>
              </a:ext>
            </a:extLst>
          </p:cNvPr>
          <p:cNvSpPr>
            <a:spLocks noGrp="1"/>
          </p:cNvSpPr>
          <p:nvPr>
            <p:ph sz="quarter" idx="14"/>
          </p:nvPr>
        </p:nvSpPr>
        <p:spPr>
          <a:xfrm>
            <a:off x="455791" y="1865885"/>
            <a:ext cx="6561382" cy="393357"/>
          </a:xfrm>
        </p:spPr>
        <p:txBody>
          <a:bodyPr/>
          <a:lstStyle/>
          <a:p>
            <a:r>
              <a:rPr lang="en-US" b="1">
                <a:solidFill>
                  <a:schemeClr val="accent2"/>
                </a:solidFill>
              </a:rPr>
              <a:t>Delivered &gt;2x reports in Nov vs. Jun-24 with ~81% avg. SLA met</a:t>
            </a:r>
          </a:p>
        </p:txBody>
      </p:sp>
      <p:sp>
        <p:nvSpPr>
          <p:cNvPr id="2" name="Title 1">
            <a:extLst>
              <a:ext uri="{FF2B5EF4-FFF2-40B4-BE49-F238E27FC236}">
                <a16:creationId xmlns:a16="http://schemas.microsoft.com/office/drawing/2014/main" id="{4839EEE7-60CC-2CB8-E495-D27E4CB5D215}"/>
              </a:ext>
            </a:extLst>
          </p:cNvPr>
          <p:cNvSpPr>
            <a:spLocks noGrp="1"/>
          </p:cNvSpPr>
          <p:nvPr>
            <p:ph type="title"/>
          </p:nvPr>
        </p:nvSpPr>
        <p:spPr/>
        <p:txBody>
          <a:bodyPr vert="horz"/>
          <a:lstStyle/>
          <a:p>
            <a:r>
              <a:rPr lang="en-US">
                <a:solidFill>
                  <a:schemeClr val="accent2"/>
                </a:solidFill>
              </a:rPr>
              <a:t>Executive Summary – </a:t>
            </a:r>
            <a:r>
              <a:rPr lang="en-US"/>
              <a:t>Insurer Operations</a:t>
            </a:r>
          </a:p>
        </p:txBody>
      </p:sp>
      <p:sp>
        <p:nvSpPr>
          <p:cNvPr id="5" name="Subtitle 4">
            <a:extLst>
              <a:ext uri="{FF2B5EF4-FFF2-40B4-BE49-F238E27FC236}">
                <a16:creationId xmlns:a16="http://schemas.microsoft.com/office/drawing/2014/main" id="{8D9416A1-5F60-85B1-3175-FEFB9CDCE24B}"/>
              </a:ext>
            </a:extLst>
          </p:cNvPr>
          <p:cNvSpPr>
            <a:spLocks noGrp="1"/>
          </p:cNvSpPr>
          <p:nvPr>
            <p:ph type="subTitle" idx="1"/>
          </p:nvPr>
        </p:nvSpPr>
        <p:spPr/>
        <p:txBody>
          <a:bodyPr/>
          <a:lstStyle/>
          <a:p>
            <a:endParaRPr lang="en-US"/>
          </a:p>
        </p:txBody>
      </p:sp>
      <p:sp>
        <p:nvSpPr>
          <p:cNvPr id="9" name="TextBox 8">
            <a:extLst>
              <a:ext uri="{FF2B5EF4-FFF2-40B4-BE49-F238E27FC236}">
                <a16:creationId xmlns:a16="http://schemas.microsoft.com/office/drawing/2014/main" id="{3D5E05C7-B1C8-7BF8-579E-6D0D1733F158}"/>
              </a:ext>
            </a:extLst>
          </p:cNvPr>
          <p:cNvSpPr txBox="1"/>
          <p:nvPr/>
        </p:nvSpPr>
        <p:spPr>
          <a:xfrm>
            <a:off x="7892541" y="2567524"/>
            <a:ext cx="5221574" cy="1384995"/>
          </a:xfrm>
          <a:prstGeom prst="rect">
            <a:avLst/>
          </a:prstGeom>
          <a:noFill/>
        </p:spPr>
        <p:txBody>
          <a:bodyPr wrap="square">
            <a:spAutoFit/>
          </a:bodyPr>
          <a:lstStyle/>
          <a:p>
            <a:pPr marL="182880" algn="l">
              <a:spcAft>
                <a:spcPts val="600"/>
              </a:spcAft>
            </a:pPr>
            <a:r>
              <a:rPr lang="en-US" sz="1800" b="1">
                <a:solidFill>
                  <a:schemeClr val="accent2"/>
                </a:solidFill>
              </a:rPr>
              <a:t>Challenges</a:t>
            </a:r>
          </a:p>
          <a:p>
            <a:pPr marL="285750" indent="-285750" algn="l">
              <a:spcAft>
                <a:spcPts val="600"/>
              </a:spcAft>
              <a:buFont typeface="Arial" panose="020B0604020202020204" pitchFamily="34" charset="0"/>
              <a:buChar char="•"/>
            </a:pPr>
            <a:r>
              <a:rPr lang="en-US" sz="1400" b="1">
                <a:solidFill>
                  <a:schemeClr val="accent1"/>
                </a:solidFill>
              </a:rPr>
              <a:t>Data issues:</a:t>
            </a:r>
            <a:r>
              <a:rPr lang="en-US" sz="1400"/>
              <a:t> Missing/incorrect data in Member </a:t>
            </a:r>
            <a:r>
              <a:rPr lang="en-US" sz="1400" err="1"/>
              <a:t>bdx</a:t>
            </a:r>
            <a:r>
              <a:rPr lang="en-US" sz="1400"/>
              <a:t> and additional processing effort during first reporting month</a:t>
            </a:r>
          </a:p>
          <a:p>
            <a:pPr marL="285750" indent="-285750" algn="l">
              <a:spcAft>
                <a:spcPts val="600"/>
              </a:spcAft>
              <a:buFont typeface="Arial" panose="020B0604020202020204" pitchFamily="34" charset="0"/>
              <a:buChar char="•"/>
            </a:pPr>
            <a:r>
              <a:rPr lang="en-US" sz="1400" b="1">
                <a:solidFill>
                  <a:schemeClr val="accent1"/>
                </a:solidFill>
              </a:rPr>
              <a:t>IDM staffing:</a:t>
            </a:r>
            <a:r>
              <a:rPr lang="en-US" sz="1400"/>
              <a:t> Down 1 team member; recruiting 2 IDMs to expand team to 4; Megan returning mid-March</a:t>
            </a:r>
          </a:p>
        </p:txBody>
      </p:sp>
      <p:graphicFrame>
        <p:nvGraphicFramePr>
          <p:cNvPr id="35" name="Chart 34">
            <a:extLst>
              <a:ext uri="{FF2B5EF4-FFF2-40B4-BE49-F238E27FC236}">
                <a16:creationId xmlns:a16="http://schemas.microsoft.com/office/drawing/2014/main" id="{180367C9-B2F1-3D28-C246-5E8FE39A7992}"/>
              </a:ext>
            </a:extLst>
          </p:cNvPr>
          <p:cNvGraphicFramePr/>
          <p:nvPr>
            <p:custDataLst>
              <p:tags r:id="rId2"/>
            </p:custDataLst>
            <p:extLst>
              <p:ext uri="{D42A27DB-BD31-4B8C-83A1-F6EECF244321}">
                <p14:modId xmlns:p14="http://schemas.microsoft.com/office/powerpoint/2010/main" val="4008394620"/>
              </p:ext>
            </p:extLst>
          </p:nvPr>
        </p:nvGraphicFramePr>
        <p:xfrm>
          <a:off x="390525" y="2711450"/>
          <a:ext cx="5800725" cy="3057525"/>
        </p:xfrm>
        <a:graphic>
          <a:graphicData uri="http://schemas.openxmlformats.org/drawingml/2006/chart">
            <c:chart xmlns:c="http://schemas.openxmlformats.org/drawingml/2006/chart" xmlns:r="http://schemas.openxmlformats.org/officeDocument/2006/relationships" r:id="rId53"/>
          </a:graphicData>
        </a:graphic>
      </p:graphicFrame>
      <p:sp>
        <p:nvSpPr>
          <p:cNvPr id="38" name="Rectangle 37">
            <a:extLst>
              <a:ext uri="{FF2B5EF4-FFF2-40B4-BE49-F238E27FC236}">
                <a16:creationId xmlns:a16="http://schemas.microsoft.com/office/drawing/2014/main" id="{6E9A21F8-CBEA-5D52-62D4-768D1AAE35E5}"/>
              </a:ext>
            </a:extLst>
          </p:cNvPr>
          <p:cNvSpPr>
            <a:spLocks noGrp="1" noChangeArrowheads="1"/>
          </p:cNvSpPr>
          <p:nvPr>
            <p:custDataLst>
              <p:tags r:id="rId3"/>
            </p:custDataLst>
          </p:nvPr>
        </p:nvSpPr>
        <p:spPr bwMode="gray">
          <a:xfrm>
            <a:off x="6284913" y="5356225"/>
            <a:ext cx="98425"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spcBef>
                <a:spcPct val="0"/>
              </a:spcBef>
              <a:buNone/>
            </a:pPr>
            <a:fld id="{42974CF2-D85C-48CE-97B3-329F62D4DD3E}" type="datetime'0'''">
              <a:rPr lang="en-US" altLang="en-US" sz="1400" kern="0" smtClean="0">
                <a:effectLst/>
                <a:latin typeface="+mn-lt"/>
                <a:cs typeface="+mn-cs"/>
              </a:rPr>
              <a:pPr marL="0" lvl="0" indent="0">
                <a:spcBef>
                  <a:spcPct val="0"/>
                </a:spcBef>
                <a:buNone/>
              </a:pPr>
              <a:t>0</a:t>
            </a:fld>
            <a:endParaRPr lang="en-US" sz="1400" kern="0">
              <a:latin typeface="+mn-lt"/>
              <a:cs typeface="+mn-cs"/>
            </a:endParaRPr>
          </a:p>
        </p:txBody>
      </p:sp>
      <p:sp>
        <p:nvSpPr>
          <p:cNvPr id="39" name="Rectangle 38">
            <a:extLst>
              <a:ext uri="{FF2B5EF4-FFF2-40B4-BE49-F238E27FC236}">
                <a16:creationId xmlns:a16="http://schemas.microsoft.com/office/drawing/2014/main" id="{5E8EE0D0-B3AB-538C-58A4-44CEB9A8AF67}"/>
              </a:ext>
            </a:extLst>
          </p:cNvPr>
          <p:cNvSpPr>
            <a:spLocks noGrp="1" noChangeArrowheads="1"/>
          </p:cNvSpPr>
          <p:nvPr>
            <p:custDataLst>
              <p:tags r:id="rId4"/>
            </p:custDataLst>
          </p:nvPr>
        </p:nvSpPr>
        <p:spPr bwMode="gray">
          <a:xfrm>
            <a:off x="6284913" y="2911475"/>
            <a:ext cx="295275"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spcBef>
                <a:spcPct val="0"/>
              </a:spcBef>
              <a:buNone/>
            </a:pPr>
            <a:fld id="{59263591-68F8-4959-A790-9D9D3084C3B7}" type="datetime'''''''''''''''1''''''''''''''''''0''''0'''">
              <a:rPr lang="en-US" altLang="en-US" sz="1400" kern="0" smtClean="0">
                <a:effectLst/>
                <a:latin typeface="+mn-lt"/>
                <a:cs typeface="+mn-cs"/>
              </a:rPr>
              <a:pPr marL="0" lvl="0" indent="0">
                <a:spcBef>
                  <a:spcPct val="0"/>
                </a:spcBef>
                <a:buNone/>
              </a:pPr>
              <a:t>100</a:t>
            </a:fld>
            <a:endParaRPr lang="en-US" sz="1400" kern="0">
              <a:latin typeface="+mn-lt"/>
              <a:cs typeface="+mn-cs"/>
            </a:endParaRPr>
          </a:p>
        </p:txBody>
      </p:sp>
      <p:cxnSp>
        <p:nvCxnSpPr>
          <p:cNvPr id="252" name="Straight Connector 251">
            <a:extLst>
              <a:ext uri="{FF2B5EF4-FFF2-40B4-BE49-F238E27FC236}">
                <a16:creationId xmlns:a16="http://schemas.microsoft.com/office/drawing/2014/main" id="{28705C60-F1F2-2A6F-E8A4-40ED8763E089}"/>
              </a:ext>
            </a:extLst>
          </p:cNvPr>
          <p:cNvCxnSpPr/>
          <p:nvPr>
            <p:custDataLst>
              <p:tags r:id="rId5"/>
            </p:custDataLst>
          </p:nvPr>
        </p:nvCxnSpPr>
        <p:spPr bwMode="auto">
          <a:xfrm>
            <a:off x="5443539" y="3446463"/>
            <a:ext cx="474663" cy="0"/>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3" name="Straight Connector 252">
            <a:extLst>
              <a:ext uri="{FF2B5EF4-FFF2-40B4-BE49-F238E27FC236}">
                <a16:creationId xmlns:a16="http://schemas.microsoft.com/office/drawing/2014/main" id="{794EDB8E-A634-3533-CAC1-68639EBF6607}"/>
              </a:ext>
            </a:extLst>
          </p:cNvPr>
          <p:cNvCxnSpPr/>
          <p:nvPr>
            <p:custDataLst>
              <p:tags r:id="rId6"/>
            </p:custDataLst>
          </p:nvPr>
        </p:nvCxnSpPr>
        <p:spPr bwMode="auto">
          <a:xfrm>
            <a:off x="5443538" y="3446463"/>
            <a:ext cx="0" cy="528638"/>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4" name="Straight Connector 253">
            <a:extLst>
              <a:ext uri="{FF2B5EF4-FFF2-40B4-BE49-F238E27FC236}">
                <a16:creationId xmlns:a16="http://schemas.microsoft.com/office/drawing/2014/main" id="{B86EBCD9-32B5-3809-307F-AE104E8D2B6D}"/>
              </a:ext>
            </a:extLst>
          </p:cNvPr>
          <p:cNvCxnSpPr/>
          <p:nvPr>
            <p:custDataLst>
              <p:tags r:id="rId7"/>
            </p:custDataLst>
          </p:nvPr>
        </p:nvCxnSpPr>
        <p:spPr bwMode="auto">
          <a:xfrm>
            <a:off x="5918200" y="3446463"/>
            <a:ext cx="0" cy="528638"/>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9" name="Straight Connector 248">
            <a:extLst>
              <a:ext uri="{FF2B5EF4-FFF2-40B4-BE49-F238E27FC236}">
                <a16:creationId xmlns:a16="http://schemas.microsoft.com/office/drawing/2014/main" id="{443B1732-8215-242C-1BDA-36A0B9A826B7}"/>
              </a:ext>
            </a:extLst>
          </p:cNvPr>
          <p:cNvCxnSpPr/>
          <p:nvPr>
            <p:custDataLst>
              <p:tags r:id="rId8"/>
            </p:custDataLst>
          </p:nvPr>
        </p:nvCxnSpPr>
        <p:spPr bwMode="auto">
          <a:xfrm>
            <a:off x="4589464" y="3670300"/>
            <a:ext cx="474663" cy="0"/>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0" name="Straight Connector 249">
            <a:extLst>
              <a:ext uri="{FF2B5EF4-FFF2-40B4-BE49-F238E27FC236}">
                <a16:creationId xmlns:a16="http://schemas.microsoft.com/office/drawing/2014/main" id="{0C0941A9-2605-9BC5-0DA0-29CB0EAB5D3A}"/>
              </a:ext>
            </a:extLst>
          </p:cNvPr>
          <p:cNvCxnSpPr/>
          <p:nvPr>
            <p:custDataLst>
              <p:tags r:id="rId9"/>
            </p:custDataLst>
          </p:nvPr>
        </p:nvCxnSpPr>
        <p:spPr bwMode="auto">
          <a:xfrm>
            <a:off x="4589463" y="3670300"/>
            <a:ext cx="0" cy="387350"/>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1" name="Straight Connector 250">
            <a:extLst>
              <a:ext uri="{FF2B5EF4-FFF2-40B4-BE49-F238E27FC236}">
                <a16:creationId xmlns:a16="http://schemas.microsoft.com/office/drawing/2014/main" id="{B6BB1DA4-A955-D89D-C0F3-AA3943E7F26E}"/>
              </a:ext>
            </a:extLst>
          </p:cNvPr>
          <p:cNvCxnSpPr/>
          <p:nvPr>
            <p:custDataLst>
              <p:tags r:id="rId10"/>
            </p:custDataLst>
          </p:nvPr>
        </p:nvCxnSpPr>
        <p:spPr bwMode="auto">
          <a:xfrm>
            <a:off x="5064125" y="3670300"/>
            <a:ext cx="0" cy="387350"/>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8" name="Straight Connector 247">
            <a:extLst>
              <a:ext uri="{FF2B5EF4-FFF2-40B4-BE49-F238E27FC236}">
                <a16:creationId xmlns:a16="http://schemas.microsoft.com/office/drawing/2014/main" id="{8B2231C3-7130-5D0F-ADE0-56AF628E3ED2}"/>
              </a:ext>
            </a:extLst>
          </p:cNvPr>
          <p:cNvCxnSpPr/>
          <p:nvPr>
            <p:custDataLst>
              <p:tags r:id="rId11"/>
            </p:custDataLst>
          </p:nvPr>
        </p:nvCxnSpPr>
        <p:spPr bwMode="auto">
          <a:xfrm>
            <a:off x="4211638" y="4179889"/>
            <a:ext cx="0" cy="60325"/>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6" name="Straight Connector 245">
            <a:extLst>
              <a:ext uri="{FF2B5EF4-FFF2-40B4-BE49-F238E27FC236}">
                <a16:creationId xmlns:a16="http://schemas.microsoft.com/office/drawing/2014/main" id="{D64CCE90-C9EF-64BD-DCA8-03E06A8D33E7}"/>
              </a:ext>
            </a:extLst>
          </p:cNvPr>
          <p:cNvCxnSpPr/>
          <p:nvPr>
            <p:custDataLst>
              <p:tags r:id="rId12"/>
            </p:custDataLst>
          </p:nvPr>
        </p:nvCxnSpPr>
        <p:spPr bwMode="auto">
          <a:xfrm>
            <a:off x="3736976" y="4179888"/>
            <a:ext cx="474663" cy="0"/>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7" name="Straight Connector 246">
            <a:extLst>
              <a:ext uri="{FF2B5EF4-FFF2-40B4-BE49-F238E27FC236}">
                <a16:creationId xmlns:a16="http://schemas.microsoft.com/office/drawing/2014/main" id="{86B7F6E4-A4F7-8E29-D9F6-A4A0CA274C8D}"/>
              </a:ext>
            </a:extLst>
          </p:cNvPr>
          <p:cNvCxnSpPr/>
          <p:nvPr>
            <p:custDataLst>
              <p:tags r:id="rId13"/>
            </p:custDataLst>
          </p:nvPr>
        </p:nvCxnSpPr>
        <p:spPr bwMode="auto">
          <a:xfrm>
            <a:off x="3736975" y="4179889"/>
            <a:ext cx="0" cy="60325"/>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3" name="Straight Connector 242">
            <a:extLst>
              <a:ext uri="{FF2B5EF4-FFF2-40B4-BE49-F238E27FC236}">
                <a16:creationId xmlns:a16="http://schemas.microsoft.com/office/drawing/2014/main" id="{0641573A-05FC-65FB-5F78-092EEF833EB8}"/>
              </a:ext>
            </a:extLst>
          </p:cNvPr>
          <p:cNvCxnSpPr/>
          <p:nvPr>
            <p:custDataLst>
              <p:tags r:id="rId14"/>
            </p:custDataLst>
          </p:nvPr>
        </p:nvCxnSpPr>
        <p:spPr bwMode="auto">
          <a:xfrm>
            <a:off x="2882901" y="4341813"/>
            <a:ext cx="474663" cy="0"/>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4" name="Straight Connector 243">
            <a:extLst>
              <a:ext uri="{FF2B5EF4-FFF2-40B4-BE49-F238E27FC236}">
                <a16:creationId xmlns:a16="http://schemas.microsoft.com/office/drawing/2014/main" id="{7E0CBE1F-289E-18C5-E2DA-8DB6942FC529}"/>
              </a:ext>
            </a:extLst>
          </p:cNvPr>
          <p:cNvCxnSpPr/>
          <p:nvPr>
            <p:custDataLst>
              <p:tags r:id="rId15"/>
            </p:custDataLst>
          </p:nvPr>
        </p:nvCxnSpPr>
        <p:spPr bwMode="auto">
          <a:xfrm>
            <a:off x="2882900" y="4341814"/>
            <a:ext cx="0" cy="163513"/>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5" name="Straight Connector 244">
            <a:extLst>
              <a:ext uri="{FF2B5EF4-FFF2-40B4-BE49-F238E27FC236}">
                <a16:creationId xmlns:a16="http://schemas.microsoft.com/office/drawing/2014/main" id="{64DD93C8-550B-83F1-1002-39DC110CDA07}"/>
              </a:ext>
            </a:extLst>
          </p:cNvPr>
          <p:cNvCxnSpPr/>
          <p:nvPr>
            <p:custDataLst>
              <p:tags r:id="rId16"/>
            </p:custDataLst>
          </p:nvPr>
        </p:nvCxnSpPr>
        <p:spPr bwMode="auto">
          <a:xfrm>
            <a:off x="3357563" y="4341814"/>
            <a:ext cx="0" cy="163513"/>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0" name="Straight Connector 239">
            <a:extLst>
              <a:ext uri="{FF2B5EF4-FFF2-40B4-BE49-F238E27FC236}">
                <a16:creationId xmlns:a16="http://schemas.microsoft.com/office/drawing/2014/main" id="{2BBE3CBC-2FAF-BEB5-B17A-58C665F3EB54}"/>
              </a:ext>
            </a:extLst>
          </p:cNvPr>
          <p:cNvCxnSpPr/>
          <p:nvPr>
            <p:custDataLst>
              <p:tags r:id="rId17"/>
            </p:custDataLst>
          </p:nvPr>
        </p:nvCxnSpPr>
        <p:spPr bwMode="auto">
          <a:xfrm>
            <a:off x="2028826" y="4546600"/>
            <a:ext cx="474663" cy="0"/>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1" name="Straight Connector 240">
            <a:extLst>
              <a:ext uri="{FF2B5EF4-FFF2-40B4-BE49-F238E27FC236}">
                <a16:creationId xmlns:a16="http://schemas.microsoft.com/office/drawing/2014/main" id="{81A7518C-941B-E026-0A57-BCC447DDF0CD}"/>
              </a:ext>
            </a:extLst>
          </p:cNvPr>
          <p:cNvCxnSpPr/>
          <p:nvPr>
            <p:custDataLst>
              <p:tags r:id="rId18"/>
            </p:custDataLst>
          </p:nvPr>
        </p:nvCxnSpPr>
        <p:spPr bwMode="auto">
          <a:xfrm>
            <a:off x="2028825" y="4546600"/>
            <a:ext cx="0" cy="182563"/>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2" name="Straight Connector 241">
            <a:extLst>
              <a:ext uri="{FF2B5EF4-FFF2-40B4-BE49-F238E27FC236}">
                <a16:creationId xmlns:a16="http://schemas.microsoft.com/office/drawing/2014/main" id="{CBC3C548-2927-D197-78AD-3FE201253D8C}"/>
              </a:ext>
            </a:extLst>
          </p:cNvPr>
          <p:cNvCxnSpPr/>
          <p:nvPr>
            <p:custDataLst>
              <p:tags r:id="rId19"/>
            </p:custDataLst>
          </p:nvPr>
        </p:nvCxnSpPr>
        <p:spPr bwMode="auto">
          <a:xfrm>
            <a:off x="2503488" y="4546600"/>
            <a:ext cx="0" cy="182563"/>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7" name="Straight Connector 236">
            <a:extLst>
              <a:ext uri="{FF2B5EF4-FFF2-40B4-BE49-F238E27FC236}">
                <a16:creationId xmlns:a16="http://schemas.microsoft.com/office/drawing/2014/main" id="{79603B02-16E9-E75C-6451-E51C32E7B6E8}"/>
              </a:ext>
            </a:extLst>
          </p:cNvPr>
          <p:cNvCxnSpPr/>
          <p:nvPr>
            <p:custDataLst>
              <p:tags r:id="rId20"/>
            </p:custDataLst>
          </p:nvPr>
        </p:nvCxnSpPr>
        <p:spPr bwMode="auto">
          <a:xfrm>
            <a:off x="1174751" y="4565650"/>
            <a:ext cx="474663" cy="0"/>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8" name="Straight Connector 237">
            <a:extLst>
              <a:ext uri="{FF2B5EF4-FFF2-40B4-BE49-F238E27FC236}">
                <a16:creationId xmlns:a16="http://schemas.microsoft.com/office/drawing/2014/main" id="{98440F42-9A64-FDCF-04D1-DC62EC33C5FE}"/>
              </a:ext>
            </a:extLst>
          </p:cNvPr>
          <p:cNvCxnSpPr/>
          <p:nvPr>
            <p:custDataLst>
              <p:tags r:id="rId21"/>
            </p:custDataLst>
          </p:nvPr>
        </p:nvCxnSpPr>
        <p:spPr bwMode="auto">
          <a:xfrm>
            <a:off x="1174750" y="4565651"/>
            <a:ext cx="0" cy="244475"/>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9" name="Straight Connector 238">
            <a:extLst>
              <a:ext uri="{FF2B5EF4-FFF2-40B4-BE49-F238E27FC236}">
                <a16:creationId xmlns:a16="http://schemas.microsoft.com/office/drawing/2014/main" id="{568C6029-4055-F1D3-2AEA-99D07725C470}"/>
              </a:ext>
            </a:extLst>
          </p:cNvPr>
          <p:cNvCxnSpPr/>
          <p:nvPr>
            <p:custDataLst>
              <p:tags r:id="rId22"/>
            </p:custDataLst>
          </p:nvPr>
        </p:nvCxnSpPr>
        <p:spPr bwMode="auto">
          <a:xfrm>
            <a:off x="1649413" y="4565651"/>
            <a:ext cx="0" cy="244475"/>
          </a:xfrm>
          <a:prstGeom prst="line">
            <a:avLst/>
          </a:prstGeom>
          <a:ln w="12700" cap="flat" cmpd="sng" algn="ctr">
            <a:solidFill>
              <a:schemeClr val="tx1"/>
            </a:solidFill>
            <a:prstDash val="lgDash"/>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2" name="Straight Connector 311">
            <a:extLst>
              <a:ext uri="{FF2B5EF4-FFF2-40B4-BE49-F238E27FC236}">
                <a16:creationId xmlns:a16="http://schemas.microsoft.com/office/drawing/2014/main" id="{31AEDABB-E588-FD97-3D58-BEA20FC20C03}"/>
              </a:ext>
            </a:extLst>
          </p:cNvPr>
          <p:cNvCxnSpPr/>
          <p:nvPr>
            <p:custDataLst>
              <p:tags r:id="rId23"/>
            </p:custDataLst>
          </p:nvPr>
        </p:nvCxnSpPr>
        <p:spPr bwMode="gray">
          <a:xfrm flipV="1">
            <a:off x="1411288" y="2974975"/>
            <a:ext cx="0" cy="1314450"/>
          </a:xfrm>
          <a:prstGeom prst="line">
            <a:avLst/>
          </a:prstGeom>
          <a:ln w="12700" cap="flat" cmpd="sng" algn="ctr">
            <a:solidFill>
              <a:srgbClr val="96969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3" name="Straight Connector 312">
            <a:extLst>
              <a:ext uri="{FF2B5EF4-FFF2-40B4-BE49-F238E27FC236}">
                <a16:creationId xmlns:a16="http://schemas.microsoft.com/office/drawing/2014/main" id="{2CED4794-F026-6377-093E-652086C6076B}"/>
              </a:ext>
            </a:extLst>
          </p:cNvPr>
          <p:cNvCxnSpPr>
            <a:cxnSpLocks/>
          </p:cNvCxnSpPr>
          <p:nvPr>
            <p:custDataLst>
              <p:tags r:id="rId24"/>
            </p:custDataLst>
          </p:nvPr>
        </p:nvCxnSpPr>
        <p:spPr bwMode="gray">
          <a:xfrm>
            <a:off x="1411288" y="2974975"/>
            <a:ext cx="4268788" cy="0"/>
          </a:xfrm>
          <a:prstGeom prst="line">
            <a:avLst/>
          </a:prstGeom>
          <a:ln w="12700" cap="flat" cmpd="sng" algn="ctr">
            <a:solidFill>
              <a:srgbClr val="96969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4" name="Straight Connector 313">
            <a:extLst>
              <a:ext uri="{FF2B5EF4-FFF2-40B4-BE49-F238E27FC236}">
                <a16:creationId xmlns:a16="http://schemas.microsoft.com/office/drawing/2014/main" id="{6BA23C10-7C69-F4E7-85CE-BC6EA05CDA88}"/>
              </a:ext>
            </a:extLst>
          </p:cNvPr>
          <p:cNvCxnSpPr/>
          <p:nvPr>
            <p:custDataLst>
              <p:tags r:id="rId25"/>
            </p:custDataLst>
          </p:nvPr>
        </p:nvCxnSpPr>
        <p:spPr bwMode="gray">
          <a:xfrm>
            <a:off x="5680075" y="2974976"/>
            <a:ext cx="0" cy="195263"/>
          </a:xfrm>
          <a:prstGeom prst="line">
            <a:avLst/>
          </a:prstGeom>
          <a:ln w="12700" cap="flat" cmpd="sng" algn="ctr">
            <a:solidFill>
              <a:srgbClr val="969696"/>
            </a:solidFill>
            <a:prstDash val="solid"/>
            <a:round/>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353" name="Straight Connector 352">
            <a:extLst>
              <a:ext uri="{FF2B5EF4-FFF2-40B4-BE49-F238E27FC236}">
                <a16:creationId xmlns:a16="http://schemas.microsoft.com/office/drawing/2014/main" id="{C2AE1D96-7F12-8D0A-11A0-47726902F54D}"/>
              </a:ext>
            </a:extLst>
          </p:cNvPr>
          <p:cNvCxnSpPr/>
          <p:nvPr>
            <p:custDataLst>
              <p:tags r:id="rId26"/>
            </p:custDataLst>
          </p:nvPr>
        </p:nvCxnSpPr>
        <p:spPr bwMode="gray">
          <a:xfrm flipV="1">
            <a:off x="5681663" y="3667125"/>
            <a:ext cx="0" cy="46038"/>
          </a:xfrm>
          <a:prstGeom prst="line">
            <a:avLst/>
          </a:prstGeom>
          <a:ln w="6350" cap="flat" cmpd="sng" algn="ctr">
            <a:solidFill>
              <a:schemeClr val="tx1">
                <a:lumMod val="85000"/>
                <a:lumOff val="15000"/>
              </a:schemeClr>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5EA4153E-6F23-D967-B8DC-C6A52FF11B27}"/>
              </a:ext>
            </a:extLst>
          </p:cNvPr>
          <p:cNvSpPr>
            <a:spLocks noGrp="1" noChangeArrowheads="1"/>
          </p:cNvSpPr>
          <p:nvPr>
            <p:custDataLst>
              <p:tags r:id="rId27"/>
            </p:custDataLst>
          </p:nvPr>
        </p:nvSpPr>
        <p:spPr bwMode="auto">
          <a:xfrm>
            <a:off x="2827338" y="5521325"/>
            <a:ext cx="58420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t"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8FBA3F5C-A09A-4B64-BE49-8622606B6E91}" type="datetime'''''''''''''''A''''u''''''''''''''g-''24'">
              <a:rPr lang="en-US" altLang="en-US" sz="1400" kern="0" smtClean="0">
                <a:latin typeface="+mn-lt"/>
                <a:cs typeface="+mn-cs"/>
              </a:rPr>
              <a:pPr marL="0" lvl="0" indent="0" algn="ctr">
                <a:spcBef>
                  <a:spcPct val="0"/>
                </a:spcBef>
                <a:buNone/>
              </a:pPr>
              <a:t>Aug-24</a:t>
            </a:fld>
            <a:endParaRPr lang="en-US" sz="1400" kern="0">
              <a:latin typeface="+mn-lt"/>
              <a:cs typeface="+mn-cs"/>
            </a:endParaRPr>
          </a:p>
        </p:txBody>
      </p:sp>
      <p:sp useBgFill="1">
        <p:nvSpPr>
          <p:cNvPr id="21" name="Rectangle 20">
            <a:extLst>
              <a:ext uri="{FF2B5EF4-FFF2-40B4-BE49-F238E27FC236}">
                <a16:creationId xmlns:a16="http://schemas.microsoft.com/office/drawing/2014/main" id="{12924B52-7C8D-1E1F-2915-EACD0508DC19}"/>
              </a:ext>
            </a:extLst>
          </p:cNvPr>
          <p:cNvSpPr>
            <a:spLocks noGrp="1" noChangeArrowheads="1"/>
          </p:cNvSpPr>
          <p:nvPr>
            <p:custDataLst>
              <p:tags r:id="rId28"/>
            </p:custDataLst>
          </p:nvPr>
        </p:nvSpPr>
        <p:spPr bwMode="gray">
          <a:xfrm>
            <a:off x="3770313" y="3200400"/>
            <a:ext cx="406400" cy="212725"/>
          </a:xfrm>
          <a:prstGeom prst="rect">
            <a:avLst/>
          </a:prstGeom>
          <a:ln>
            <a:noFill/>
          </a:ln>
          <a:effectLst/>
        </p:spPr>
        <p:txBody>
          <a:bodyPr vert="horz" wrap="none" lIns="25400" tIns="0" rIns="25400" bIns="0" numCol="1" anchor="t"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5832F2D2-6757-498E-BE58-1C36CA1459BC}" type="datetime'9''''''''''''''5''''''''''''''''''''''%'">
              <a:rPr lang="en-US" altLang="en-US" sz="1400" b="1" kern="0" smtClean="0">
                <a:solidFill>
                  <a:srgbClr val="009933"/>
                </a:solidFill>
                <a:effectLst/>
                <a:latin typeface="+mn-lt"/>
                <a:cs typeface="+mn-cs"/>
              </a:rPr>
              <a:pPr marL="0" lvl="0" indent="0" algn="ctr">
                <a:spcBef>
                  <a:spcPct val="0"/>
                </a:spcBef>
                <a:buNone/>
              </a:pPr>
              <a:t>95%</a:t>
            </a:fld>
            <a:endParaRPr lang="en-US" sz="1400" b="1" kern="0">
              <a:solidFill>
                <a:srgbClr val="009933"/>
              </a:solidFill>
              <a:latin typeface="+mn-lt"/>
              <a:cs typeface="+mn-cs"/>
            </a:endParaRPr>
          </a:p>
        </p:txBody>
      </p:sp>
      <p:sp>
        <p:nvSpPr>
          <p:cNvPr id="115" name="Rectangle 114">
            <a:extLst>
              <a:ext uri="{FF2B5EF4-FFF2-40B4-BE49-F238E27FC236}">
                <a16:creationId xmlns:a16="http://schemas.microsoft.com/office/drawing/2014/main" id="{C2ACBDCB-78E2-D254-17BC-EFAAF3564CDF}"/>
              </a:ext>
            </a:extLst>
          </p:cNvPr>
          <p:cNvSpPr>
            <a:spLocks noGrp="1" noChangeArrowheads="1"/>
          </p:cNvSpPr>
          <p:nvPr>
            <p:custDataLst>
              <p:tags r:id="rId29"/>
            </p:custDataLst>
          </p:nvPr>
        </p:nvSpPr>
        <p:spPr bwMode="auto">
          <a:xfrm>
            <a:off x="514350" y="2555875"/>
            <a:ext cx="252095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b"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spcBef>
                <a:spcPct val="0"/>
              </a:spcBef>
              <a:buNone/>
            </a:pPr>
            <a:r>
              <a:rPr lang="en-US" altLang="en-US" sz="1400" b="1" kern="0">
                <a:effectLst/>
                <a:latin typeface="+mn-lt"/>
                <a:cs typeface="+mn-cs"/>
              </a:rPr>
              <a:t># of insurer reports submitted</a:t>
            </a:r>
            <a:endParaRPr lang="en-US" sz="1400" b="1" kern="0">
              <a:latin typeface="+mn-lt"/>
              <a:cs typeface="+mn-cs"/>
            </a:endParaRPr>
          </a:p>
        </p:txBody>
      </p:sp>
      <p:sp>
        <p:nvSpPr>
          <p:cNvPr id="290" name="Rectangle 289">
            <a:extLst>
              <a:ext uri="{FF2B5EF4-FFF2-40B4-BE49-F238E27FC236}">
                <a16:creationId xmlns:a16="http://schemas.microsoft.com/office/drawing/2014/main" id="{72A1CC06-F2F6-AE8D-9950-995665DD8D2E}"/>
              </a:ext>
            </a:extLst>
          </p:cNvPr>
          <p:cNvSpPr>
            <a:spLocks noGrp="1" noChangeArrowheads="1"/>
          </p:cNvSpPr>
          <p:nvPr>
            <p:custDataLst>
              <p:tags r:id="rId30"/>
            </p:custDataLst>
          </p:nvPr>
        </p:nvSpPr>
        <p:spPr bwMode="auto">
          <a:xfrm>
            <a:off x="5645150" y="2555875"/>
            <a:ext cx="928688"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b"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r>
              <a:rPr lang="en-US" altLang="en-US" sz="1400" b="1" kern="0">
                <a:effectLst/>
                <a:latin typeface="+mn-lt"/>
                <a:cs typeface="+mn-cs"/>
              </a:rPr>
              <a:t>% SLA met</a:t>
            </a:r>
            <a:endParaRPr lang="en-US" sz="1400" b="1" kern="0">
              <a:latin typeface="+mn-lt"/>
              <a:cs typeface="+mn-cs"/>
            </a:endParaRPr>
          </a:p>
        </p:txBody>
      </p:sp>
      <p:sp>
        <p:nvSpPr>
          <p:cNvPr id="47" name="Rectangle 46">
            <a:extLst>
              <a:ext uri="{FF2B5EF4-FFF2-40B4-BE49-F238E27FC236}">
                <a16:creationId xmlns:a16="http://schemas.microsoft.com/office/drawing/2014/main" id="{B121E1A3-849C-29F6-65E2-B33EA250C101}"/>
              </a:ext>
            </a:extLst>
          </p:cNvPr>
          <p:cNvSpPr>
            <a:spLocks noGrp="1" noChangeArrowheads="1"/>
          </p:cNvSpPr>
          <p:nvPr>
            <p:custDataLst>
              <p:tags r:id="rId31"/>
            </p:custDataLst>
          </p:nvPr>
        </p:nvSpPr>
        <p:spPr bwMode="auto">
          <a:xfrm>
            <a:off x="5387975" y="5521325"/>
            <a:ext cx="58420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t"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5582E1BF-7E56-464D-8B76-9CDB9A5C8229}" type="datetime'''''''''No''''''''''''''''''v-2''''''''''''4'">
              <a:rPr lang="en-US" altLang="en-US" sz="1400" kern="0" smtClean="0">
                <a:latin typeface="+mn-lt"/>
                <a:cs typeface="+mn-cs"/>
              </a:rPr>
              <a:pPr marL="0" lvl="0" indent="0" algn="ctr">
                <a:spcBef>
                  <a:spcPct val="0"/>
                </a:spcBef>
                <a:buNone/>
              </a:pPr>
              <a:t>Nov-24</a:t>
            </a:fld>
            <a:endParaRPr lang="en-US" sz="1400" kern="0">
              <a:latin typeface="+mn-lt"/>
              <a:cs typeface="+mn-cs"/>
            </a:endParaRPr>
          </a:p>
        </p:txBody>
      </p:sp>
      <p:sp>
        <p:nvSpPr>
          <p:cNvPr id="27" name="Rectangle 26">
            <a:extLst>
              <a:ext uri="{FF2B5EF4-FFF2-40B4-BE49-F238E27FC236}">
                <a16:creationId xmlns:a16="http://schemas.microsoft.com/office/drawing/2014/main" id="{6C8B9B39-7203-E502-536E-FC4DEFF9D0D6}"/>
              </a:ext>
            </a:extLst>
          </p:cNvPr>
          <p:cNvSpPr>
            <a:spLocks noGrp="1" noChangeArrowheads="1"/>
          </p:cNvSpPr>
          <p:nvPr>
            <p:custDataLst>
              <p:tags r:id="rId32"/>
            </p:custDataLst>
          </p:nvPr>
        </p:nvSpPr>
        <p:spPr bwMode="auto">
          <a:xfrm>
            <a:off x="1135063" y="5521325"/>
            <a:ext cx="554038"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t"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A8F0B59A-3EAA-49F0-AAD9-E83EDB855F3C}" type="datetime'''''''''''''''J''''''un''''-''''''''24'''''''''''''''''''">
              <a:rPr lang="en-US" altLang="en-US" sz="1400" kern="0" smtClean="0">
                <a:latin typeface="+mn-lt"/>
                <a:cs typeface="+mn-cs"/>
              </a:rPr>
              <a:pPr marL="0" lvl="0" indent="0" algn="ctr">
                <a:spcBef>
                  <a:spcPct val="0"/>
                </a:spcBef>
                <a:buNone/>
              </a:pPr>
              <a:t>Jun-24</a:t>
            </a:fld>
            <a:endParaRPr lang="en-US" sz="1400" kern="0">
              <a:latin typeface="+mn-lt"/>
              <a:cs typeface="+mn-cs"/>
            </a:endParaRPr>
          </a:p>
        </p:txBody>
      </p:sp>
      <p:sp>
        <p:nvSpPr>
          <p:cNvPr id="30" name="Rectangle 29">
            <a:extLst>
              <a:ext uri="{FF2B5EF4-FFF2-40B4-BE49-F238E27FC236}">
                <a16:creationId xmlns:a16="http://schemas.microsoft.com/office/drawing/2014/main" id="{7D1038F6-B74B-4C65-3950-E6AB0EE652F7}"/>
              </a:ext>
            </a:extLst>
          </p:cNvPr>
          <p:cNvSpPr>
            <a:spLocks noGrp="1" noChangeArrowheads="1"/>
          </p:cNvSpPr>
          <p:nvPr>
            <p:custDataLst>
              <p:tags r:id="rId33"/>
            </p:custDataLst>
          </p:nvPr>
        </p:nvSpPr>
        <p:spPr bwMode="auto">
          <a:xfrm>
            <a:off x="2017713" y="5521325"/>
            <a:ext cx="49530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t"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28A6F185-7D9C-4AC5-A312-6F3CEAB18DBA}" type="datetime'''''''''''''''J''''''u''''''''''''l''''''-''2''''''''4'">
              <a:rPr lang="en-US" altLang="en-US" sz="1400" kern="0" smtClean="0">
                <a:latin typeface="+mn-lt"/>
                <a:cs typeface="+mn-cs"/>
              </a:rPr>
              <a:pPr marL="0" lvl="0" indent="0" algn="ctr">
                <a:spcBef>
                  <a:spcPct val="0"/>
                </a:spcBef>
                <a:buNone/>
              </a:pPr>
              <a:t>Jul-24</a:t>
            </a:fld>
            <a:endParaRPr lang="en-US" sz="1400" kern="0">
              <a:latin typeface="+mn-lt"/>
              <a:cs typeface="+mn-cs"/>
            </a:endParaRPr>
          </a:p>
        </p:txBody>
      </p:sp>
      <p:sp>
        <p:nvSpPr>
          <p:cNvPr id="33" name="Rectangle 32">
            <a:extLst>
              <a:ext uri="{FF2B5EF4-FFF2-40B4-BE49-F238E27FC236}">
                <a16:creationId xmlns:a16="http://schemas.microsoft.com/office/drawing/2014/main" id="{EDEDC09C-736D-D1C8-1BED-211436A7928F}"/>
              </a:ext>
            </a:extLst>
          </p:cNvPr>
          <p:cNvSpPr>
            <a:spLocks noGrp="1" noChangeArrowheads="1"/>
          </p:cNvSpPr>
          <p:nvPr>
            <p:custDataLst>
              <p:tags r:id="rId34"/>
            </p:custDataLst>
          </p:nvPr>
        </p:nvSpPr>
        <p:spPr bwMode="auto">
          <a:xfrm>
            <a:off x="4554538" y="5521325"/>
            <a:ext cx="544513"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t"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5FC5875D-99BD-4C3A-8C64-9D5898BD0D3B}" type="datetime'''''''''''''''''O''''c''''t-''''''''''2''''''''''''4'''''''''">
              <a:rPr lang="en-US" altLang="en-US" sz="1400" kern="0" smtClean="0">
                <a:latin typeface="+mn-lt"/>
                <a:cs typeface="+mn-cs"/>
              </a:rPr>
              <a:pPr marL="0" lvl="0" indent="0" algn="ctr">
                <a:spcBef>
                  <a:spcPct val="0"/>
                </a:spcBef>
                <a:buNone/>
              </a:pPr>
              <a:t>Oct-24</a:t>
            </a:fld>
            <a:endParaRPr lang="en-US" sz="1400" kern="0">
              <a:latin typeface="+mn-lt"/>
              <a:cs typeface="+mn-cs"/>
            </a:endParaRPr>
          </a:p>
        </p:txBody>
      </p:sp>
      <p:sp>
        <p:nvSpPr>
          <p:cNvPr id="18" name="Rectangle 17">
            <a:extLst>
              <a:ext uri="{FF2B5EF4-FFF2-40B4-BE49-F238E27FC236}">
                <a16:creationId xmlns:a16="http://schemas.microsoft.com/office/drawing/2014/main" id="{C16F0408-C349-A14D-C95A-DED8A7B51E98}"/>
              </a:ext>
            </a:extLst>
          </p:cNvPr>
          <p:cNvSpPr>
            <a:spLocks noGrp="1" noChangeArrowheads="1"/>
          </p:cNvSpPr>
          <p:nvPr>
            <p:custDataLst>
              <p:tags r:id="rId35"/>
            </p:custDataLst>
          </p:nvPr>
        </p:nvSpPr>
        <p:spPr bwMode="gray">
          <a:xfrm>
            <a:off x="1287463" y="4327525"/>
            <a:ext cx="24765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25400" tIns="0" rIns="25400" bIns="0" numCol="1" anchor="b"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E336CFE3-049C-4983-8D7B-E3A94B064FF0}" type="datetime'4''''''''''''''''''''4'''''">
              <a:rPr lang="en-US" altLang="en-US" sz="1400" kern="0" smtClean="0">
                <a:latin typeface="+mn-lt"/>
                <a:cs typeface="+mn-cs"/>
              </a:rPr>
              <a:pPr marL="0" lvl="0" indent="0" algn="ctr">
                <a:spcBef>
                  <a:spcPct val="0"/>
                </a:spcBef>
                <a:buNone/>
              </a:pPr>
              <a:t>44</a:t>
            </a:fld>
            <a:endParaRPr lang="en-US" sz="1400" kern="0">
              <a:latin typeface="+mn-lt"/>
              <a:cs typeface="+mn-cs"/>
            </a:endParaRPr>
          </a:p>
        </p:txBody>
      </p:sp>
      <p:sp>
        <p:nvSpPr>
          <p:cNvPr id="19" name="Rectangle 18">
            <a:extLst>
              <a:ext uri="{FF2B5EF4-FFF2-40B4-BE49-F238E27FC236}">
                <a16:creationId xmlns:a16="http://schemas.microsoft.com/office/drawing/2014/main" id="{583321CF-F0FF-AE1E-C286-A6D5AAEA4B20}"/>
              </a:ext>
            </a:extLst>
          </p:cNvPr>
          <p:cNvSpPr>
            <a:spLocks noGrp="1" noChangeArrowheads="1"/>
          </p:cNvSpPr>
          <p:nvPr>
            <p:custDataLst>
              <p:tags r:id="rId36"/>
            </p:custDataLst>
          </p:nvPr>
        </p:nvSpPr>
        <p:spPr bwMode="gray">
          <a:xfrm>
            <a:off x="2141538" y="4308475"/>
            <a:ext cx="24765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25400" tIns="0" rIns="25400" bIns="0" numCol="1" anchor="b"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4F66C6B0-0611-4BF0-9A20-75162A4DB1B0}" type="datetime'''''''''''''''4''''''5'''''''">
              <a:rPr lang="en-US" altLang="en-US" sz="1400" kern="0" smtClean="0">
                <a:latin typeface="+mn-lt"/>
                <a:cs typeface="+mn-cs"/>
              </a:rPr>
              <a:pPr marL="0" lvl="0" indent="0" algn="ctr">
                <a:spcBef>
                  <a:spcPct val="0"/>
                </a:spcBef>
                <a:buNone/>
              </a:pPr>
              <a:t>45</a:t>
            </a:fld>
            <a:endParaRPr lang="en-US" sz="1400" kern="0">
              <a:latin typeface="+mn-lt"/>
              <a:cs typeface="+mn-cs"/>
            </a:endParaRPr>
          </a:p>
        </p:txBody>
      </p:sp>
      <p:sp>
        <p:nvSpPr>
          <p:cNvPr id="20" name="Rectangle 19">
            <a:extLst>
              <a:ext uri="{FF2B5EF4-FFF2-40B4-BE49-F238E27FC236}">
                <a16:creationId xmlns:a16="http://schemas.microsoft.com/office/drawing/2014/main" id="{AB9B6605-B2C6-AF5E-805C-0C23FAE33D5E}"/>
              </a:ext>
            </a:extLst>
          </p:cNvPr>
          <p:cNvSpPr>
            <a:spLocks noGrp="1" noChangeArrowheads="1"/>
          </p:cNvSpPr>
          <p:nvPr>
            <p:custDataLst>
              <p:tags r:id="rId37"/>
            </p:custDataLst>
          </p:nvPr>
        </p:nvSpPr>
        <p:spPr bwMode="gray">
          <a:xfrm>
            <a:off x="2995613" y="4103688"/>
            <a:ext cx="24765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25400" tIns="0" rIns="25400" bIns="0" numCol="1" anchor="b"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EDDE61E4-6DCE-4673-A82C-BEB0C4279031}" type="datetime'''''''''''''''55'''''''''''">
              <a:rPr lang="en-US" altLang="en-US" sz="1400" kern="0" smtClean="0">
                <a:latin typeface="+mn-lt"/>
                <a:cs typeface="+mn-cs"/>
              </a:rPr>
              <a:pPr marL="0" lvl="0" indent="0" algn="ctr">
                <a:spcBef>
                  <a:spcPct val="0"/>
                </a:spcBef>
                <a:buNone/>
              </a:pPr>
              <a:t>55</a:t>
            </a:fld>
            <a:endParaRPr lang="en-US" sz="1400" kern="0">
              <a:latin typeface="+mn-lt"/>
              <a:cs typeface="+mn-cs"/>
            </a:endParaRPr>
          </a:p>
        </p:txBody>
      </p:sp>
      <p:sp>
        <p:nvSpPr>
          <p:cNvPr id="49" name="Rectangle 48">
            <a:extLst>
              <a:ext uri="{FF2B5EF4-FFF2-40B4-BE49-F238E27FC236}">
                <a16:creationId xmlns:a16="http://schemas.microsoft.com/office/drawing/2014/main" id="{5BD39398-7E00-C741-B6B6-92F6375B66A2}"/>
              </a:ext>
            </a:extLst>
          </p:cNvPr>
          <p:cNvSpPr>
            <a:spLocks noGrp="1" noChangeArrowheads="1"/>
          </p:cNvSpPr>
          <p:nvPr>
            <p:custDataLst>
              <p:tags r:id="rId38"/>
            </p:custDataLst>
          </p:nvPr>
        </p:nvSpPr>
        <p:spPr bwMode="gray">
          <a:xfrm>
            <a:off x="3849688" y="3941763"/>
            <a:ext cx="24765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25400" tIns="0" rIns="25400" bIns="0" numCol="1" anchor="b"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EBB34059-49DB-4747-9C85-F4DB97488695}" type="datetime'''6''''''''''3'">
              <a:rPr lang="en-US" altLang="en-US" sz="1400" kern="0" smtClean="0">
                <a:latin typeface="+mn-lt"/>
                <a:cs typeface="+mn-cs"/>
              </a:rPr>
              <a:pPr marL="0" lvl="0" indent="0" algn="ctr">
                <a:spcBef>
                  <a:spcPct val="0"/>
                </a:spcBef>
                <a:buNone/>
              </a:pPr>
              <a:t>63</a:t>
            </a:fld>
            <a:endParaRPr lang="en-US" sz="1400" kern="0">
              <a:latin typeface="+mn-lt"/>
              <a:cs typeface="+mn-cs"/>
            </a:endParaRPr>
          </a:p>
        </p:txBody>
      </p:sp>
      <p:sp useBgFill="1">
        <p:nvSpPr>
          <p:cNvPr id="50" name="Rectangle 49">
            <a:extLst>
              <a:ext uri="{FF2B5EF4-FFF2-40B4-BE49-F238E27FC236}">
                <a16:creationId xmlns:a16="http://schemas.microsoft.com/office/drawing/2014/main" id="{88B81435-FFA8-2CE1-D2D2-0C5731F9F910}"/>
              </a:ext>
            </a:extLst>
          </p:cNvPr>
          <p:cNvSpPr>
            <a:spLocks noGrp="1" noChangeArrowheads="1"/>
          </p:cNvSpPr>
          <p:nvPr>
            <p:custDataLst>
              <p:tags r:id="rId39"/>
            </p:custDataLst>
          </p:nvPr>
        </p:nvSpPr>
        <p:spPr bwMode="gray">
          <a:xfrm>
            <a:off x="4629150" y="3432175"/>
            <a:ext cx="247650" cy="212725"/>
          </a:xfrm>
          <a:prstGeom prst="rect">
            <a:avLst/>
          </a:prstGeom>
          <a:ln>
            <a:noFill/>
          </a:ln>
          <a:effectLst/>
        </p:spPr>
        <p:txBody>
          <a:bodyPr vert="horz" wrap="none" lIns="25400" tIns="0" rIns="25400" bIns="0" numCol="1" anchor="b"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4E5F4838-8B0D-4CE4-B2FF-9FF5055B2F40}" type="datetime'''''''''''''8''''''''''''''''''''8'''''''''''''''''''''''''''">
              <a:rPr lang="en-US" altLang="en-US" sz="1400" kern="0" smtClean="0">
                <a:latin typeface="+mn-lt"/>
                <a:cs typeface="+mn-cs"/>
              </a:rPr>
              <a:pPr marL="0" lvl="0" indent="0" algn="ctr">
                <a:spcBef>
                  <a:spcPct val="0"/>
                </a:spcBef>
                <a:buNone/>
              </a:pPr>
              <a:t>88</a:t>
            </a:fld>
            <a:endParaRPr lang="en-US" sz="1400" kern="0">
              <a:latin typeface="+mn-lt"/>
              <a:cs typeface="+mn-cs"/>
            </a:endParaRPr>
          </a:p>
        </p:txBody>
      </p:sp>
      <p:sp>
        <p:nvSpPr>
          <p:cNvPr id="51" name="Rectangle 50">
            <a:extLst>
              <a:ext uri="{FF2B5EF4-FFF2-40B4-BE49-F238E27FC236}">
                <a16:creationId xmlns:a16="http://schemas.microsoft.com/office/drawing/2014/main" id="{FDEE4E24-A0BF-74AE-0DDD-CF42A1861015}"/>
              </a:ext>
            </a:extLst>
          </p:cNvPr>
          <p:cNvSpPr>
            <a:spLocks noGrp="1" noChangeArrowheads="1"/>
          </p:cNvSpPr>
          <p:nvPr>
            <p:custDataLst>
              <p:tags r:id="rId40"/>
            </p:custDataLst>
          </p:nvPr>
        </p:nvSpPr>
        <p:spPr bwMode="gray">
          <a:xfrm>
            <a:off x="5556250" y="3208338"/>
            <a:ext cx="24765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25400" tIns="0" rIns="25400" bIns="0" numCol="1" anchor="b"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1BD7644B-0F68-42B8-8695-9EB519CF7EAB}" type="datetime'''''9''9'''">
              <a:rPr lang="en-US" altLang="en-US" sz="1400" kern="0" smtClean="0">
                <a:latin typeface="+mn-lt"/>
                <a:cs typeface="+mn-cs"/>
              </a:rPr>
              <a:pPr marL="0" lvl="0" indent="0" algn="ctr">
                <a:spcBef>
                  <a:spcPct val="0"/>
                </a:spcBef>
                <a:buNone/>
              </a:pPr>
              <a:t>99</a:t>
            </a:fld>
            <a:endParaRPr lang="en-US" sz="1400" kern="0">
              <a:latin typeface="+mn-lt"/>
              <a:cs typeface="+mn-cs"/>
            </a:endParaRPr>
          </a:p>
        </p:txBody>
      </p:sp>
      <p:sp>
        <p:nvSpPr>
          <p:cNvPr id="32" name="Rectangle 31">
            <a:extLst>
              <a:ext uri="{FF2B5EF4-FFF2-40B4-BE49-F238E27FC236}">
                <a16:creationId xmlns:a16="http://schemas.microsoft.com/office/drawing/2014/main" id="{0411CE2A-6E02-F402-615A-AE2BC8AF5666}"/>
              </a:ext>
            </a:extLst>
          </p:cNvPr>
          <p:cNvSpPr>
            <a:spLocks noGrp="1" noChangeArrowheads="1"/>
          </p:cNvSpPr>
          <p:nvPr>
            <p:custDataLst>
              <p:tags r:id="rId41"/>
            </p:custDataLst>
          </p:nvPr>
        </p:nvSpPr>
        <p:spPr bwMode="auto">
          <a:xfrm>
            <a:off x="3681413" y="5521325"/>
            <a:ext cx="584200" cy="212725"/>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t"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fld id="{096B0F1B-0D3F-418C-8B63-8AD529610A37}" type="datetime'''''''''''Se''''p''''''''''-''''''''''24'''''">
              <a:rPr lang="en-US" altLang="en-US" sz="1400" kern="0" smtClean="0">
                <a:latin typeface="+mn-lt"/>
                <a:cs typeface="+mn-cs"/>
              </a:rPr>
              <a:pPr marL="0" lvl="0" indent="0" algn="ctr">
                <a:spcBef>
                  <a:spcPct val="0"/>
                </a:spcBef>
                <a:buNone/>
              </a:pPr>
              <a:t>Sep-24</a:t>
            </a:fld>
            <a:endParaRPr lang="en-US" sz="1400" kern="0">
              <a:latin typeface="+mn-lt"/>
              <a:cs typeface="+mn-cs"/>
            </a:endParaRPr>
          </a:p>
        </p:txBody>
      </p:sp>
      <p:sp>
        <p:nvSpPr>
          <p:cNvPr id="311" name="Oval 310">
            <a:extLst>
              <a:ext uri="{FF2B5EF4-FFF2-40B4-BE49-F238E27FC236}">
                <a16:creationId xmlns:a16="http://schemas.microsoft.com/office/drawing/2014/main" id="{3F6685ED-97D7-94BA-BC1D-A4445C501EFF}"/>
              </a:ext>
            </a:extLst>
          </p:cNvPr>
          <p:cNvSpPr>
            <a:spLocks noGrp="1" noChangeArrowheads="1"/>
          </p:cNvSpPr>
          <p:nvPr>
            <p:custDataLst>
              <p:tags r:id="rId42"/>
            </p:custDataLst>
          </p:nvPr>
        </p:nvSpPr>
        <p:spPr bwMode="auto">
          <a:xfrm>
            <a:off x="3332163" y="2824163"/>
            <a:ext cx="425450" cy="301625"/>
          </a:xfrm>
          <a:prstGeom prst="ellipse">
            <a:avLst/>
          </a:prstGeom>
          <a:solidFill>
            <a:schemeClr val="bg1"/>
          </a:solidFill>
          <a:ln w="9525" cmpd="sng" algn="ctr">
            <a:solidFill>
              <a:srgbClr val="969696"/>
            </a:solidFill>
          </a:ln>
          <a:effectLst/>
        </p:spPr>
        <p:txBody>
          <a:bodyPr vert="horz" wrap="none" lIns="0" tIns="0" rIns="0" bIns="0" numCol="1" anchor="ctr"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lgn="ctr">
              <a:spcBef>
                <a:spcPct val="0"/>
              </a:spcBef>
              <a:buNone/>
            </a:pPr>
            <a:r>
              <a:rPr lang="en-US" altLang="en-US" sz="1400" b="1" kern="0">
                <a:effectLst/>
                <a:latin typeface="+mn-lt"/>
                <a:cs typeface="+mn-cs"/>
              </a:rPr>
              <a:t>+2x</a:t>
            </a:r>
            <a:endParaRPr lang="en-US" sz="1400" b="1" kern="0">
              <a:latin typeface="+mn-lt"/>
              <a:cs typeface="+mn-cs"/>
            </a:endParaRPr>
          </a:p>
        </p:txBody>
      </p:sp>
      <p:cxnSp>
        <p:nvCxnSpPr>
          <p:cNvPr id="89" name="Straight Connector 88">
            <a:extLst>
              <a:ext uri="{FF2B5EF4-FFF2-40B4-BE49-F238E27FC236}">
                <a16:creationId xmlns:a16="http://schemas.microsoft.com/office/drawing/2014/main" id="{78DB2025-ABE6-79FB-1336-DDE08F7FDF59}"/>
              </a:ext>
            </a:extLst>
          </p:cNvPr>
          <p:cNvCxnSpPr/>
          <p:nvPr>
            <p:custDataLst>
              <p:tags r:id="rId43"/>
            </p:custDataLst>
          </p:nvPr>
        </p:nvCxnSpPr>
        <p:spPr bwMode="gray">
          <a:xfrm>
            <a:off x="735013" y="6046788"/>
            <a:ext cx="204788" cy="0"/>
          </a:xfrm>
          <a:prstGeom prst="line">
            <a:avLst/>
          </a:prstGeom>
          <a:ln w="9525" cap="rnd" cmpd="sng" algn="ctr">
            <a:solidFill>
              <a:schemeClr val="accent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5" name="Rectangle 84">
            <a:extLst>
              <a:ext uri="{FF2B5EF4-FFF2-40B4-BE49-F238E27FC236}">
                <a16:creationId xmlns:a16="http://schemas.microsoft.com/office/drawing/2014/main" id="{5CDBD6D2-A9E0-1318-EB50-687A94CF6F42}"/>
              </a:ext>
            </a:extLst>
          </p:cNvPr>
          <p:cNvSpPr/>
          <p:nvPr>
            <p:custDataLst>
              <p:tags r:id="rId44"/>
            </p:custDataLst>
          </p:nvPr>
        </p:nvSpPr>
        <p:spPr bwMode="auto">
          <a:xfrm>
            <a:off x="2465388" y="5967413"/>
            <a:ext cx="214313" cy="160338"/>
          </a:xfrm>
          <a:prstGeom prst="rect">
            <a:avLst/>
          </a:prstGeom>
          <a:solidFill>
            <a:schemeClr val="accent3"/>
          </a:solidFill>
          <a:ln w="3175" cap="flat" cmpd="sng" algn="ctr">
            <a:solidFill>
              <a:schemeClr val="accent3"/>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84" name="Rectangle 83">
            <a:extLst>
              <a:ext uri="{FF2B5EF4-FFF2-40B4-BE49-F238E27FC236}">
                <a16:creationId xmlns:a16="http://schemas.microsoft.com/office/drawing/2014/main" id="{F9B14B0D-4608-A840-4613-CD8806624FEC}"/>
              </a:ext>
            </a:extLst>
          </p:cNvPr>
          <p:cNvSpPr/>
          <p:nvPr>
            <p:custDataLst>
              <p:tags r:id="rId45"/>
            </p:custDataLst>
          </p:nvPr>
        </p:nvSpPr>
        <p:spPr bwMode="auto">
          <a:xfrm>
            <a:off x="4562475" y="5967413"/>
            <a:ext cx="214313" cy="160338"/>
          </a:xfrm>
          <a:prstGeom prst="rect">
            <a:avLst/>
          </a:prstGeom>
          <a:solidFill>
            <a:schemeClr val="bg1"/>
          </a:solidFill>
          <a:ln w="12700" cap="flat" cmpd="sng" algn="ctr">
            <a:solidFill>
              <a:schemeClr val="tx1"/>
            </a:solidFill>
            <a:prstDash val="lg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48" name="Rectangle 47">
            <a:extLst>
              <a:ext uri="{FF2B5EF4-FFF2-40B4-BE49-F238E27FC236}">
                <a16:creationId xmlns:a16="http://schemas.microsoft.com/office/drawing/2014/main" id="{DB68C1A7-5133-E6B7-FD28-E4D96A0D28ED}"/>
              </a:ext>
            </a:extLst>
          </p:cNvPr>
          <p:cNvSpPr>
            <a:spLocks noGrp="1" noChangeArrowheads="1"/>
          </p:cNvSpPr>
          <p:nvPr>
            <p:custDataLst>
              <p:tags r:id="rId46"/>
            </p:custDataLst>
          </p:nvPr>
        </p:nvSpPr>
        <p:spPr bwMode="auto">
          <a:xfrm>
            <a:off x="995363" y="5962650"/>
            <a:ext cx="1368425" cy="182563"/>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spcBef>
                <a:spcPct val="0"/>
              </a:spcBef>
              <a:buNone/>
            </a:pPr>
            <a:fld id="{EB3FFEBE-2E03-4154-84AA-8B052F7B7F94}" type="datetime'SL''''A'''''''' achi''''''e''''''v''''''''e''m''''en''t'' %'''">
              <a:rPr lang="en-US" altLang="en-US" sz="1200" kern="0" smtClean="0">
                <a:latin typeface="+mn-lt"/>
                <a:cs typeface="+mn-cs"/>
              </a:rPr>
              <a:pPr marL="0" lvl="0" indent="0">
                <a:spcBef>
                  <a:spcPct val="0"/>
                </a:spcBef>
                <a:buNone/>
              </a:pPr>
              <a:t>SLA achievement %</a:t>
            </a:fld>
            <a:endParaRPr lang="en-US" sz="1200" kern="0">
              <a:latin typeface="+mn-lt"/>
              <a:cs typeface="+mn-cs"/>
            </a:endParaRPr>
          </a:p>
        </p:txBody>
      </p:sp>
      <p:sp>
        <p:nvSpPr>
          <p:cNvPr id="17" name="Rectangle 16">
            <a:extLst>
              <a:ext uri="{FF2B5EF4-FFF2-40B4-BE49-F238E27FC236}">
                <a16:creationId xmlns:a16="http://schemas.microsoft.com/office/drawing/2014/main" id="{90866682-6B0C-483B-3A2D-E38B9A7AB387}"/>
              </a:ext>
            </a:extLst>
          </p:cNvPr>
          <p:cNvSpPr>
            <a:spLocks noGrp="1" noChangeArrowheads="1"/>
          </p:cNvSpPr>
          <p:nvPr>
            <p:custDataLst>
              <p:tags r:id="rId47"/>
            </p:custDataLst>
          </p:nvPr>
        </p:nvSpPr>
        <p:spPr bwMode="auto">
          <a:xfrm>
            <a:off x="2730500" y="5962650"/>
            <a:ext cx="1730375" cy="182563"/>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spcBef>
                <a:spcPct val="0"/>
              </a:spcBef>
              <a:buNone/>
            </a:pPr>
            <a:fld id="{C5BDE1AF-063F-4693-A119-5C9B44631140}" type="datetime'''Repor''t''''''s d''''eliver''''''e''''d ''on'' ti''''''''me'">
              <a:rPr lang="en-US" altLang="en-US" sz="1200" kern="0" smtClean="0">
                <a:latin typeface="+mn-lt"/>
                <a:cs typeface="+mn-cs"/>
              </a:rPr>
              <a:pPr marL="0" lvl="0" indent="0">
                <a:spcBef>
                  <a:spcPct val="0"/>
                </a:spcBef>
                <a:buNone/>
              </a:pPr>
              <a:t>Reports delivered on time</a:t>
            </a:fld>
            <a:endParaRPr lang="en-US" sz="1200" kern="0">
              <a:latin typeface="+mn-lt"/>
              <a:cs typeface="+mn-cs"/>
            </a:endParaRPr>
          </a:p>
        </p:txBody>
      </p:sp>
      <p:sp>
        <p:nvSpPr>
          <p:cNvPr id="16" name="Rectangle 15">
            <a:extLst>
              <a:ext uri="{FF2B5EF4-FFF2-40B4-BE49-F238E27FC236}">
                <a16:creationId xmlns:a16="http://schemas.microsoft.com/office/drawing/2014/main" id="{ACCC9C0E-5C20-8AD6-F372-0503416D5A69}"/>
              </a:ext>
            </a:extLst>
          </p:cNvPr>
          <p:cNvSpPr>
            <a:spLocks noGrp="1" noChangeArrowheads="1"/>
          </p:cNvSpPr>
          <p:nvPr>
            <p:custDataLst>
              <p:tags r:id="rId48"/>
            </p:custDataLst>
          </p:nvPr>
        </p:nvSpPr>
        <p:spPr bwMode="auto">
          <a:xfrm>
            <a:off x="4827588" y="5962650"/>
            <a:ext cx="1104900" cy="182563"/>
          </a:xfrm>
          <a:prstGeom prst="rect">
            <a:avLst/>
          </a:prstGeom>
          <a:noFill/>
          <a:ln>
            <a:noFill/>
          </a:ln>
          <a:effectLst/>
          <a:extLst>
            <a:ext uri="{909E8E84-426E-40DD-AFC4-6F175D3DCCD1}">
              <a14:hiddenFill xmlns:a14="http://schemas.microsoft.com/office/drawing/2010/main">
                <a:solidFill>
                  <a:srgbClr val="FFFFFF"/>
                </a:solidFill>
              </a14:hiddenFill>
            </a:ext>
          </a:extLst>
        </p:spPr>
        <p:txBody>
          <a:bodyPr vert="horz" wrap="none" lIns="0" tIns="0" rIns="0" bIns="0" numCol="1" anchor="ctr" anchorCtr="0" compatLnSpc="1">
            <a:prstTxWarp prst="textNoShape">
              <a:avLst/>
            </a:prstTxWarp>
            <a:noAutofit/>
          </a:bodyPr>
          <a:lstStyle>
            <a:lvl1pPr marL="318381" indent="-318381" algn="l" defTabSz="1225551" rtl="0" eaLnBrk="1" fontAlgn="base" hangingPunct="1">
              <a:spcBef>
                <a:spcPts val="1236"/>
              </a:spcBef>
              <a:spcAft>
                <a:spcPct val="0"/>
              </a:spcAft>
              <a:buClr>
                <a:schemeClr val="accent3"/>
              </a:buClr>
              <a:buSzPct val="70000"/>
              <a:buFont typeface="Wingdings" pitchFamily="2" charset="2"/>
              <a:buChar char="l"/>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48">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0" lvl="0" indent="0">
              <a:spcBef>
                <a:spcPct val="0"/>
              </a:spcBef>
              <a:buNone/>
            </a:pPr>
            <a:fld id="{4776260E-7C57-4E97-AE61-53DC74D1319E}" type="datetime'''''R''ep''''''''o''''rt''''''''''''s'' de''lay''e''''d'''''''">
              <a:rPr lang="en-US" altLang="en-US" sz="1200" kern="0" smtClean="0">
                <a:latin typeface="+mn-lt"/>
                <a:cs typeface="+mn-cs"/>
              </a:rPr>
              <a:pPr marL="0" lvl="0" indent="0">
                <a:spcBef>
                  <a:spcPct val="0"/>
                </a:spcBef>
                <a:buNone/>
              </a:pPr>
              <a:t>Reports delayed</a:t>
            </a:fld>
            <a:endParaRPr lang="en-US" sz="1200" kern="0">
              <a:latin typeface="+mn-lt"/>
              <a:cs typeface="+mn-cs"/>
            </a:endParaRPr>
          </a:p>
        </p:txBody>
      </p:sp>
      <p:sp>
        <p:nvSpPr>
          <p:cNvPr id="381" name="TextBox 380">
            <a:extLst>
              <a:ext uri="{FF2B5EF4-FFF2-40B4-BE49-F238E27FC236}">
                <a16:creationId xmlns:a16="http://schemas.microsoft.com/office/drawing/2014/main" id="{B53DC7DA-CEBE-EBA5-27E2-DD326F59C992}"/>
              </a:ext>
            </a:extLst>
          </p:cNvPr>
          <p:cNvSpPr txBox="1"/>
          <p:nvPr/>
        </p:nvSpPr>
        <p:spPr>
          <a:xfrm>
            <a:off x="3532403" y="3435551"/>
            <a:ext cx="755703" cy="246221"/>
          </a:xfrm>
          <a:prstGeom prst="rect">
            <a:avLst/>
          </a:prstGeom>
          <a:noFill/>
        </p:spPr>
        <p:txBody>
          <a:bodyPr wrap="square" lIns="0" tIns="45720" rIns="0" bIns="45720" rtlCol="0">
            <a:spAutoFit/>
          </a:bodyPr>
          <a:lstStyle/>
          <a:p>
            <a:r>
              <a:rPr lang="en-US" sz="1000">
                <a:solidFill>
                  <a:srgbClr val="009933"/>
                </a:solidFill>
              </a:rPr>
              <a:t>Peak SLA</a:t>
            </a:r>
          </a:p>
        </p:txBody>
      </p:sp>
      <p:pic>
        <p:nvPicPr>
          <p:cNvPr id="1030" name="Picture 6" descr="logo-AMtrust -">
            <a:extLst>
              <a:ext uri="{FF2B5EF4-FFF2-40B4-BE49-F238E27FC236}">
                <a16:creationId xmlns:a16="http://schemas.microsoft.com/office/drawing/2014/main" id="{252945DA-FEEE-613A-1A80-1EE6DCCABF96}"/>
              </a:ext>
            </a:extLst>
          </p:cNvPr>
          <p:cNvPicPr>
            <a:picLocks noChangeAspect="1" noChangeArrowheads="1"/>
          </p:cNvPicPr>
          <p:nvPr/>
        </p:nvPicPr>
        <p:blipFill rotWithShape="1">
          <a:blip r:embed="rId54" cstate="print">
            <a:extLst>
              <a:ext uri="{28A0092B-C50C-407E-A947-70E740481C1C}">
                <a14:useLocalDpi xmlns:a14="http://schemas.microsoft.com/office/drawing/2010/main" val="0"/>
              </a:ext>
            </a:extLst>
          </a:blip>
          <a:srcRect t="11965" b="19230"/>
          <a:stretch/>
        </p:blipFill>
        <p:spPr bwMode="auto">
          <a:xfrm>
            <a:off x="2583949" y="6414058"/>
            <a:ext cx="910732" cy="358793"/>
          </a:xfrm>
          <a:prstGeom prst="rect">
            <a:avLst/>
          </a:prstGeom>
          <a:noFill/>
          <a:extLst>
            <a:ext uri="{909E8E84-426E-40DD-AFC4-6F175D3DCCD1}">
              <a14:hiddenFill xmlns:a14="http://schemas.microsoft.com/office/drawing/2010/main">
                <a:solidFill>
                  <a:srgbClr val="FFFFFF"/>
                </a:solidFill>
              </a14:hiddenFill>
            </a:ext>
          </a:extLst>
        </p:spPr>
      </p:pic>
      <p:sp>
        <p:nvSpPr>
          <p:cNvPr id="392" name="TextBox 391">
            <a:extLst>
              <a:ext uri="{FF2B5EF4-FFF2-40B4-BE49-F238E27FC236}">
                <a16:creationId xmlns:a16="http://schemas.microsoft.com/office/drawing/2014/main" id="{F73BCF38-7A98-24D3-76CA-DC8BE2A8F480}"/>
              </a:ext>
            </a:extLst>
          </p:cNvPr>
          <p:cNvSpPr txBox="1"/>
          <p:nvPr/>
        </p:nvSpPr>
        <p:spPr>
          <a:xfrm>
            <a:off x="617594" y="6331845"/>
            <a:ext cx="1662056" cy="523220"/>
          </a:xfrm>
          <a:prstGeom prst="rect">
            <a:avLst/>
          </a:prstGeom>
          <a:noFill/>
        </p:spPr>
        <p:txBody>
          <a:bodyPr wrap="square" lIns="0" tIns="45720" rIns="0" bIns="45720" rtlCol="0">
            <a:spAutoFit/>
          </a:bodyPr>
          <a:lstStyle/>
          <a:p>
            <a:pPr algn="l"/>
            <a:r>
              <a:rPr lang="en-US" sz="1400" b="1">
                <a:solidFill>
                  <a:schemeClr val="accent1"/>
                </a:solidFill>
              </a:rPr>
              <a:t>Avg. SLA % of largest partners</a:t>
            </a:r>
          </a:p>
        </p:txBody>
      </p:sp>
      <p:sp>
        <p:nvSpPr>
          <p:cNvPr id="393" name="TextBox 392">
            <a:extLst>
              <a:ext uri="{FF2B5EF4-FFF2-40B4-BE49-F238E27FC236}">
                <a16:creationId xmlns:a16="http://schemas.microsoft.com/office/drawing/2014/main" id="{D0B8AA44-35B2-0B78-BA3B-14CFC85153A1}"/>
              </a:ext>
            </a:extLst>
          </p:cNvPr>
          <p:cNvSpPr txBox="1"/>
          <p:nvPr/>
        </p:nvSpPr>
        <p:spPr>
          <a:xfrm>
            <a:off x="3532403" y="6424178"/>
            <a:ext cx="704873" cy="338554"/>
          </a:xfrm>
          <a:prstGeom prst="rect">
            <a:avLst/>
          </a:prstGeom>
          <a:noFill/>
        </p:spPr>
        <p:txBody>
          <a:bodyPr wrap="square" lIns="0" tIns="45720" rIns="0" bIns="45720" rtlCol="0">
            <a:spAutoFit/>
          </a:bodyPr>
          <a:lstStyle/>
          <a:p>
            <a:r>
              <a:rPr lang="en-US" sz="1600"/>
              <a:t>84%</a:t>
            </a:r>
          </a:p>
        </p:txBody>
      </p:sp>
      <p:pic>
        <p:nvPicPr>
          <p:cNvPr id="1032" name="Picture 8" descr="Homepage - Hadron Insurance">
            <a:extLst>
              <a:ext uri="{FF2B5EF4-FFF2-40B4-BE49-F238E27FC236}">
                <a16:creationId xmlns:a16="http://schemas.microsoft.com/office/drawing/2014/main" id="{697544C1-5F9B-8288-6B26-99F0B31BF1A2}"/>
              </a:ext>
            </a:extLst>
          </p:cNvPr>
          <p:cNvPicPr>
            <a:picLocks noChangeAspect="1" noChangeArrowheads="1"/>
          </p:cNvPicPr>
          <p:nvPr/>
        </p:nvPicPr>
        <p:blipFill>
          <a:blip r:embed="rId55" cstate="print">
            <a:extLst>
              <a:ext uri="{28A0092B-C50C-407E-A947-70E740481C1C}">
                <a14:useLocalDpi xmlns:a14="http://schemas.microsoft.com/office/drawing/2010/main" val="0"/>
              </a:ext>
            </a:extLst>
          </a:blip>
          <a:srcRect/>
          <a:stretch>
            <a:fillRect/>
          </a:stretch>
        </p:blipFill>
        <p:spPr bwMode="auto">
          <a:xfrm>
            <a:off x="4669067" y="6445194"/>
            <a:ext cx="1054029" cy="296523"/>
          </a:xfrm>
          <a:prstGeom prst="rect">
            <a:avLst/>
          </a:prstGeom>
          <a:noFill/>
          <a:extLst>
            <a:ext uri="{909E8E84-426E-40DD-AFC4-6F175D3DCCD1}">
              <a14:hiddenFill xmlns:a14="http://schemas.microsoft.com/office/drawing/2010/main">
                <a:solidFill>
                  <a:srgbClr val="FFFFFF"/>
                </a:solidFill>
              </a14:hiddenFill>
            </a:ext>
          </a:extLst>
        </p:spPr>
      </p:pic>
      <p:sp>
        <p:nvSpPr>
          <p:cNvPr id="394" name="TextBox 393">
            <a:extLst>
              <a:ext uri="{FF2B5EF4-FFF2-40B4-BE49-F238E27FC236}">
                <a16:creationId xmlns:a16="http://schemas.microsoft.com/office/drawing/2014/main" id="{306A36BE-513C-4C67-46F9-3E713CAC0823}"/>
              </a:ext>
            </a:extLst>
          </p:cNvPr>
          <p:cNvSpPr txBox="1"/>
          <p:nvPr/>
        </p:nvSpPr>
        <p:spPr>
          <a:xfrm>
            <a:off x="5760962" y="6424178"/>
            <a:ext cx="704873" cy="338554"/>
          </a:xfrm>
          <a:prstGeom prst="rect">
            <a:avLst/>
          </a:prstGeom>
          <a:noFill/>
        </p:spPr>
        <p:txBody>
          <a:bodyPr wrap="square" lIns="0" tIns="45720" rIns="0" bIns="45720" rtlCol="0">
            <a:spAutoFit/>
          </a:bodyPr>
          <a:lstStyle/>
          <a:p>
            <a:r>
              <a:rPr lang="en-US" sz="1600"/>
              <a:t>85%</a:t>
            </a:r>
          </a:p>
        </p:txBody>
      </p:sp>
      <p:grpSp>
        <p:nvGrpSpPr>
          <p:cNvPr id="395" name="Group 394">
            <a:extLst>
              <a:ext uri="{FF2B5EF4-FFF2-40B4-BE49-F238E27FC236}">
                <a16:creationId xmlns:a16="http://schemas.microsoft.com/office/drawing/2014/main" id="{C0D80C69-106A-6710-F920-1CB34D1664C6}"/>
              </a:ext>
            </a:extLst>
          </p:cNvPr>
          <p:cNvGrpSpPr>
            <a:grpSpLocks noChangeAspect="1"/>
          </p:cNvGrpSpPr>
          <p:nvPr/>
        </p:nvGrpSpPr>
        <p:grpSpPr>
          <a:xfrm>
            <a:off x="7665129" y="2560520"/>
            <a:ext cx="391212" cy="391212"/>
            <a:chOff x="1500504" y="2655888"/>
            <a:chExt cx="269875" cy="269875"/>
          </a:xfrm>
        </p:grpSpPr>
        <p:sp>
          <p:nvSpPr>
            <p:cNvPr id="396" name="Oval 18">
              <a:extLst>
                <a:ext uri="{FF2B5EF4-FFF2-40B4-BE49-F238E27FC236}">
                  <a16:creationId xmlns:a16="http://schemas.microsoft.com/office/drawing/2014/main" id="{031931BB-E3FF-CE64-D031-FF52AD414560}"/>
                </a:ext>
              </a:extLst>
            </p:cNvPr>
            <p:cNvSpPr>
              <a:spLocks noChangeArrowheads="1"/>
            </p:cNvSpPr>
            <p:nvPr/>
          </p:nvSpPr>
          <p:spPr bwMode="auto">
            <a:xfrm>
              <a:off x="1500504" y="2655888"/>
              <a:ext cx="269875" cy="269875"/>
            </a:xfrm>
            <a:prstGeom prst="ellipse">
              <a:avLst/>
            </a:prstGeom>
            <a:solidFill>
              <a:srgbClr val="CC0000"/>
            </a:solidFill>
            <a:ln>
              <a:noFill/>
            </a:ln>
          </p:spPr>
          <p:txBody>
            <a:bodyPr vert="horz" wrap="square" lIns="100584" tIns="50292" rIns="100584" bIns="50292" numCol="1" anchor="t" anchorCtr="0" compatLnSpc="1">
              <a:prstTxWarp prst="textNoShape">
                <a:avLst/>
              </a:prstTxWarp>
            </a:bodyPr>
            <a:lstStyle/>
            <a:p>
              <a:endParaRPr lang="en-US">
                <a:solidFill>
                  <a:schemeClr val="bg1"/>
                </a:solidFill>
              </a:endParaRPr>
            </a:p>
          </p:txBody>
        </p:sp>
        <p:sp>
          <p:nvSpPr>
            <p:cNvPr id="397" name="Freeform 19">
              <a:extLst>
                <a:ext uri="{FF2B5EF4-FFF2-40B4-BE49-F238E27FC236}">
                  <a16:creationId xmlns:a16="http://schemas.microsoft.com/office/drawing/2014/main" id="{FC3F9958-E3F0-ABF7-B92B-C568D77539B2}"/>
                </a:ext>
              </a:extLst>
            </p:cNvPr>
            <p:cNvSpPr>
              <a:spLocks/>
            </p:cNvSpPr>
            <p:nvPr/>
          </p:nvSpPr>
          <p:spPr bwMode="auto">
            <a:xfrm>
              <a:off x="1579879" y="2735263"/>
              <a:ext cx="111125" cy="111125"/>
            </a:xfrm>
            <a:custGeom>
              <a:avLst/>
              <a:gdLst>
                <a:gd name="T0" fmla="*/ 63 w 70"/>
                <a:gd name="T1" fmla="*/ 0 h 70"/>
                <a:gd name="T2" fmla="*/ 35 w 70"/>
                <a:gd name="T3" fmla="*/ 29 h 70"/>
                <a:gd name="T4" fmla="*/ 6 w 70"/>
                <a:gd name="T5" fmla="*/ 0 h 70"/>
                <a:gd name="T6" fmla="*/ 0 w 70"/>
                <a:gd name="T7" fmla="*/ 6 h 70"/>
                <a:gd name="T8" fmla="*/ 28 w 70"/>
                <a:gd name="T9" fmla="*/ 35 h 70"/>
                <a:gd name="T10" fmla="*/ 0 w 70"/>
                <a:gd name="T11" fmla="*/ 63 h 70"/>
                <a:gd name="T12" fmla="*/ 6 w 70"/>
                <a:gd name="T13" fmla="*/ 70 h 70"/>
                <a:gd name="T14" fmla="*/ 35 w 70"/>
                <a:gd name="T15" fmla="*/ 41 h 70"/>
                <a:gd name="T16" fmla="*/ 63 w 70"/>
                <a:gd name="T17" fmla="*/ 70 h 70"/>
                <a:gd name="T18" fmla="*/ 70 w 70"/>
                <a:gd name="T19" fmla="*/ 63 h 70"/>
                <a:gd name="T20" fmla="*/ 41 w 70"/>
                <a:gd name="T21" fmla="*/ 35 h 70"/>
                <a:gd name="T22" fmla="*/ 70 w 70"/>
                <a:gd name="T23" fmla="*/ 6 h 70"/>
                <a:gd name="T24" fmla="*/ 63 w 70"/>
                <a:gd name="T25"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0" h="70">
                  <a:moveTo>
                    <a:pt x="63" y="0"/>
                  </a:moveTo>
                  <a:lnTo>
                    <a:pt x="35" y="29"/>
                  </a:lnTo>
                  <a:lnTo>
                    <a:pt x="6" y="0"/>
                  </a:lnTo>
                  <a:lnTo>
                    <a:pt x="0" y="6"/>
                  </a:lnTo>
                  <a:lnTo>
                    <a:pt x="28" y="35"/>
                  </a:lnTo>
                  <a:lnTo>
                    <a:pt x="0" y="63"/>
                  </a:lnTo>
                  <a:lnTo>
                    <a:pt x="6" y="70"/>
                  </a:lnTo>
                  <a:lnTo>
                    <a:pt x="35" y="41"/>
                  </a:lnTo>
                  <a:lnTo>
                    <a:pt x="63" y="70"/>
                  </a:lnTo>
                  <a:lnTo>
                    <a:pt x="70" y="63"/>
                  </a:lnTo>
                  <a:lnTo>
                    <a:pt x="41" y="35"/>
                  </a:lnTo>
                  <a:lnTo>
                    <a:pt x="70" y="6"/>
                  </a:lnTo>
                  <a:lnTo>
                    <a:pt x="63" y="0"/>
                  </a:lnTo>
                  <a:close/>
                </a:path>
              </a:pathLst>
            </a:custGeom>
            <a:solidFill>
              <a:schemeClr val="bg1"/>
            </a:solidFill>
            <a:ln>
              <a:noFill/>
            </a:ln>
          </p:spPr>
          <p:txBody>
            <a:bodyPr vert="horz" wrap="square" lIns="100584" tIns="50292" rIns="100584" bIns="50292" numCol="1" anchor="t" anchorCtr="0" compatLnSpc="1">
              <a:prstTxWarp prst="textNoShape">
                <a:avLst/>
              </a:prstTxWarp>
            </a:bodyPr>
            <a:lstStyle/>
            <a:p>
              <a:endParaRPr lang="en-US">
                <a:solidFill>
                  <a:schemeClr val="bg1"/>
                </a:solidFill>
              </a:endParaRPr>
            </a:p>
          </p:txBody>
        </p:sp>
      </p:grpSp>
      <p:grpSp>
        <p:nvGrpSpPr>
          <p:cNvPr id="398" name="Group 397">
            <a:extLst>
              <a:ext uri="{FF2B5EF4-FFF2-40B4-BE49-F238E27FC236}">
                <a16:creationId xmlns:a16="http://schemas.microsoft.com/office/drawing/2014/main" id="{6BF6F4E8-66FD-D81D-6789-446EE8CB2634}"/>
              </a:ext>
            </a:extLst>
          </p:cNvPr>
          <p:cNvGrpSpPr/>
          <p:nvPr/>
        </p:nvGrpSpPr>
        <p:grpSpPr>
          <a:xfrm>
            <a:off x="7643417" y="4159129"/>
            <a:ext cx="391212" cy="391212"/>
            <a:chOff x="982662" y="3868738"/>
            <a:chExt cx="269875" cy="269875"/>
          </a:xfrm>
        </p:grpSpPr>
        <p:sp>
          <p:nvSpPr>
            <p:cNvPr id="399" name="Oval 16">
              <a:extLst>
                <a:ext uri="{FF2B5EF4-FFF2-40B4-BE49-F238E27FC236}">
                  <a16:creationId xmlns:a16="http://schemas.microsoft.com/office/drawing/2014/main" id="{EBDDD63E-67BE-C193-14AD-AD5F71FEBE69}"/>
                </a:ext>
              </a:extLst>
            </p:cNvPr>
            <p:cNvSpPr>
              <a:spLocks noChangeArrowheads="1"/>
            </p:cNvSpPr>
            <p:nvPr/>
          </p:nvSpPr>
          <p:spPr bwMode="auto">
            <a:xfrm>
              <a:off x="982662" y="3868738"/>
              <a:ext cx="269875" cy="269875"/>
            </a:xfrm>
            <a:prstGeom prst="ellipse">
              <a:avLst/>
            </a:prstGeom>
            <a:solidFill>
              <a:srgbClr val="009933"/>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00" name="Freeform 17">
              <a:extLst>
                <a:ext uri="{FF2B5EF4-FFF2-40B4-BE49-F238E27FC236}">
                  <a16:creationId xmlns:a16="http://schemas.microsoft.com/office/drawing/2014/main" id="{F2F7A01E-05A0-844D-B99D-767F0D8782C6}"/>
                </a:ext>
              </a:extLst>
            </p:cNvPr>
            <p:cNvSpPr>
              <a:spLocks/>
            </p:cNvSpPr>
            <p:nvPr/>
          </p:nvSpPr>
          <p:spPr bwMode="auto">
            <a:xfrm>
              <a:off x="1050925" y="3938588"/>
              <a:ext cx="133350" cy="128587"/>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411" name="TextBox 410">
            <a:extLst>
              <a:ext uri="{FF2B5EF4-FFF2-40B4-BE49-F238E27FC236}">
                <a16:creationId xmlns:a16="http://schemas.microsoft.com/office/drawing/2014/main" id="{595C77F4-7844-A85F-4948-63C19E4CD166}"/>
              </a:ext>
            </a:extLst>
          </p:cNvPr>
          <p:cNvSpPr txBox="1"/>
          <p:nvPr/>
        </p:nvSpPr>
        <p:spPr>
          <a:xfrm>
            <a:off x="2611272" y="7141914"/>
            <a:ext cx="7589368" cy="461665"/>
          </a:xfrm>
          <a:prstGeom prst="rect">
            <a:avLst/>
          </a:prstGeom>
          <a:noFill/>
        </p:spPr>
        <p:txBody>
          <a:bodyPr wrap="square" lIns="0" tIns="45720" rIns="0" bIns="45720" rtlCol="0">
            <a:spAutoFit/>
          </a:bodyPr>
          <a:lstStyle/>
          <a:p>
            <a:pPr marL="228600" indent="-228600" algn="l">
              <a:buAutoNum type="arabicPeriod"/>
            </a:pPr>
            <a:r>
              <a:rPr lang="en-US" sz="800"/>
              <a:t>Month refers to production period</a:t>
            </a:r>
          </a:p>
          <a:p>
            <a:pPr marL="228600" indent="-228600" algn="l">
              <a:buAutoNum type="arabicPeriod"/>
            </a:pPr>
            <a:r>
              <a:rPr lang="en-US" sz="800"/>
              <a:t>Reporting period starting from Jun-2024 due to XXX</a:t>
            </a:r>
          </a:p>
          <a:p>
            <a:pPr algn="l"/>
            <a:r>
              <a:rPr lang="en-US" sz="800"/>
              <a:t>Source: </a:t>
            </a:r>
            <a:r>
              <a:rPr lang="en-US" sz="800">
                <a:hlinkClick r:id="rId56"/>
              </a:rPr>
              <a:t>Insurer Monthly Bordereau Reporting - Power BI</a:t>
            </a:r>
            <a:endParaRPr lang="en-US" sz="800"/>
          </a:p>
        </p:txBody>
      </p:sp>
      <p:sp>
        <p:nvSpPr>
          <p:cNvPr id="3" name="TextBox 2">
            <a:extLst>
              <a:ext uri="{FF2B5EF4-FFF2-40B4-BE49-F238E27FC236}">
                <a16:creationId xmlns:a16="http://schemas.microsoft.com/office/drawing/2014/main" id="{1BF423D6-035C-2DF7-A48C-D850CD79E186}"/>
              </a:ext>
            </a:extLst>
          </p:cNvPr>
          <p:cNvSpPr txBox="1"/>
          <p:nvPr/>
        </p:nvSpPr>
        <p:spPr>
          <a:xfrm>
            <a:off x="7892541" y="4181487"/>
            <a:ext cx="5221574" cy="2908489"/>
          </a:xfrm>
          <a:prstGeom prst="rect">
            <a:avLst/>
          </a:prstGeom>
          <a:noFill/>
        </p:spPr>
        <p:txBody>
          <a:bodyPr wrap="square">
            <a:spAutoFit/>
          </a:bodyPr>
          <a:lstStyle/>
          <a:p>
            <a:pPr marL="182880" algn="l">
              <a:spcAft>
                <a:spcPts val="600"/>
              </a:spcAft>
            </a:pPr>
            <a:r>
              <a:rPr lang="en-US" sz="1800" b="1">
                <a:solidFill>
                  <a:schemeClr val="accent2"/>
                </a:solidFill>
              </a:rPr>
              <a:t>Ongoing efforts</a:t>
            </a:r>
            <a:endParaRPr lang="en-US" sz="2000" b="1">
              <a:solidFill>
                <a:schemeClr val="accent2"/>
              </a:solidFill>
            </a:endParaRPr>
          </a:p>
          <a:p>
            <a:pPr marL="285750" indent="-285750" algn="l">
              <a:spcAft>
                <a:spcPts val="600"/>
              </a:spcAft>
              <a:buFont typeface="Arial" panose="020B0604020202020204" pitchFamily="34" charset="0"/>
              <a:buChar char="•"/>
            </a:pPr>
            <a:r>
              <a:rPr lang="en-US" sz="1400" b="1">
                <a:solidFill>
                  <a:schemeClr val="accent1"/>
                </a:solidFill>
              </a:rPr>
              <a:t>Gen2 rollout:</a:t>
            </a:r>
            <a:r>
              <a:rPr lang="en-US" sz="1400"/>
              <a:t> Enhanced data validations and insourcing of Insurer </a:t>
            </a:r>
            <a:r>
              <a:rPr lang="en-US" sz="1400" err="1"/>
              <a:t>bdx</a:t>
            </a:r>
            <a:r>
              <a:rPr lang="en-US" sz="1400"/>
              <a:t> development for improved capabilities</a:t>
            </a:r>
          </a:p>
          <a:p>
            <a:pPr marL="285750" indent="-285750" algn="l">
              <a:spcAft>
                <a:spcPts val="600"/>
              </a:spcAft>
              <a:buFont typeface="Arial" panose="020B0604020202020204" pitchFamily="34" charset="0"/>
              <a:buChar char="•"/>
            </a:pPr>
            <a:r>
              <a:rPr lang="en-US" sz="1400" b="1">
                <a:solidFill>
                  <a:schemeClr val="accent1"/>
                </a:solidFill>
              </a:rPr>
              <a:t>Attribute catalog:</a:t>
            </a:r>
            <a:r>
              <a:rPr lang="en-US" sz="1400"/>
              <a:t> Development of catalog to streamline Member transfers and validation processes</a:t>
            </a:r>
          </a:p>
          <a:p>
            <a:pPr marL="285750" indent="-285750" algn="l">
              <a:spcAft>
                <a:spcPts val="600"/>
              </a:spcAft>
              <a:buFont typeface="Arial" panose="020B0604020202020204" pitchFamily="34" charset="0"/>
              <a:buChar char="•"/>
            </a:pPr>
            <a:r>
              <a:rPr lang="en-US" sz="1400" b="1">
                <a:solidFill>
                  <a:schemeClr val="accent1"/>
                </a:solidFill>
              </a:rPr>
              <a:t>New standards: </a:t>
            </a:r>
            <a:r>
              <a:rPr lang="en-US" sz="1400"/>
              <a:t>Standardized insurer data requirements and re-negotiating terms as portfolios and trust grow</a:t>
            </a:r>
          </a:p>
          <a:p>
            <a:pPr marL="285750" indent="-285750" algn="l">
              <a:spcAft>
                <a:spcPts val="600"/>
              </a:spcAft>
              <a:buFont typeface="Arial" panose="020B0604020202020204" pitchFamily="34" charset="0"/>
              <a:buChar char="•"/>
            </a:pPr>
            <a:r>
              <a:rPr lang="en-US" sz="1400" b="1">
                <a:solidFill>
                  <a:schemeClr val="accent1"/>
                </a:solidFill>
              </a:rPr>
              <a:t>Stronger processes:</a:t>
            </a:r>
            <a:r>
              <a:rPr lang="en-US" sz="1400" b="1"/>
              <a:t> </a:t>
            </a:r>
            <a:r>
              <a:rPr lang="en-US" sz="1400"/>
              <a:t>Improved workflow tracking, prioritization and communication protocols across teams</a:t>
            </a:r>
          </a:p>
          <a:p>
            <a:pPr marL="285750" indent="-285750" algn="l">
              <a:spcAft>
                <a:spcPts val="600"/>
              </a:spcAft>
              <a:buFont typeface="Arial" panose="020B0604020202020204" pitchFamily="34" charset="0"/>
              <a:buChar char="•"/>
            </a:pPr>
            <a:r>
              <a:rPr lang="en-US" sz="1400" b="1">
                <a:solidFill>
                  <a:schemeClr val="accent1"/>
                </a:solidFill>
              </a:rPr>
              <a:t>Hadron UK reporting: </a:t>
            </a:r>
            <a:r>
              <a:rPr lang="en-US" sz="1400"/>
              <a:t>Addressing Hadron UK structural challenge with revised reporting schedules</a:t>
            </a:r>
          </a:p>
        </p:txBody>
      </p:sp>
      <p:grpSp>
        <p:nvGrpSpPr>
          <p:cNvPr id="4" name="Group 3">
            <a:extLst>
              <a:ext uri="{FF2B5EF4-FFF2-40B4-BE49-F238E27FC236}">
                <a16:creationId xmlns:a16="http://schemas.microsoft.com/office/drawing/2014/main" id="{0E6891DD-8EF4-8241-6B92-C2D24AFC2475}"/>
              </a:ext>
            </a:extLst>
          </p:cNvPr>
          <p:cNvGrpSpPr/>
          <p:nvPr/>
        </p:nvGrpSpPr>
        <p:grpSpPr>
          <a:xfrm>
            <a:off x="10874499" y="0"/>
            <a:ext cx="2943101" cy="914400"/>
            <a:chOff x="10874499" y="0"/>
            <a:chExt cx="2943101" cy="914400"/>
          </a:xfrm>
        </p:grpSpPr>
        <p:grpSp>
          <p:nvGrpSpPr>
            <p:cNvPr id="6" name="Group 5">
              <a:extLst>
                <a:ext uri="{FF2B5EF4-FFF2-40B4-BE49-F238E27FC236}">
                  <a16:creationId xmlns:a16="http://schemas.microsoft.com/office/drawing/2014/main" id="{783118EB-0615-4752-B658-649731444D2B}"/>
                </a:ext>
              </a:extLst>
            </p:cNvPr>
            <p:cNvGrpSpPr/>
            <p:nvPr/>
          </p:nvGrpSpPr>
          <p:grpSpPr>
            <a:xfrm>
              <a:off x="12903200" y="0"/>
              <a:ext cx="914400" cy="914400"/>
              <a:chOff x="12903200" y="0"/>
              <a:chExt cx="914400" cy="914400"/>
            </a:xfrm>
          </p:grpSpPr>
          <p:sp>
            <p:nvSpPr>
              <p:cNvPr id="10" name="Right Triangle 9">
                <a:extLst>
                  <a:ext uri="{FF2B5EF4-FFF2-40B4-BE49-F238E27FC236}">
                    <a16:creationId xmlns:a16="http://schemas.microsoft.com/office/drawing/2014/main" id="{D7EEAE2D-C581-E465-D18B-757527FA5494}"/>
                  </a:ext>
                </a:extLst>
              </p:cNvPr>
              <p:cNvSpPr/>
              <p:nvPr/>
            </p:nvSpPr>
            <p:spPr bwMode="auto">
              <a:xfrm rot="10800000">
                <a:off x="12903200" y="0"/>
                <a:ext cx="914400" cy="914400"/>
              </a:xfrm>
              <a:prstGeom prst="rtTriangle">
                <a:avLst/>
              </a:prstGeom>
              <a:solidFill>
                <a:schemeClr val="accent2"/>
              </a:solidFill>
              <a:ln w="952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1" name="Oval 20">
                <a:extLst>
                  <a:ext uri="{FF2B5EF4-FFF2-40B4-BE49-F238E27FC236}">
                    <a16:creationId xmlns:a16="http://schemas.microsoft.com/office/drawing/2014/main" id="{6A5B94EA-ECD5-015C-745B-6B644471E34E}"/>
                  </a:ext>
                </a:extLst>
              </p:cNvPr>
              <p:cNvSpPr>
                <a:spLocks noChangeAspect="1" noChangeArrowheads="1"/>
              </p:cNvSpPr>
              <p:nvPr/>
            </p:nvSpPr>
            <p:spPr bwMode="auto">
              <a:xfrm>
                <a:off x="13402153" y="131795"/>
                <a:ext cx="306910" cy="306910"/>
              </a:xfrm>
              <a:prstGeom prst="ellipse">
                <a:avLst/>
              </a:prstGeom>
              <a:solidFill>
                <a:schemeClr val="bg1"/>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accent2"/>
                    </a:solidFill>
                  </a:rPr>
                  <a:t>A</a:t>
                </a:r>
              </a:p>
            </p:txBody>
          </p:sp>
        </p:grpSp>
        <p:sp>
          <p:nvSpPr>
            <p:cNvPr id="7" name="TextBox 6">
              <a:extLst>
                <a:ext uri="{FF2B5EF4-FFF2-40B4-BE49-F238E27FC236}">
                  <a16:creationId xmlns:a16="http://schemas.microsoft.com/office/drawing/2014/main" id="{7DF0FDF9-9F02-A627-87E3-0E3779D9213E}"/>
                </a:ext>
              </a:extLst>
            </p:cNvPr>
            <p:cNvSpPr txBox="1"/>
            <p:nvPr/>
          </p:nvSpPr>
          <p:spPr>
            <a:xfrm>
              <a:off x="10874499" y="5525"/>
              <a:ext cx="2043004" cy="368686"/>
            </a:xfrm>
            <a:prstGeom prst="rect">
              <a:avLst/>
            </a:prstGeom>
            <a:noFill/>
          </p:spPr>
          <p:txBody>
            <a:bodyPr wrap="square" lIns="0" tIns="45720" rIns="0" bIns="45720" rtlCol="0" anchor="ctr">
              <a:spAutoFit/>
            </a:bodyPr>
            <a:lstStyle/>
            <a:p>
              <a:pPr algn="r"/>
              <a:r>
                <a:rPr lang="en-US"/>
                <a:t>Effective storytelling</a:t>
              </a:r>
            </a:p>
          </p:txBody>
        </p:sp>
      </p:grpSp>
    </p:spTree>
    <p:extLst>
      <p:ext uri="{BB962C8B-B14F-4D97-AF65-F5344CB8AC3E}">
        <p14:creationId xmlns:p14="http://schemas.microsoft.com/office/powerpoint/2010/main" val="281722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9" grpId="0"/>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7BC50-C2A2-59E6-6F08-22DAF6555E6B}"/>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DEB3EF6-0E4B-275C-FBC0-5F7F8097DCBD}"/>
              </a:ext>
            </a:extLst>
          </p:cNvPr>
          <p:cNvGraphicFramePr>
            <a:graphicFrameLocks noChangeAspect="1"/>
          </p:cNvGraphicFramePr>
          <p:nvPr>
            <p:custDataLst>
              <p:tags r:id="rId1"/>
            </p:custDataLst>
            <p:extLst>
              <p:ext uri="{D42A27DB-BD31-4B8C-83A1-F6EECF244321}">
                <p14:modId xmlns:p14="http://schemas.microsoft.com/office/powerpoint/2010/main" val="759688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BDEB3EF6-0E4B-275C-FBC0-5F7F8097DC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4F11562B-3974-54F6-FDBF-F8C61F0AB2CB}"/>
              </a:ext>
            </a:extLst>
          </p:cNvPr>
          <p:cNvSpPr>
            <a:spLocks noGrp="1"/>
          </p:cNvSpPr>
          <p:nvPr>
            <p:ph sz="quarter" idx="14"/>
          </p:nvPr>
        </p:nvSpPr>
        <p:spPr>
          <a:solidFill>
            <a:schemeClr val="bg2"/>
          </a:solidFill>
          <a:ln>
            <a:noFill/>
          </a:ln>
          <a:effectLst/>
        </p:spPr>
        <p:txBody>
          <a:bodyPr vert="horz" wrap="square" lIns="0" tIns="45720" rIns="0" bIns="45720" numCol="1" anchor="ctr" anchorCtr="0" compatLnSpc="1">
            <a:prstTxWarp prst="textNoShape">
              <a:avLst/>
            </a:prstTxWarp>
          </a:bodyPr>
          <a:lstStyle/>
          <a:p>
            <a:pPr algn="ctr"/>
            <a:r>
              <a:rPr lang="en-US" sz="3600" b="1">
                <a:solidFill>
                  <a:srgbClr val="646464"/>
                </a:solidFill>
              </a:rPr>
              <a:t>Effective storytelling</a:t>
            </a:r>
          </a:p>
          <a:p>
            <a:pPr algn="ctr"/>
            <a:endParaRPr lang="en-US" sz="3600" b="1">
              <a:solidFill>
                <a:srgbClr val="646464"/>
              </a:solidFill>
            </a:endParaRPr>
          </a:p>
          <a:p>
            <a:pPr marL="914400" indent="-571500">
              <a:buFont typeface="Arial" panose="020B0604020202020204" pitchFamily="34" charset="0"/>
              <a:buChar char="•"/>
            </a:pPr>
            <a:r>
              <a:rPr lang="en-US" sz="2800">
                <a:solidFill>
                  <a:srgbClr val="646464"/>
                </a:solidFill>
              </a:rPr>
              <a:t>Story lining a slide deck</a:t>
            </a:r>
          </a:p>
          <a:p>
            <a:pPr marL="914400" indent="-571500">
              <a:buFont typeface="Arial" panose="020B0604020202020204" pitchFamily="34" charset="0"/>
              <a:buChar char="•"/>
            </a:pPr>
            <a:r>
              <a:rPr lang="en-US" sz="2800">
                <a:solidFill>
                  <a:srgbClr val="646464"/>
                </a:solidFill>
              </a:rPr>
              <a:t>Creating the slide</a:t>
            </a:r>
          </a:p>
          <a:p>
            <a:pPr marL="914400" indent="-571500">
              <a:buFont typeface="Arial" panose="020B0604020202020204" pitchFamily="34" charset="0"/>
              <a:buChar char="•"/>
            </a:pPr>
            <a:r>
              <a:rPr lang="en-US" sz="2800">
                <a:solidFill>
                  <a:srgbClr val="646464"/>
                </a:solidFill>
              </a:rPr>
              <a:t>Design best practices</a:t>
            </a:r>
          </a:p>
        </p:txBody>
      </p:sp>
      <p:sp>
        <p:nvSpPr>
          <p:cNvPr id="4" name="Title 3">
            <a:extLst>
              <a:ext uri="{FF2B5EF4-FFF2-40B4-BE49-F238E27FC236}">
                <a16:creationId xmlns:a16="http://schemas.microsoft.com/office/drawing/2014/main" id="{7C3232B9-0378-B44B-300F-D2D37DAF260D}"/>
              </a:ext>
            </a:extLst>
          </p:cNvPr>
          <p:cNvSpPr>
            <a:spLocks noGrp="1"/>
          </p:cNvSpPr>
          <p:nvPr>
            <p:ph type="title"/>
          </p:nvPr>
        </p:nvSpPr>
        <p:spPr/>
        <p:txBody>
          <a:bodyPr vert="horz"/>
          <a:lstStyle/>
          <a:p>
            <a:r>
              <a:rPr lang="en-US">
                <a:solidFill>
                  <a:schemeClr val="accent2"/>
                </a:solidFill>
              </a:rPr>
              <a:t>Topic 2 | </a:t>
            </a:r>
            <a:r>
              <a:rPr lang="en-US"/>
              <a:t>Tips and tricks</a:t>
            </a:r>
          </a:p>
        </p:txBody>
      </p:sp>
      <p:sp>
        <p:nvSpPr>
          <p:cNvPr id="5" name="Subtitle 4">
            <a:extLst>
              <a:ext uri="{FF2B5EF4-FFF2-40B4-BE49-F238E27FC236}">
                <a16:creationId xmlns:a16="http://schemas.microsoft.com/office/drawing/2014/main" id="{75BF1E07-E2F5-3D80-D410-4477430CBC49}"/>
              </a:ext>
            </a:extLst>
          </p:cNvPr>
          <p:cNvSpPr>
            <a:spLocks noGrp="1"/>
          </p:cNvSpPr>
          <p:nvPr>
            <p:ph type="subTitle" idx="1"/>
          </p:nvPr>
        </p:nvSpPr>
        <p:spPr/>
        <p:txBody>
          <a:bodyPr/>
          <a:lstStyle/>
          <a:p>
            <a:endParaRPr lang="en-US"/>
          </a:p>
        </p:txBody>
      </p:sp>
      <p:sp>
        <p:nvSpPr>
          <p:cNvPr id="6" name="Footer Placeholder 5">
            <a:extLst>
              <a:ext uri="{FF2B5EF4-FFF2-40B4-BE49-F238E27FC236}">
                <a16:creationId xmlns:a16="http://schemas.microsoft.com/office/drawing/2014/main" id="{77774A51-C11A-1AEF-058E-5C270CBB4CCE}"/>
              </a:ext>
            </a:extLst>
          </p:cNvPr>
          <p:cNvSpPr>
            <a:spLocks noGrp="1"/>
          </p:cNvSpPr>
          <p:nvPr>
            <p:ph type="ftr" sz="quarter" idx="3"/>
          </p:nvPr>
        </p:nvSpPr>
        <p:spPr/>
        <p:txBody>
          <a:bodyPr/>
          <a:lstStyle/>
          <a:p>
            <a:r>
              <a:rPr lang="en-CA"/>
              <a:t>2024</a:t>
            </a:r>
          </a:p>
        </p:txBody>
      </p:sp>
      <p:sp>
        <p:nvSpPr>
          <p:cNvPr id="11" name="Oval 20">
            <a:extLst>
              <a:ext uri="{FF2B5EF4-FFF2-40B4-BE49-F238E27FC236}">
                <a16:creationId xmlns:a16="http://schemas.microsoft.com/office/drawing/2014/main" id="{138782F2-3B66-B6EE-AC14-C72342302904}"/>
              </a:ext>
            </a:extLst>
          </p:cNvPr>
          <p:cNvSpPr>
            <a:spLocks noChangeAspect="1" noChangeArrowheads="1"/>
          </p:cNvSpPr>
          <p:nvPr/>
        </p:nvSpPr>
        <p:spPr bwMode="auto">
          <a:xfrm>
            <a:off x="744581" y="2972599"/>
            <a:ext cx="383637" cy="383637"/>
          </a:xfrm>
          <a:prstGeom prst="ellipse">
            <a:avLst/>
          </a:prstGeom>
          <a:solidFill>
            <a:srgbClr val="808080"/>
          </a:solidFill>
          <a:ln w="9525" cap="flat" cmpd="sng" algn="ctr">
            <a:noFill/>
            <a:prstDash val="solid"/>
            <a:round/>
            <a:headEnd type="none" w="med" len="med"/>
            <a:tailEnd type="none" w="med" len="med"/>
          </a:ln>
        </p:spPr>
        <p:txBody>
          <a:bodyPr vert="horz" wrap="square" lIns="0" tIns="0" rIns="0" bIns="0" numCol="1" anchor="ctr" anchorCtr="0" compatLnSpc="1">
            <a:prstTxWarp prst="textNoShape">
              <a:avLst/>
            </a:prstTxWarp>
          </a:bodyPr>
          <a:lstStyle/>
          <a:p>
            <a:r>
              <a:rPr lang="en-US" sz="1500">
                <a:solidFill>
                  <a:schemeClr val="bg1"/>
                </a:solidFill>
              </a:rPr>
              <a:t>A</a:t>
            </a:r>
          </a:p>
        </p:txBody>
      </p:sp>
      <p:sp>
        <p:nvSpPr>
          <p:cNvPr id="2" name="Content Placeholder 2">
            <a:extLst>
              <a:ext uri="{FF2B5EF4-FFF2-40B4-BE49-F238E27FC236}">
                <a16:creationId xmlns:a16="http://schemas.microsoft.com/office/drawing/2014/main" id="{921FB0EE-EE6B-9AD3-3E98-D6C1EAD0973E}"/>
              </a:ext>
            </a:extLst>
          </p:cNvPr>
          <p:cNvSpPr txBox="1">
            <a:spLocks/>
          </p:cNvSpPr>
          <p:nvPr/>
        </p:nvSpPr>
        <p:spPr bwMode="gray">
          <a:xfrm>
            <a:off x="7042497" y="2109724"/>
            <a:ext cx="6071618" cy="4449408"/>
          </a:xfrm>
          <a:prstGeom prst="rect">
            <a:avLst/>
          </a:prstGeom>
          <a:solidFill>
            <a:srgbClr val="C9C9FF"/>
          </a:solidFill>
          <a:ln>
            <a:noFill/>
          </a:ln>
          <a:effectLst>
            <a:outerShdw blurRad="50800" dist="38100" dir="2700000" algn="tl" rotWithShape="0">
              <a:prstClr val="black">
                <a:alpha val="40000"/>
              </a:prstClr>
            </a:outerShdw>
          </a:effec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314020" indent="0" algn="l" defTabSz="1225551" rtl="0" eaLnBrk="1" fontAlgn="base" hangingPunct="1">
              <a:spcBef>
                <a:spcPts val="412"/>
              </a:spcBef>
              <a:spcAft>
                <a:spcPct val="0"/>
              </a:spcAft>
              <a:buClr>
                <a:schemeClr val="accent3"/>
              </a:buClr>
              <a:buSzPct val="70000"/>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3679"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2059" indent="0" algn="l" defTabSz="1225551" rtl="0" eaLnBrk="1" fontAlgn="base" hangingPunct="1">
              <a:spcBef>
                <a:spcPts val="412"/>
              </a:spcBef>
              <a:spcAft>
                <a:spcPct val="0"/>
              </a:spcAft>
              <a:buClr>
                <a:schemeClr val="accent3"/>
              </a:buClr>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60442"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algn="ctr"/>
            <a:r>
              <a:rPr lang="en-US" sz="3600" b="1" kern="0"/>
              <a:t>Tips and tricks</a:t>
            </a:r>
          </a:p>
          <a:p>
            <a:pPr algn="ctr"/>
            <a:endParaRPr lang="en-US" sz="3200" kern="0"/>
          </a:p>
          <a:p>
            <a:pPr marL="914400" indent="-571500">
              <a:buFont typeface="Arial" panose="020B0604020202020204" pitchFamily="34" charset="0"/>
              <a:buChar char="•"/>
            </a:pPr>
            <a:r>
              <a:rPr lang="en-US" sz="2800" kern="0"/>
              <a:t>Tools and shortcuts</a:t>
            </a:r>
          </a:p>
          <a:p>
            <a:pPr marL="914400" indent="-571500">
              <a:buFont typeface="Arial" panose="020B0604020202020204" pitchFamily="34" charset="0"/>
              <a:buChar char="•"/>
            </a:pPr>
            <a:r>
              <a:rPr lang="en-US" sz="2800" kern="0"/>
              <a:t>Macros (Efficient Elements)</a:t>
            </a:r>
          </a:p>
          <a:p>
            <a:pPr marL="914400" indent="-571500">
              <a:buFont typeface="Arial" panose="020B0604020202020204" pitchFamily="34" charset="0"/>
              <a:buChar char="•"/>
            </a:pPr>
            <a:r>
              <a:rPr lang="en-US" sz="2800" kern="0"/>
              <a:t>Charting (</a:t>
            </a:r>
            <a:r>
              <a:rPr lang="en-US" sz="2800" kern="0" err="1"/>
              <a:t>ThinkCell</a:t>
            </a:r>
            <a:r>
              <a:rPr lang="en-US" sz="2800" kern="0"/>
              <a:t>)</a:t>
            </a:r>
          </a:p>
        </p:txBody>
      </p:sp>
      <p:sp>
        <p:nvSpPr>
          <p:cNvPr id="8" name="Oval 20">
            <a:extLst>
              <a:ext uri="{FF2B5EF4-FFF2-40B4-BE49-F238E27FC236}">
                <a16:creationId xmlns:a16="http://schemas.microsoft.com/office/drawing/2014/main" id="{641A33D0-5186-FAA6-286B-4A7DAADDF4D8}"/>
              </a:ext>
            </a:extLst>
          </p:cNvPr>
          <p:cNvSpPr>
            <a:spLocks noChangeAspect="1" noChangeArrowheads="1"/>
          </p:cNvSpPr>
          <p:nvPr/>
        </p:nvSpPr>
        <p:spPr bwMode="auto">
          <a:xfrm>
            <a:off x="7956344" y="2972599"/>
            <a:ext cx="383637" cy="383637"/>
          </a:xfrm>
          <a:prstGeom prst="ellipse">
            <a:avLst/>
          </a:prstGeom>
          <a:solidFill>
            <a:schemeClr val="accent2"/>
          </a:solidFill>
          <a:ln w="9525" cap="flat" cmpd="sng" algn="ctr">
            <a:noFill/>
            <a:prstDash val="solid"/>
            <a:round/>
            <a:headEnd type="none" w="med" len="med"/>
            <a:tailEnd type="none" w="med" len="med"/>
          </a:ln>
        </p:spPr>
        <p:txBody>
          <a:bodyPr vert="horz" wrap="square" lIns="0" tIns="0" rIns="0" bIns="0" numCol="1" anchor="ctr" anchorCtr="0" compatLnSpc="1">
            <a:prstTxWarp prst="textNoShape">
              <a:avLst/>
            </a:prstTxWarp>
          </a:bodyPr>
          <a:lstStyle/>
          <a:p>
            <a:pPr algn="ctr"/>
            <a:r>
              <a:rPr lang="en-US" sz="1500">
                <a:solidFill>
                  <a:schemeClr val="bg1"/>
                </a:solidFill>
              </a:rPr>
              <a:t>B</a:t>
            </a:r>
          </a:p>
        </p:txBody>
      </p:sp>
      <p:grpSp>
        <p:nvGrpSpPr>
          <p:cNvPr id="9" name="Group 8">
            <a:extLst>
              <a:ext uri="{FF2B5EF4-FFF2-40B4-BE49-F238E27FC236}">
                <a16:creationId xmlns:a16="http://schemas.microsoft.com/office/drawing/2014/main" id="{2A6182E5-DEDA-5F0F-2F26-0C1E603EF223}"/>
              </a:ext>
            </a:extLst>
          </p:cNvPr>
          <p:cNvGrpSpPr/>
          <p:nvPr/>
        </p:nvGrpSpPr>
        <p:grpSpPr>
          <a:xfrm>
            <a:off x="10874499" y="0"/>
            <a:ext cx="2943101" cy="914400"/>
            <a:chOff x="10874499" y="0"/>
            <a:chExt cx="2943101" cy="914400"/>
          </a:xfrm>
        </p:grpSpPr>
        <p:grpSp>
          <p:nvGrpSpPr>
            <p:cNvPr id="10" name="Group 9">
              <a:extLst>
                <a:ext uri="{FF2B5EF4-FFF2-40B4-BE49-F238E27FC236}">
                  <a16:creationId xmlns:a16="http://schemas.microsoft.com/office/drawing/2014/main" id="{C0227230-5F1C-617B-7B38-6BA5D45EA97F}"/>
                </a:ext>
              </a:extLst>
            </p:cNvPr>
            <p:cNvGrpSpPr/>
            <p:nvPr/>
          </p:nvGrpSpPr>
          <p:grpSpPr>
            <a:xfrm>
              <a:off x="12903200" y="0"/>
              <a:ext cx="914400" cy="914400"/>
              <a:chOff x="12903200" y="0"/>
              <a:chExt cx="914400" cy="914400"/>
            </a:xfrm>
          </p:grpSpPr>
          <p:sp>
            <p:nvSpPr>
              <p:cNvPr id="13" name="Right Triangle 12">
                <a:extLst>
                  <a:ext uri="{FF2B5EF4-FFF2-40B4-BE49-F238E27FC236}">
                    <a16:creationId xmlns:a16="http://schemas.microsoft.com/office/drawing/2014/main" id="{DBF5DA05-6278-0931-6226-57A897CC5730}"/>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4" name="Oval 20">
                <a:extLst>
                  <a:ext uri="{FF2B5EF4-FFF2-40B4-BE49-F238E27FC236}">
                    <a16:creationId xmlns:a16="http://schemas.microsoft.com/office/drawing/2014/main" id="{B6BB890E-A126-74C7-E200-AF3555FF356C}"/>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12" name="TextBox 11">
              <a:extLst>
                <a:ext uri="{FF2B5EF4-FFF2-40B4-BE49-F238E27FC236}">
                  <a16:creationId xmlns:a16="http://schemas.microsoft.com/office/drawing/2014/main" id="{35EE9347-F564-8609-2835-0EBCB26D26AA}"/>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Tree>
    <p:extLst>
      <p:ext uri="{BB962C8B-B14F-4D97-AF65-F5344CB8AC3E}">
        <p14:creationId xmlns:p14="http://schemas.microsoft.com/office/powerpoint/2010/main" val="24723364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60EEE-9E28-4CDD-E67F-956EA3B940DD}"/>
            </a:ext>
          </a:extLst>
        </p:cNvPr>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7903187-3DD3-B55A-2309-70DC5BD24F1E}"/>
              </a:ext>
            </a:extLst>
          </p:cNvPr>
          <p:cNvGraphicFramePr>
            <a:graphicFrameLocks noChangeAspect="1"/>
          </p:cNvGraphicFramePr>
          <p:nvPr>
            <p:custDataLst>
              <p:tags r:id="rId1"/>
            </p:custDataLst>
            <p:extLst>
              <p:ext uri="{D42A27DB-BD31-4B8C-83A1-F6EECF244321}">
                <p14:modId xmlns:p14="http://schemas.microsoft.com/office/powerpoint/2010/main" val="19611558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9" name="think-cell data - do not delete" hidden="1">
                        <a:extLst>
                          <a:ext uri="{FF2B5EF4-FFF2-40B4-BE49-F238E27FC236}">
                            <a16:creationId xmlns:a16="http://schemas.microsoft.com/office/drawing/2014/main" id="{27903187-3DD3-B55A-2309-70DC5BD24F1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ubtitle 11">
            <a:extLst>
              <a:ext uri="{FF2B5EF4-FFF2-40B4-BE49-F238E27FC236}">
                <a16:creationId xmlns:a16="http://schemas.microsoft.com/office/drawing/2014/main" id="{6ADECF44-B1E9-B164-6A78-B1610BCF34EE}"/>
              </a:ext>
            </a:extLst>
          </p:cNvPr>
          <p:cNvSpPr>
            <a:spLocks noGrp="1"/>
          </p:cNvSpPr>
          <p:nvPr>
            <p:ph type="subTitle" idx="1"/>
          </p:nvPr>
        </p:nvSpPr>
        <p:spPr>
          <a:xfrm>
            <a:off x="886175" y="4928310"/>
            <a:ext cx="11807729" cy="591207"/>
          </a:xfrm>
        </p:spPr>
        <p:txBody>
          <a:bodyPr/>
          <a:lstStyle/>
          <a:p>
            <a:r>
              <a:rPr lang="en-US"/>
              <a:t>If you like sleep, then you've come to the right place…</a:t>
            </a:r>
          </a:p>
        </p:txBody>
      </p:sp>
      <p:sp>
        <p:nvSpPr>
          <p:cNvPr id="7" name="Title 6">
            <a:extLst>
              <a:ext uri="{FF2B5EF4-FFF2-40B4-BE49-F238E27FC236}">
                <a16:creationId xmlns:a16="http://schemas.microsoft.com/office/drawing/2014/main" id="{4A9BAA89-A89B-1829-2E31-D5863F87F7AC}"/>
              </a:ext>
            </a:extLst>
          </p:cNvPr>
          <p:cNvSpPr>
            <a:spLocks noGrp="1"/>
          </p:cNvSpPr>
          <p:nvPr>
            <p:ph type="ctrTitle" sz="quarter"/>
          </p:nvPr>
        </p:nvSpPr>
        <p:spPr>
          <a:xfrm>
            <a:off x="885825" y="3446463"/>
            <a:ext cx="11793538" cy="879475"/>
          </a:xfrm>
        </p:spPr>
        <p:txBody>
          <a:bodyPr vert="horz"/>
          <a:lstStyle/>
          <a:p>
            <a:r>
              <a:rPr lang="en-US" i="1"/>
              <a:t>Do you like sleep?</a:t>
            </a:r>
          </a:p>
        </p:txBody>
      </p:sp>
      <p:sp>
        <p:nvSpPr>
          <p:cNvPr id="6" name="Footer Placeholder 5">
            <a:extLst>
              <a:ext uri="{FF2B5EF4-FFF2-40B4-BE49-F238E27FC236}">
                <a16:creationId xmlns:a16="http://schemas.microsoft.com/office/drawing/2014/main" id="{46F7D7E9-0D9F-3DDB-7730-47C975F0056B}"/>
              </a:ext>
            </a:extLst>
          </p:cNvPr>
          <p:cNvSpPr>
            <a:spLocks noGrp="1"/>
          </p:cNvSpPr>
          <p:nvPr>
            <p:ph type="ftr" sz="quarter" idx="4294967295"/>
          </p:nvPr>
        </p:nvSpPr>
        <p:spPr>
          <a:xfrm>
            <a:off x="12503150" y="7113588"/>
            <a:ext cx="1314450" cy="193675"/>
          </a:xfrm>
        </p:spPr>
        <p:txBody>
          <a:bodyPr/>
          <a:lstStyle/>
          <a:p>
            <a:r>
              <a:rPr lang="en-CA"/>
              <a:t>2024</a:t>
            </a:r>
          </a:p>
        </p:txBody>
      </p:sp>
      <p:grpSp>
        <p:nvGrpSpPr>
          <p:cNvPr id="14" name="Group 13">
            <a:extLst>
              <a:ext uri="{FF2B5EF4-FFF2-40B4-BE49-F238E27FC236}">
                <a16:creationId xmlns:a16="http://schemas.microsoft.com/office/drawing/2014/main" id="{5A15887C-3D63-15DA-D101-4B4914EF1554}"/>
              </a:ext>
            </a:extLst>
          </p:cNvPr>
          <p:cNvGrpSpPr/>
          <p:nvPr/>
        </p:nvGrpSpPr>
        <p:grpSpPr>
          <a:xfrm>
            <a:off x="10874499" y="0"/>
            <a:ext cx="2943101" cy="914400"/>
            <a:chOff x="10874499" y="0"/>
            <a:chExt cx="2943101" cy="914400"/>
          </a:xfrm>
        </p:grpSpPr>
        <p:grpSp>
          <p:nvGrpSpPr>
            <p:cNvPr id="15" name="Group 14">
              <a:extLst>
                <a:ext uri="{FF2B5EF4-FFF2-40B4-BE49-F238E27FC236}">
                  <a16:creationId xmlns:a16="http://schemas.microsoft.com/office/drawing/2014/main" id="{0B6B558C-ED1D-4A5F-D4CD-DD02BEF86ECE}"/>
                </a:ext>
              </a:extLst>
            </p:cNvPr>
            <p:cNvGrpSpPr/>
            <p:nvPr/>
          </p:nvGrpSpPr>
          <p:grpSpPr>
            <a:xfrm>
              <a:off x="12903200" y="0"/>
              <a:ext cx="914400" cy="914400"/>
              <a:chOff x="12903200" y="0"/>
              <a:chExt cx="914400" cy="914400"/>
            </a:xfrm>
          </p:grpSpPr>
          <p:sp>
            <p:nvSpPr>
              <p:cNvPr id="17" name="Right Triangle 16">
                <a:extLst>
                  <a:ext uri="{FF2B5EF4-FFF2-40B4-BE49-F238E27FC236}">
                    <a16:creationId xmlns:a16="http://schemas.microsoft.com/office/drawing/2014/main" id="{66654E5B-C8C9-83CF-D131-87CF65226460}"/>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8" name="Oval 20">
                <a:extLst>
                  <a:ext uri="{FF2B5EF4-FFF2-40B4-BE49-F238E27FC236}">
                    <a16:creationId xmlns:a16="http://schemas.microsoft.com/office/drawing/2014/main" id="{7AD65799-5857-C755-4C68-DF56A2E5FC64}"/>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16" name="TextBox 15">
              <a:extLst>
                <a:ext uri="{FF2B5EF4-FFF2-40B4-BE49-F238E27FC236}">
                  <a16:creationId xmlns:a16="http://schemas.microsoft.com/office/drawing/2014/main" id="{919AF707-D941-5EA2-6EF4-F8F72BAD6B3A}"/>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Tree>
    <p:extLst>
      <p:ext uri="{BB962C8B-B14F-4D97-AF65-F5344CB8AC3E}">
        <p14:creationId xmlns:p14="http://schemas.microsoft.com/office/powerpoint/2010/main" val="1805993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7E14A73B-B2F2-1AD4-CA8B-DDA49B8114CC}"/>
              </a:ext>
            </a:extLst>
          </p:cNvPr>
          <p:cNvGraphicFramePr>
            <a:graphicFrameLocks noChangeAspect="1"/>
          </p:cNvGraphicFramePr>
          <p:nvPr>
            <p:custDataLst>
              <p:tags r:id="rId1"/>
            </p:custDataLst>
            <p:extLst>
              <p:ext uri="{D42A27DB-BD31-4B8C-83A1-F6EECF244321}">
                <p14:modId xmlns:p14="http://schemas.microsoft.com/office/powerpoint/2010/main" val="173601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73" imgH="273" progId="TCLayout.ActiveDocument.1">
                  <p:embed/>
                </p:oleObj>
              </mc:Choice>
              <mc:Fallback>
                <p:oleObj name="think-cell Slide" r:id="rId3" imgW="273" imgH="273" progId="TCLayout.ActiveDocument.1">
                  <p:embed/>
                  <p:pic>
                    <p:nvPicPr>
                      <p:cNvPr id="15" name="think-cell data - do not delete" hidden="1">
                        <a:extLst>
                          <a:ext uri="{FF2B5EF4-FFF2-40B4-BE49-F238E27FC236}">
                            <a16:creationId xmlns:a16="http://schemas.microsoft.com/office/drawing/2014/main" id="{7E14A73B-B2F2-1AD4-CA8B-DDA49B8114C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Subtitle 7">
            <a:extLst>
              <a:ext uri="{FF2B5EF4-FFF2-40B4-BE49-F238E27FC236}">
                <a16:creationId xmlns:a16="http://schemas.microsoft.com/office/drawing/2014/main" id="{1F47AAB8-03B0-3168-3D65-D1D8BD48E41C}"/>
              </a:ext>
            </a:extLst>
          </p:cNvPr>
          <p:cNvSpPr>
            <a:spLocks noGrp="1"/>
          </p:cNvSpPr>
          <p:nvPr>
            <p:ph type="subTitle" idx="1"/>
          </p:nvPr>
        </p:nvSpPr>
        <p:spPr/>
        <p:txBody>
          <a:bodyPr/>
          <a:lstStyle/>
          <a:p>
            <a:endParaRPr lang="en-US"/>
          </a:p>
        </p:txBody>
      </p:sp>
      <p:sp>
        <p:nvSpPr>
          <p:cNvPr id="10" name="Content Placeholder 9">
            <a:extLst>
              <a:ext uri="{FF2B5EF4-FFF2-40B4-BE49-F238E27FC236}">
                <a16:creationId xmlns:a16="http://schemas.microsoft.com/office/drawing/2014/main" id="{2338B6DF-6814-EBF9-79D0-F16D2634D37B}"/>
              </a:ext>
            </a:extLst>
          </p:cNvPr>
          <p:cNvSpPr>
            <a:spLocks noGrp="1"/>
          </p:cNvSpPr>
          <p:nvPr>
            <p:ph sz="quarter" idx="18"/>
          </p:nvPr>
        </p:nvSpPr>
        <p:spPr>
          <a:xfrm>
            <a:off x="448969" y="2109725"/>
            <a:ext cx="4138196" cy="1305526"/>
          </a:xfrm>
        </p:spPr>
        <p:txBody>
          <a:bodyPr>
            <a:normAutofit lnSpcReduction="10000"/>
          </a:bodyPr>
          <a:lstStyle/>
          <a:p>
            <a:pPr algn="ctr"/>
            <a:r>
              <a:rPr lang="en-US" sz="2000" b="1">
                <a:solidFill>
                  <a:schemeClr val="accent1"/>
                </a:solidFill>
              </a:rPr>
              <a:t>Shortcuts</a:t>
            </a:r>
          </a:p>
          <a:p>
            <a:pPr algn="ctr"/>
            <a:r>
              <a:rPr lang="en-US" sz="2000" b="1"/>
              <a:t>Quick Access Toolbar</a:t>
            </a:r>
          </a:p>
          <a:p>
            <a:pPr algn="ctr"/>
            <a:r>
              <a:rPr lang="en-US" sz="2000" b="1"/>
              <a:t>Slide checklists</a:t>
            </a:r>
          </a:p>
        </p:txBody>
      </p:sp>
      <p:sp>
        <p:nvSpPr>
          <p:cNvPr id="11" name="Content Placeholder 10">
            <a:extLst>
              <a:ext uri="{FF2B5EF4-FFF2-40B4-BE49-F238E27FC236}">
                <a16:creationId xmlns:a16="http://schemas.microsoft.com/office/drawing/2014/main" id="{50D005D6-1E32-A335-2AA1-8C5682BCD3E7}"/>
              </a:ext>
            </a:extLst>
          </p:cNvPr>
          <p:cNvSpPr>
            <a:spLocks noGrp="1"/>
          </p:cNvSpPr>
          <p:nvPr>
            <p:ph sz="quarter" idx="19"/>
          </p:nvPr>
        </p:nvSpPr>
        <p:spPr>
          <a:xfrm>
            <a:off x="4782687" y="2109725"/>
            <a:ext cx="4176588" cy="1305526"/>
          </a:xfrm>
        </p:spPr>
        <p:txBody>
          <a:bodyPr>
            <a:normAutofit/>
          </a:bodyPr>
          <a:lstStyle/>
          <a:p>
            <a:pPr algn="ctr"/>
            <a:r>
              <a:rPr lang="en-US" sz="2000" b="1">
                <a:solidFill>
                  <a:schemeClr val="accent1"/>
                </a:solidFill>
              </a:rPr>
              <a:t>Macros</a:t>
            </a:r>
          </a:p>
          <a:p>
            <a:pPr algn="ctr"/>
            <a:r>
              <a:rPr lang="en-US" sz="2000" b="1"/>
              <a:t>Efficient Elements</a:t>
            </a:r>
          </a:p>
        </p:txBody>
      </p:sp>
      <p:sp>
        <p:nvSpPr>
          <p:cNvPr id="13" name="Content Placeholder 12">
            <a:extLst>
              <a:ext uri="{FF2B5EF4-FFF2-40B4-BE49-F238E27FC236}">
                <a16:creationId xmlns:a16="http://schemas.microsoft.com/office/drawing/2014/main" id="{F494B223-880C-8E60-4F42-8F7567F774CB}"/>
              </a:ext>
            </a:extLst>
          </p:cNvPr>
          <p:cNvSpPr>
            <a:spLocks noGrp="1"/>
          </p:cNvSpPr>
          <p:nvPr>
            <p:ph sz="quarter" idx="21"/>
          </p:nvPr>
        </p:nvSpPr>
        <p:spPr/>
        <p:txBody>
          <a:bodyPr>
            <a:noAutofit/>
          </a:bodyPr>
          <a:lstStyle/>
          <a:p>
            <a:pPr algn="ctr"/>
            <a:r>
              <a:rPr lang="en-US" sz="2000" b="1">
                <a:solidFill>
                  <a:schemeClr val="accent1"/>
                </a:solidFill>
              </a:rPr>
              <a:t>Charting </a:t>
            </a:r>
          </a:p>
          <a:p>
            <a:pPr algn="ctr"/>
            <a:r>
              <a:rPr lang="en-US" sz="2000" b="1">
                <a:solidFill>
                  <a:schemeClr val="tx1"/>
                </a:solidFill>
              </a:rPr>
              <a:t>Charting Principles</a:t>
            </a:r>
          </a:p>
          <a:p>
            <a:pPr algn="ctr"/>
            <a:r>
              <a:rPr lang="en-US" sz="2000" b="1" err="1">
                <a:solidFill>
                  <a:schemeClr val="tx1"/>
                </a:solidFill>
              </a:rPr>
              <a:t>ThinkCell</a:t>
            </a:r>
            <a:endParaRPr lang="en-US" sz="2000" b="1">
              <a:solidFill>
                <a:schemeClr val="tx1"/>
              </a:solidFill>
            </a:endParaRPr>
          </a:p>
        </p:txBody>
      </p:sp>
      <p:sp>
        <p:nvSpPr>
          <p:cNvPr id="6" name="Footer Placeholder 5">
            <a:extLst>
              <a:ext uri="{FF2B5EF4-FFF2-40B4-BE49-F238E27FC236}">
                <a16:creationId xmlns:a16="http://schemas.microsoft.com/office/drawing/2014/main" id="{5FC4524E-3DF3-2812-0BF0-4D7365652B06}"/>
              </a:ext>
            </a:extLst>
          </p:cNvPr>
          <p:cNvSpPr>
            <a:spLocks noGrp="1"/>
          </p:cNvSpPr>
          <p:nvPr>
            <p:ph type="ftr" sz="quarter" idx="3"/>
          </p:nvPr>
        </p:nvSpPr>
        <p:spPr/>
        <p:txBody>
          <a:bodyPr/>
          <a:lstStyle/>
          <a:p>
            <a:r>
              <a:rPr lang="en-CA"/>
              <a:t>2024</a:t>
            </a:r>
          </a:p>
        </p:txBody>
      </p:sp>
      <p:sp>
        <p:nvSpPr>
          <p:cNvPr id="7" name="Title 6">
            <a:extLst>
              <a:ext uri="{FF2B5EF4-FFF2-40B4-BE49-F238E27FC236}">
                <a16:creationId xmlns:a16="http://schemas.microsoft.com/office/drawing/2014/main" id="{995ED7D2-7BD0-6FA5-FC14-467DEF192229}"/>
              </a:ext>
            </a:extLst>
          </p:cNvPr>
          <p:cNvSpPr>
            <a:spLocks noGrp="1"/>
          </p:cNvSpPr>
          <p:nvPr>
            <p:ph type="title"/>
          </p:nvPr>
        </p:nvSpPr>
        <p:spPr/>
        <p:txBody>
          <a:bodyPr vert="horz"/>
          <a:lstStyle/>
          <a:p>
            <a:r>
              <a:rPr lang="en-US"/>
              <a:t>Three categories of tips and tricks</a:t>
            </a:r>
          </a:p>
        </p:txBody>
      </p:sp>
      <p:pic>
        <p:nvPicPr>
          <p:cNvPr id="1026" name="Picture 2" descr="Efficient Elements - The Add-in for Microsoft PowerPoint">
            <a:extLst>
              <a:ext uri="{FF2B5EF4-FFF2-40B4-BE49-F238E27FC236}">
                <a16:creationId xmlns:a16="http://schemas.microsoft.com/office/drawing/2014/main" id="{8B7A4E1D-FE2B-1F60-1EB8-191EE44D87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2852" y="4154734"/>
            <a:ext cx="2576259" cy="9303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ink-cell - UNIRAZAK">
            <a:extLst>
              <a:ext uri="{FF2B5EF4-FFF2-40B4-BE49-F238E27FC236}">
                <a16:creationId xmlns:a16="http://schemas.microsoft.com/office/drawing/2014/main" id="{167C81C0-7547-7803-9AD3-78B6A53587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32015" y="4126108"/>
            <a:ext cx="2604884" cy="987566"/>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5644ED51-B387-DB85-5D34-2F4001AA8092}"/>
              </a:ext>
            </a:extLst>
          </p:cNvPr>
          <p:cNvGrpSpPr/>
          <p:nvPr/>
        </p:nvGrpSpPr>
        <p:grpSpPr>
          <a:xfrm>
            <a:off x="454979" y="3803614"/>
            <a:ext cx="4260876" cy="1632554"/>
            <a:chOff x="454979" y="3589543"/>
            <a:chExt cx="4260876" cy="1632554"/>
          </a:xfrm>
        </p:grpSpPr>
        <p:pic>
          <p:nvPicPr>
            <p:cNvPr id="2" name="Picture 1">
              <a:extLst>
                <a:ext uri="{FF2B5EF4-FFF2-40B4-BE49-F238E27FC236}">
                  <a16:creationId xmlns:a16="http://schemas.microsoft.com/office/drawing/2014/main" id="{8CED75CE-606D-F43E-A27E-D11A99362EE0}"/>
                </a:ext>
              </a:extLst>
            </p:cNvPr>
            <p:cNvPicPr>
              <a:picLocks noChangeAspect="1"/>
            </p:cNvPicPr>
            <p:nvPr/>
          </p:nvPicPr>
          <p:blipFill>
            <a:blip r:embed="rId7"/>
            <a:srcRect r="17413"/>
            <a:stretch/>
          </p:blipFill>
          <p:spPr>
            <a:xfrm>
              <a:off x="454979" y="3589543"/>
              <a:ext cx="4226351" cy="1632554"/>
            </a:xfrm>
            <a:prstGeom prst="rect">
              <a:avLst/>
            </a:prstGeom>
          </p:spPr>
        </p:pic>
        <p:sp>
          <p:nvSpPr>
            <p:cNvPr id="3" name="Rectangle 2">
              <a:extLst>
                <a:ext uri="{FF2B5EF4-FFF2-40B4-BE49-F238E27FC236}">
                  <a16:creationId xmlns:a16="http://schemas.microsoft.com/office/drawing/2014/main" id="{FE68732B-9F4E-221C-2F64-C0A1302E370B}"/>
                </a:ext>
              </a:extLst>
            </p:cNvPr>
            <p:cNvSpPr/>
            <p:nvPr/>
          </p:nvSpPr>
          <p:spPr>
            <a:xfrm>
              <a:off x="476644" y="3626536"/>
              <a:ext cx="4239211" cy="338252"/>
            </a:xfrm>
            <a:prstGeom prst="rect">
              <a:avLst/>
            </a:prstGeom>
            <a:noFill/>
            <a:ln w="57150"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pSp>
        <p:nvGrpSpPr>
          <p:cNvPr id="5" name="Group 4">
            <a:extLst>
              <a:ext uri="{FF2B5EF4-FFF2-40B4-BE49-F238E27FC236}">
                <a16:creationId xmlns:a16="http://schemas.microsoft.com/office/drawing/2014/main" id="{AB2B6F6F-A9AF-6229-03C0-D3F58A674A06}"/>
              </a:ext>
            </a:extLst>
          </p:cNvPr>
          <p:cNvGrpSpPr/>
          <p:nvPr/>
        </p:nvGrpSpPr>
        <p:grpSpPr>
          <a:xfrm>
            <a:off x="10874499" y="0"/>
            <a:ext cx="2943101" cy="914400"/>
            <a:chOff x="10874499" y="0"/>
            <a:chExt cx="2943101" cy="914400"/>
          </a:xfrm>
        </p:grpSpPr>
        <p:grpSp>
          <p:nvGrpSpPr>
            <p:cNvPr id="9" name="Group 8">
              <a:extLst>
                <a:ext uri="{FF2B5EF4-FFF2-40B4-BE49-F238E27FC236}">
                  <a16:creationId xmlns:a16="http://schemas.microsoft.com/office/drawing/2014/main" id="{5E0B359C-C5B3-3013-73CB-1FECF5BEEE2C}"/>
                </a:ext>
              </a:extLst>
            </p:cNvPr>
            <p:cNvGrpSpPr/>
            <p:nvPr/>
          </p:nvGrpSpPr>
          <p:grpSpPr>
            <a:xfrm>
              <a:off x="12903200" y="0"/>
              <a:ext cx="914400" cy="914400"/>
              <a:chOff x="12903200" y="0"/>
              <a:chExt cx="914400" cy="914400"/>
            </a:xfrm>
          </p:grpSpPr>
          <p:sp>
            <p:nvSpPr>
              <p:cNvPr id="14" name="Right Triangle 13">
                <a:extLst>
                  <a:ext uri="{FF2B5EF4-FFF2-40B4-BE49-F238E27FC236}">
                    <a16:creationId xmlns:a16="http://schemas.microsoft.com/office/drawing/2014/main" id="{1E8C7BF9-890F-68BE-6B6A-157D37299C3B}"/>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6" name="Oval 20">
                <a:extLst>
                  <a:ext uri="{FF2B5EF4-FFF2-40B4-BE49-F238E27FC236}">
                    <a16:creationId xmlns:a16="http://schemas.microsoft.com/office/drawing/2014/main" id="{378662E4-A177-ABA2-F7F5-D8E50590E7D6}"/>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12" name="TextBox 11">
              <a:extLst>
                <a:ext uri="{FF2B5EF4-FFF2-40B4-BE49-F238E27FC236}">
                  <a16:creationId xmlns:a16="http://schemas.microsoft.com/office/drawing/2014/main" id="{70B226D5-C839-0937-7413-6899E81411BC}"/>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Tree>
    <p:extLst>
      <p:ext uri="{BB962C8B-B14F-4D97-AF65-F5344CB8AC3E}">
        <p14:creationId xmlns:p14="http://schemas.microsoft.com/office/powerpoint/2010/main" val="1229664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0498D64A-4E82-7F6F-E5EA-626531664E0B}"/>
              </a:ext>
            </a:extLst>
          </p:cNvPr>
          <p:cNvGraphicFramePr>
            <a:graphicFrameLocks noChangeAspect="1"/>
          </p:cNvGraphicFramePr>
          <p:nvPr>
            <p:custDataLst>
              <p:tags r:id="rId1"/>
            </p:custDataLst>
            <p:extLst>
              <p:ext uri="{D42A27DB-BD31-4B8C-83A1-F6EECF244321}">
                <p14:modId xmlns:p14="http://schemas.microsoft.com/office/powerpoint/2010/main" val="33628058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10" imgH="409" progId="TCLayout.ActiveDocument.1">
                  <p:embed/>
                </p:oleObj>
              </mc:Choice>
              <mc:Fallback>
                <p:oleObj name="think-cell Slide" r:id="rId3" imgW="410" imgH="409" progId="TCLayout.ActiveDocument.1">
                  <p:embed/>
                  <p:pic>
                    <p:nvPicPr>
                      <p:cNvPr id="13" name="think-cell data - do not delete" hidden="1">
                        <a:extLst>
                          <a:ext uri="{FF2B5EF4-FFF2-40B4-BE49-F238E27FC236}">
                            <a16:creationId xmlns:a16="http://schemas.microsoft.com/office/drawing/2014/main" id="{0498D64A-4E82-7F6F-E5EA-626531664E0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Footer Placeholder 9">
            <a:extLst>
              <a:ext uri="{FF2B5EF4-FFF2-40B4-BE49-F238E27FC236}">
                <a16:creationId xmlns:a16="http://schemas.microsoft.com/office/drawing/2014/main" id="{4AE46872-1795-7FA6-7C4D-7E4BB96C2B67}"/>
              </a:ext>
            </a:extLst>
          </p:cNvPr>
          <p:cNvSpPr>
            <a:spLocks noGrp="1"/>
          </p:cNvSpPr>
          <p:nvPr>
            <p:ph type="ftr" sz="quarter" idx="4294967295"/>
          </p:nvPr>
        </p:nvSpPr>
        <p:spPr>
          <a:xfrm>
            <a:off x="12503150" y="7113588"/>
            <a:ext cx="1314450" cy="193675"/>
          </a:xfrm>
        </p:spPr>
        <p:txBody>
          <a:bodyPr/>
          <a:lstStyle/>
          <a:p>
            <a:r>
              <a:rPr lang="en-CA"/>
              <a:t>2024</a:t>
            </a:r>
          </a:p>
        </p:txBody>
      </p:sp>
      <p:sp>
        <p:nvSpPr>
          <p:cNvPr id="14" name="Rectangle 13">
            <a:extLst>
              <a:ext uri="{FF2B5EF4-FFF2-40B4-BE49-F238E27FC236}">
                <a16:creationId xmlns:a16="http://schemas.microsoft.com/office/drawing/2014/main" id="{4472AA84-7D2C-3529-8369-D029CBC155B4}"/>
              </a:ext>
            </a:extLst>
          </p:cNvPr>
          <p:cNvSpPr/>
          <p:nvPr/>
        </p:nvSpPr>
        <p:spPr>
          <a:xfrm>
            <a:off x="6775" y="1443115"/>
            <a:ext cx="10363199" cy="2122104"/>
          </a:xfrm>
          <a:prstGeom prst="rect">
            <a:avLst/>
          </a:prstGeom>
          <a:solidFill>
            <a:schemeClr val="accent1">
              <a:lumMod val="20000"/>
              <a:lumOff val="80000"/>
              <a:alpha val="61176"/>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rgbClr val="FFFFFF"/>
              </a:solidFill>
            </a:endParaRPr>
          </a:p>
        </p:txBody>
      </p:sp>
      <p:sp>
        <p:nvSpPr>
          <p:cNvPr id="15" name="Rectangle 14">
            <a:extLst>
              <a:ext uri="{FF2B5EF4-FFF2-40B4-BE49-F238E27FC236}">
                <a16:creationId xmlns:a16="http://schemas.microsoft.com/office/drawing/2014/main" id="{27DE1FF6-713A-4744-C728-7DB64C68560B}"/>
              </a:ext>
            </a:extLst>
          </p:cNvPr>
          <p:cNvSpPr/>
          <p:nvPr/>
        </p:nvSpPr>
        <p:spPr>
          <a:xfrm>
            <a:off x="3447626" y="4064305"/>
            <a:ext cx="10363199" cy="2264979"/>
          </a:xfrm>
          <a:prstGeom prst="rect">
            <a:avLst/>
          </a:prstGeom>
          <a:solidFill>
            <a:schemeClr val="accent1">
              <a:lumMod val="20000"/>
              <a:lumOff val="80000"/>
              <a:alpha val="61176"/>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rgbClr val="FFFFFF"/>
              </a:solidFill>
            </a:endParaRPr>
          </a:p>
        </p:txBody>
      </p:sp>
      <p:sp>
        <p:nvSpPr>
          <p:cNvPr id="16" name="TextBox 8">
            <a:extLst>
              <a:ext uri="{FF2B5EF4-FFF2-40B4-BE49-F238E27FC236}">
                <a16:creationId xmlns:a16="http://schemas.microsoft.com/office/drawing/2014/main" id="{B640A1C2-5C0F-9300-DE5B-4568BB939ECD}"/>
              </a:ext>
            </a:extLst>
          </p:cNvPr>
          <p:cNvSpPr txBox="1"/>
          <p:nvPr/>
        </p:nvSpPr>
        <p:spPr>
          <a:xfrm>
            <a:off x="811638" y="1743253"/>
            <a:ext cx="9215438" cy="144655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4400">
                <a:solidFill>
                  <a:schemeClr val="accent2"/>
                </a:solidFill>
              </a:rPr>
              <a:t>Shortcuts themselves don't </a:t>
            </a:r>
            <a:r>
              <a:rPr lang="en-US" sz="4400">
                <a:solidFill>
                  <a:schemeClr val="accent1"/>
                </a:solidFill>
              </a:rPr>
              <a:t>directly</a:t>
            </a:r>
            <a:r>
              <a:rPr lang="en-US" sz="4400">
                <a:solidFill>
                  <a:schemeClr val="accent2"/>
                </a:solidFill>
              </a:rPr>
              <a:t> make you better at the job…</a:t>
            </a:r>
          </a:p>
        </p:txBody>
      </p:sp>
      <p:sp>
        <p:nvSpPr>
          <p:cNvPr id="17" name="TextBox 10">
            <a:extLst>
              <a:ext uri="{FF2B5EF4-FFF2-40B4-BE49-F238E27FC236}">
                <a16:creationId xmlns:a16="http://schemas.microsoft.com/office/drawing/2014/main" id="{4E771D36-1CFF-BF29-C99C-2493D08A5688}"/>
              </a:ext>
            </a:extLst>
          </p:cNvPr>
          <p:cNvSpPr txBox="1"/>
          <p:nvPr/>
        </p:nvSpPr>
        <p:spPr>
          <a:xfrm>
            <a:off x="4181051" y="4134965"/>
            <a:ext cx="9239250" cy="2123658"/>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4400">
                <a:solidFill>
                  <a:schemeClr val="accent2"/>
                </a:solidFill>
              </a:rPr>
              <a:t>… but free up your time to focus on the </a:t>
            </a:r>
            <a:r>
              <a:rPr lang="en-US" sz="4400">
                <a:solidFill>
                  <a:schemeClr val="accent1"/>
                </a:solidFill>
              </a:rPr>
              <a:t>'thinking</a:t>
            </a:r>
            <a:r>
              <a:rPr lang="en-US" sz="4400">
                <a:solidFill>
                  <a:schemeClr val="accent2"/>
                </a:solidFill>
              </a:rPr>
              <a:t>' part of the job, that </a:t>
            </a:r>
            <a:r>
              <a:rPr lang="en-US" sz="4400" i="1">
                <a:solidFill>
                  <a:schemeClr val="accent1"/>
                </a:solidFill>
              </a:rPr>
              <a:t>does</a:t>
            </a:r>
            <a:r>
              <a:rPr lang="en-US" sz="4400">
                <a:solidFill>
                  <a:schemeClr val="accent1"/>
                </a:solidFill>
              </a:rPr>
              <a:t> </a:t>
            </a:r>
            <a:r>
              <a:rPr lang="en-US" sz="4400">
                <a:solidFill>
                  <a:schemeClr val="accent2"/>
                </a:solidFill>
              </a:rPr>
              <a:t>make you better at the job</a:t>
            </a:r>
          </a:p>
        </p:txBody>
      </p:sp>
      <p:sp>
        <p:nvSpPr>
          <p:cNvPr id="18" name="Rectangle 17">
            <a:extLst>
              <a:ext uri="{FF2B5EF4-FFF2-40B4-BE49-F238E27FC236}">
                <a16:creationId xmlns:a16="http://schemas.microsoft.com/office/drawing/2014/main" id="{0D5264FD-A22F-8BD9-55D1-0CFF9E2B92B0}"/>
              </a:ext>
            </a:extLst>
          </p:cNvPr>
          <p:cNvSpPr/>
          <p:nvPr/>
        </p:nvSpPr>
        <p:spPr>
          <a:xfrm>
            <a:off x="159174" y="1629705"/>
            <a:ext cx="10058400" cy="1748925"/>
          </a:xfrm>
          <a:prstGeom prst="rect">
            <a:avLst/>
          </a:prstGeom>
          <a:noFill/>
          <a:ln w="19050" cap="rnd" cmpd="sng" algn="ctr">
            <a:solidFill>
              <a:srgbClr val="FFFFFF"/>
            </a:solidFill>
            <a:prstDash val="sysDot"/>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rgbClr val="FFFFFF"/>
              </a:solidFill>
            </a:endParaRPr>
          </a:p>
        </p:txBody>
      </p:sp>
      <p:sp>
        <p:nvSpPr>
          <p:cNvPr id="19" name="Rectangle 18">
            <a:extLst>
              <a:ext uri="{FF2B5EF4-FFF2-40B4-BE49-F238E27FC236}">
                <a16:creationId xmlns:a16="http://schemas.microsoft.com/office/drawing/2014/main" id="{174D4B1D-C33E-0964-9932-BC6F1D4DEC5F}"/>
              </a:ext>
            </a:extLst>
          </p:cNvPr>
          <p:cNvSpPr/>
          <p:nvPr/>
        </p:nvSpPr>
        <p:spPr>
          <a:xfrm>
            <a:off x="3600026" y="4171420"/>
            <a:ext cx="10058400" cy="2050749"/>
          </a:xfrm>
          <a:prstGeom prst="rect">
            <a:avLst/>
          </a:prstGeom>
          <a:noFill/>
          <a:ln w="19050" cap="rnd" cmpd="sng" algn="ctr">
            <a:solidFill>
              <a:srgbClr val="FFFFFF"/>
            </a:solidFill>
            <a:prstDash val="sysDot"/>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rgbClr val="FFFFFF"/>
              </a:solidFill>
            </a:endParaRPr>
          </a:p>
        </p:txBody>
      </p:sp>
      <p:grpSp>
        <p:nvGrpSpPr>
          <p:cNvPr id="20" name="Group 19">
            <a:extLst>
              <a:ext uri="{FF2B5EF4-FFF2-40B4-BE49-F238E27FC236}">
                <a16:creationId xmlns:a16="http://schemas.microsoft.com/office/drawing/2014/main" id="{ECB9FE1E-D967-C6CA-CB18-7D975FE98B76}"/>
              </a:ext>
            </a:extLst>
          </p:cNvPr>
          <p:cNvGrpSpPr/>
          <p:nvPr/>
        </p:nvGrpSpPr>
        <p:grpSpPr>
          <a:xfrm>
            <a:off x="10874499" y="0"/>
            <a:ext cx="2943101" cy="914400"/>
            <a:chOff x="10874499" y="0"/>
            <a:chExt cx="2943101" cy="914400"/>
          </a:xfrm>
        </p:grpSpPr>
        <p:grpSp>
          <p:nvGrpSpPr>
            <p:cNvPr id="21" name="Group 20">
              <a:extLst>
                <a:ext uri="{FF2B5EF4-FFF2-40B4-BE49-F238E27FC236}">
                  <a16:creationId xmlns:a16="http://schemas.microsoft.com/office/drawing/2014/main" id="{F5BB1BBC-E575-7A3A-3BC3-BF4D66CAA500}"/>
                </a:ext>
              </a:extLst>
            </p:cNvPr>
            <p:cNvGrpSpPr/>
            <p:nvPr/>
          </p:nvGrpSpPr>
          <p:grpSpPr>
            <a:xfrm>
              <a:off x="12903200" y="0"/>
              <a:ext cx="914400" cy="914400"/>
              <a:chOff x="12903200" y="0"/>
              <a:chExt cx="914400" cy="914400"/>
            </a:xfrm>
          </p:grpSpPr>
          <p:sp>
            <p:nvSpPr>
              <p:cNvPr id="23" name="Right Triangle 22">
                <a:extLst>
                  <a:ext uri="{FF2B5EF4-FFF2-40B4-BE49-F238E27FC236}">
                    <a16:creationId xmlns:a16="http://schemas.microsoft.com/office/drawing/2014/main" id="{C8E8FA59-2A8F-7B74-4A6C-4CE555D50B70}"/>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24" name="Oval 20">
                <a:extLst>
                  <a:ext uri="{FF2B5EF4-FFF2-40B4-BE49-F238E27FC236}">
                    <a16:creationId xmlns:a16="http://schemas.microsoft.com/office/drawing/2014/main" id="{ABA1697F-B3A3-B994-62A8-7B6128A49608}"/>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22" name="TextBox 21">
              <a:extLst>
                <a:ext uri="{FF2B5EF4-FFF2-40B4-BE49-F238E27FC236}">
                  <a16:creationId xmlns:a16="http://schemas.microsoft.com/office/drawing/2014/main" id="{77359249-8B70-86BC-E6FB-7E5F4DD7F986}"/>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
        <p:nvSpPr>
          <p:cNvPr id="25" name="TextBox 24">
            <a:extLst>
              <a:ext uri="{FF2B5EF4-FFF2-40B4-BE49-F238E27FC236}">
                <a16:creationId xmlns:a16="http://schemas.microsoft.com/office/drawing/2014/main" id="{A3B9E18E-E9AE-264A-044B-603660C4432C}"/>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1) Tools and shortcuts</a:t>
            </a:r>
          </a:p>
        </p:txBody>
      </p:sp>
    </p:spTree>
    <p:extLst>
      <p:ext uri="{BB962C8B-B14F-4D97-AF65-F5344CB8AC3E}">
        <p14:creationId xmlns:p14="http://schemas.microsoft.com/office/powerpoint/2010/main" val="482237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6C8114D-24BB-45EC-ACC9-47B13DBA5F6B}"/>
              </a:ext>
            </a:extLst>
          </p:cNvPr>
          <p:cNvGraphicFramePr>
            <a:graphicFrameLocks noChangeAspect="1"/>
          </p:cNvGraphicFramePr>
          <p:nvPr>
            <p:custDataLst>
              <p:tags r:id="rId2"/>
            </p:custDataLst>
            <p:extLst>
              <p:ext uri="{D42A27DB-BD31-4B8C-83A1-F6EECF244321}">
                <p14:modId xmlns:p14="http://schemas.microsoft.com/office/powerpoint/2010/main" val="222599486"/>
              </p:ext>
            </p:extLst>
          </p:nvPr>
        </p:nvGraphicFramePr>
        <p:xfrm>
          <a:off x="1800" y="1800"/>
          <a:ext cx="1800" cy="1800"/>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3" name="Object 2" hidden="1">
                        <a:extLst>
                          <a:ext uri="{FF2B5EF4-FFF2-40B4-BE49-F238E27FC236}">
                            <a16:creationId xmlns:a16="http://schemas.microsoft.com/office/drawing/2014/main" id="{76C8114D-24BB-45EC-ACC9-47B13DBA5F6B}"/>
                          </a:ext>
                        </a:extLst>
                      </p:cNvPr>
                      <p:cNvPicPr/>
                      <p:nvPr/>
                    </p:nvPicPr>
                    <p:blipFill>
                      <a:blip r:embed="rId6"/>
                      <a:stretch>
                        <a:fillRect/>
                      </a:stretch>
                    </p:blipFill>
                    <p:spPr>
                      <a:xfrm>
                        <a:off x="1800" y="1800"/>
                        <a:ext cx="1800" cy="1800"/>
                      </a:xfrm>
                      <a:prstGeom prst="rect">
                        <a:avLst/>
                      </a:prstGeom>
                    </p:spPr>
                  </p:pic>
                </p:oleObj>
              </mc:Fallback>
            </mc:AlternateContent>
          </a:graphicData>
        </a:graphic>
      </p:graphicFrame>
      <p:sp>
        <p:nvSpPr>
          <p:cNvPr id="4" name="Title 3"/>
          <p:cNvSpPr>
            <a:spLocks noGrp="1"/>
          </p:cNvSpPr>
          <p:nvPr>
            <p:ph type="title"/>
          </p:nvPr>
        </p:nvSpPr>
        <p:spPr>
          <a:xfrm>
            <a:off x="448969" y="765692"/>
            <a:ext cx="12665147" cy="447575"/>
          </a:xfrm>
        </p:spPr>
        <p:txBody>
          <a:bodyPr vert="horz"/>
          <a:lstStyle/>
          <a:p>
            <a:r>
              <a:rPr lang="en-US">
                <a:solidFill>
                  <a:schemeClr val="accent2"/>
                </a:solidFill>
              </a:rPr>
              <a:t>Quick Access Toolbar (QAT) | </a:t>
            </a:r>
            <a:r>
              <a:rPr lang="en-US"/>
              <a:t>Customize the QAT for your needs</a:t>
            </a:r>
          </a:p>
        </p:txBody>
      </p:sp>
      <p:sp>
        <p:nvSpPr>
          <p:cNvPr id="2" name="Subtitle 1">
            <a:extLst>
              <a:ext uri="{FF2B5EF4-FFF2-40B4-BE49-F238E27FC236}">
                <a16:creationId xmlns:a16="http://schemas.microsoft.com/office/drawing/2014/main" id="{6C819E2D-547A-02AF-B0B8-4F19870D7E96}"/>
              </a:ext>
            </a:extLst>
          </p:cNvPr>
          <p:cNvSpPr>
            <a:spLocks noGrp="1"/>
          </p:cNvSpPr>
          <p:nvPr>
            <p:ph type="subTitle" idx="1"/>
          </p:nvPr>
        </p:nvSpPr>
        <p:spPr>
          <a:xfrm>
            <a:off x="448970" y="1291216"/>
            <a:ext cx="12665146" cy="310414"/>
          </a:xfrm>
        </p:spPr>
        <p:txBody>
          <a:bodyPr/>
          <a:lstStyle/>
          <a:p>
            <a:r>
              <a:rPr lang="en-US"/>
              <a:t>Located just above the ribbon, the QAT lets you access common commands no matter which tab is selected</a:t>
            </a:r>
          </a:p>
        </p:txBody>
      </p:sp>
      <p:sp>
        <p:nvSpPr>
          <p:cNvPr id="24" name="Title 1">
            <a:extLst>
              <a:ext uri="{FF2B5EF4-FFF2-40B4-BE49-F238E27FC236}">
                <a16:creationId xmlns:a16="http://schemas.microsoft.com/office/drawing/2014/main" id="{F5CF9D1C-5F68-4DA7-8EEC-E3F5BEB4385C}"/>
              </a:ext>
            </a:extLst>
          </p:cNvPr>
          <p:cNvSpPr txBox="1">
            <a:spLocks/>
          </p:cNvSpPr>
          <p:nvPr/>
        </p:nvSpPr>
        <p:spPr bwMode="black">
          <a:xfrm>
            <a:off x="562609" y="5976813"/>
            <a:ext cx="6216486" cy="684943"/>
          </a:xfrm>
          <a:prstGeom prst="rect">
            <a:avLst/>
          </a:prstGeom>
          <a:noFill/>
        </p:spPr>
        <p:txBody>
          <a:bodyPr vert="horz" wrap="square" lIns="0" tIns="0" rIns="362712" bIns="0" rtlCol="0" anchor="ctr">
            <a:no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sym typeface="Trebuchet MS" panose="020B0603020202020204" pitchFamily="34" charset="0"/>
              </a:defRPr>
            </a:lvl1pPr>
          </a:lstStyle>
          <a:p>
            <a:pPr algn="ctr">
              <a:lnSpc>
                <a:spcPct val="100000"/>
              </a:lnSpc>
              <a:spcBef>
                <a:spcPts val="0"/>
              </a:spcBef>
              <a:buFont typeface="Trebuchet MS" panose="020B0603020202020204" pitchFamily="34" charset="0"/>
              <a:buChar char="​"/>
            </a:pPr>
            <a:r>
              <a:rPr lang="en-US" sz="2400">
                <a:solidFill>
                  <a:schemeClr val="tx1"/>
                </a:solidFill>
                <a:latin typeface="+mn-lt"/>
              </a:rPr>
              <a:t>Once added, it only takes </a:t>
            </a:r>
            <a:r>
              <a:rPr lang="en-US" sz="2400">
                <a:solidFill>
                  <a:schemeClr val="accent1"/>
                </a:solidFill>
                <a:latin typeface="+mn-lt"/>
              </a:rPr>
              <a:t>2 keystrokes </a:t>
            </a:r>
            <a:r>
              <a:rPr lang="en-US" sz="2400">
                <a:solidFill>
                  <a:schemeClr val="tx1"/>
                </a:solidFill>
                <a:latin typeface="+mn-lt"/>
              </a:rPr>
              <a:t>to execute the command (e.g., ALT + 1)</a:t>
            </a:r>
          </a:p>
        </p:txBody>
      </p:sp>
      <p:grpSp>
        <p:nvGrpSpPr>
          <p:cNvPr id="16" name="Group 15">
            <a:extLst>
              <a:ext uri="{FF2B5EF4-FFF2-40B4-BE49-F238E27FC236}">
                <a16:creationId xmlns:a16="http://schemas.microsoft.com/office/drawing/2014/main" id="{9843AB76-F3F2-45F5-E3BF-9AE7FA3482A1}"/>
              </a:ext>
            </a:extLst>
          </p:cNvPr>
          <p:cNvGrpSpPr/>
          <p:nvPr/>
        </p:nvGrpSpPr>
        <p:grpSpPr>
          <a:xfrm>
            <a:off x="10874499" y="0"/>
            <a:ext cx="2943101" cy="914400"/>
            <a:chOff x="10874499" y="0"/>
            <a:chExt cx="2943101" cy="914400"/>
          </a:xfrm>
        </p:grpSpPr>
        <p:grpSp>
          <p:nvGrpSpPr>
            <p:cNvPr id="17" name="Group 16">
              <a:extLst>
                <a:ext uri="{FF2B5EF4-FFF2-40B4-BE49-F238E27FC236}">
                  <a16:creationId xmlns:a16="http://schemas.microsoft.com/office/drawing/2014/main" id="{5F1E48AC-C1F2-0F67-CB2A-0789D4D67A02}"/>
                </a:ext>
              </a:extLst>
            </p:cNvPr>
            <p:cNvGrpSpPr/>
            <p:nvPr/>
          </p:nvGrpSpPr>
          <p:grpSpPr>
            <a:xfrm>
              <a:off x="12903200" y="0"/>
              <a:ext cx="914400" cy="914400"/>
              <a:chOff x="12903200" y="0"/>
              <a:chExt cx="914400" cy="914400"/>
            </a:xfrm>
          </p:grpSpPr>
          <p:sp>
            <p:nvSpPr>
              <p:cNvPr id="21" name="Right Triangle 20">
                <a:extLst>
                  <a:ext uri="{FF2B5EF4-FFF2-40B4-BE49-F238E27FC236}">
                    <a16:creationId xmlns:a16="http://schemas.microsoft.com/office/drawing/2014/main" id="{7A8E6FAB-BFCD-A3EE-83E8-56FDC4C672F7}"/>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22" name="Oval 20">
                <a:extLst>
                  <a:ext uri="{FF2B5EF4-FFF2-40B4-BE49-F238E27FC236}">
                    <a16:creationId xmlns:a16="http://schemas.microsoft.com/office/drawing/2014/main" id="{7EB6565F-49CE-03F9-39D8-BFA126F26492}"/>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20" name="TextBox 19">
              <a:extLst>
                <a:ext uri="{FF2B5EF4-FFF2-40B4-BE49-F238E27FC236}">
                  <a16:creationId xmlns:a16="http://schemas.microsoft.com/office/drawing/2014/main" id="{8C85313F-0917-9A41-32AE-A30A499E4494}"/>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pic>
        <p:nvPicPr>
          <p:cNvPr id="25" name="Picture 24">
            <a:extLst>
              <a:ext uri="{FF2B5EF4-FFF2-40B4-BE49-F238E27FC236}">
                <a16:creationId xmlns:a16="http://schemas.microsoft.com/office/drawing/2014/main" id="{45935A61-4310-48D4-46BA-BE18505E340B}"/>
              </a:ext>
            </a:extLst>
          </p:cNvPr>
          <p:cNvPicPr>
            <a:picLocks noChangeAspect="1"/>
          </p:cNvPicPr>
          <p:nvPr/>
        </p:nvPicPr>
        <p:blipFill>
          <a:blip r:embed="rId7"/>
          <a:stretch>
            <a:fillRect/>
          </a:stretch>
        </p:blipFill>
        <p:spPr>
          <a:xfrm>
            <a:off x="562609" y="2977226"/>
            <a:ext cx="5876120" cy="1817947"/>
          </a:xfrm>
          <a:prstGeom prst="rect">
            <a:avLst/>
          </a:prstGeom>
        </p:spPr>
      </p:pic>
      <p:pic>
        <p:nvPicPr>
          <p:cNvPr id="38" name="Picture 37">
            <a:extLst>
              <a:ext uri="{FF2B5EF4-FFF2-40B4-BE49-F238E27FC236}">
                <a16:creationId xmlns:a16="http://schemas.microsoft.com/office/drawing/2014/main" id="{E33D4409-D3AC-8507-5157-0F5AD94F4C5F}"/>
              </a:ext>
            </a:extLst>
          </p:cNvPr>
          <p:cNvPicPr>
            <a:picLocks noChangeAspect="1"/>
          </p:cNvPicPr>
          <p:nvPr/>
        </p:nvPicPr>
        <p:blipFill rotWithShape="1">
          <a:blip r:embed="rId8"/>
          <a:srcRect b="83742"/>
          <a:stretch/>
        </p:blipFill>
        <p:spPr>
          <a:xfrm>
            <a:off x="8062030" y="2137955"/>
            <a:ext cx="886134" cy="1452082"/>
          </a:xfrm>
          <a:prstGeom prst="flowChartOffpageConnector">
            <a:avLst/>
          </a:prstGeom>
        </p:spPr>
      </p:pic>
      <p:pic>
        <p:nvPicPr>
          <p:cNvPr id="39" name="Picture 38">
            <a:extLst>
              <a:ext uri="{FF2B5EF4-FFF2-40B4-BE49-F238E27FC236}">
                <a16:creationId xmlns:a16="http://schemas.microsoft.com/office/drawing/2014/main" id="{22ACD935-6CBA-A303-1A9F-934E64468122}"/>
              </a:ext>
            </a:extLst>
          </p:cNvPr>
          <p:cNvPicPr>
            <a:picLocks noChangeAspect="1"/>
          </p:cNvPicPr>
          <p:nvPr/>
        </p:nvPicPr>
        <p:blipFill rotWithShape="1">
          <a:blip r:embed="rId8"/>
          <a:srcRect t="87570"/>
          <a:stretch/>
        </p:blipFill>
        <p:spPr>
          <a:xfrm>
            <a:off x="8067314" y="3676906"/>
            <a:ext cx="886134" cy="1110190"/>
          </a:xfrm>
          <a:prstGeom prst="rect">
            <a:avLst/>
          </a:prstGeom>
        </p:spPr>
      </p:pic>
      <p:sp>
        <p:nvSpPr>
          <p:cNvPr id="40" name="Rectangle 39">
            <a:extLst>
              <a:ext uri="{FF2B5EF4-FFF2-40B4-BE49-F238E27FC236}">
                <a16:creationId xmlns:a16="http://schemas.microsoft.com/office/drawing/2014/main" id="{C81EEE6E-430C-B1DF-511E-AB24325C0B83}"/>
              </a:ext>
            </a:extLst>
          </p:cNvPr>
          <p:cNvSpPr/>
          <p:nvPr/>
        </p:nvSpPr>
        <p:spPr>
          <a:xfrm flipH="1">
            <a:off x="8062030" y="4418720"/>
            <a:ext cx="886134" cy="219779"/>
          </a:xfrm>
          <a:prstGeom prst="rect">
            <a:avLst/>
          </a:prstGeom>
          <a:noFill/>
          <a:ln w="28575" cap="rnd" cmpd="sng" algn="ctr">
            <a:solidFill>
              <a:schemeClr val="accent3"/>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FFFFFF"/>
              </a:solidFill>
            </a:endParaRPr>
          </a:p>
        </p:txBody>
      </p:sp>
      <p:sp>
        <p:nvSpPr>
          <p:cNvPr id="41" name="Oval 20">
            <a:extLst>
              <a:ext uri="{FF2B5EF4-FFF2-40B4-BE49-F238E27FC236}">
                <a16:creationId xmlns:a16="http://schemas.microsoft.com/office/drawing/2014/main" id="{38BC995A-7325-DD7D-0250-B4757331EC9E}"/>
              </a:ext>
            </a:extLst>
          </p:cNvPr>
          <p:cNvSpPr>
            <a:spLocks noChangeArrowheads="1"/>
          </p:cNvSpPr>
          <p:nvPr/>
        </p:nvSpPr>
        <p:spPr bwMode="auto">
          <a:xfrm>
            <a:off x="7814467" y="2109553"/>
            <a:ext cx="330038" cy="330038"/>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a:solidFill>
                  <a:srgbClr val="FFFFFF"/>
                </a:solidFill>
              </a:rPr>
              <a:t>1</a:t>
            </a:r>
            <a:endParaRPr lang="en-US">
              <a:solidFill>
                <a:srgbClr val="FFFFFF"/>
              </a:solidFill>
            </a:endParaRPr>
          </a:p>
        </p:txBody>
      </p:sp>
      <p:pic>
        <p:nvPicPr>
          <p:cNvPr id="42" name="Picture 41">
            <a:extLst>
              <a:ext uri="{FF2B5EF4-FFF2-40B4-BE49-F238E27FC236}">
                <a16:creationId xmlns:a16="http://schemas.microsoft.com/office/drawing/2014/main" id="{8D2F2A18-AA88-DCF4-66CF-DDBB92B2006C}"/>
              </a:ext>
            </a:extLst>
          </p:cNvPr>
          <p:cNvPicPr>
            <a:picLocks noChangeAspect="1"/>
          </p:cNvPicPr>
          <p:nvPr/>
        </p:nvPicPr>
        <p:blipFill>
          <a:blip r:embed="rId9"/>
          <a:stretch>
            <a:fillRect/>
          </a:stretch>
        </p:blipFill>
        <p:spPr>
          <a:xfrm>
            <a:off x="9393742" y="2126479"/>
            <a:ext cx="3644179" cy="2967151"/>
          </a:xfrm>
          <a:prstGeom prst="rect">
            <a:avLst/>
          </a:prstGeom>
        </p:spPr>
      </p:pic>
      <p:sp>
        <p:nvSpPr>
          <p:cNvPr id="43" name="Oval 20">
            <a:extLst>
              <a:ext uri="{FF2B5EF4-FFF2-40B4-BE49-F238E27FC236}">
                <a16:creationId xmlns:a16="http://schemas.microsoft.com/office/drawing/2014/main" id="{4E46C50D-46BE-9303-5551-C9961D8B3AE7}"/>
              </a:ext>
            </a:extLst>
          </p:cNvPr>
          <p:cNvSpPr>
            <a:spLocks noChangeArrowheads="1"/>
          </p:cNvSpPr>
          <p:nvPr/>
        </p:nvSpPr>
        <p:spPr bwMode="auto">
          <a:xfrm>
            <a:off x="9552917" y="3351951"/>
            <a:ext cx="330038" cy="330038"/>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a:solidFill>
                  <a:srgbClr val="FFFFFF"/>
                </a:solidFill>
              </a:rPr>
              <a:t>2</a:t>
            </a:r>
            <a:endParaRPr lang="en-US">
              <a:solidFill>
                <a:srgbClr val="FFFFFF"/>
              </a:solidFill>
            </a:endParaRPr>
          </a:p>
        </p:txBody>
      </p:sp>
      <p:sp>
        <p:nvSpPr>
          <p:cNvPr id="44" name="Oval 20">
            <a:extLst>
              <a:ext uri="{FF2B5EF4-FFF2-40B4-BE49-F238E27FC236}">
                <a16:creationId xmlns:a16="http://schemas.microsoft.com/office/drawing/2014/main" id="{857259F3-5C23-3713-CFEB-8DA47BA2B511}"/>
              </a:ext>
            </a:extLst>
          </p:cNvPr>
          <p:cNvSpPr>
            <a:spLocks noChangeArrowheads="1"/>
          </p:cNvSpPr>
          <p:nvPr/>
        </p:nvSpPr>
        <p:spPr bwMode="auto">
          <a:xfrm>
            <a:off x="11382714" y="2483017"/>
            <a:ext cx="330038" cy="330038"/>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a:solidFill>
                  <a:srgbClr val="FFFFFF"/>
                </a:solidFill>
              </a:rPr>
              <a:t>3</a:t>
            </a:r>
            <a:endParaRPr lang="en-US">
              <a:solidFill>
                <a:srgbClr val="FFFFFF"/>
              </a:solidFill>
            </a:endParaRPr>
          </a:p>
        </p:txBody>
      </p:sp>
      <p:sp>
        <p:nvSpPr>
          <p:cNvPr id="45" name="Oval 20">
            <a:extLst>
              <a:ext uri="{FF2B5EF4-FFF2-40B4-BE49-F238E27FC236}">
                <a16:creationId xmlns:a16="http://schemas.microsoft.com/office/drawing/2014/main" id="{2862B9AD-C001-5DB5-2B2B-4C9790F355FE}"/>
              </a:ext>
            </a:extLst>
          </p:cNvPr>
          <p:cNvSpPr>
            <a:spLocks noChangeArrowheads="1"/>
          </p:cNvSpPr>
          <p:nvPr/>
        </p:nvSpPr>
        <p:spPr bwMode="auto">
          <a:xfrm>
            <a:off x="11382714" y="3978966"/>
            <a:ext cx="330038" cy="330038"/>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a:solidFill>
                  <a:srgbClr val="FFFFFF"/>
                </a:solidFill>
              </a:rPr>
              <a:t>4</a:t>
            </a:r>
            <a:endParaRPr lang="en-US">
              <a:solidFill>
                <a:srgbClr val="FFFFFF"/>
              </a:solidFill>
            </a:endParaRPr>
          </a:p>
        </p:txBody>
      </p:sp>
      <p:sp>
        <p:nvSpPr>
          <p:cNvPr id="46" name="Oval 20">
            <a:extLst>
              <a:ext uri="{FF2B5EF4-FFF2-40B4-BE49-F238E27FC236}">
                <a16:creationId xmlns:a16="http://schemas.microsoft.com/office/drawing/2014/main" id="{E10799DF-9C5D-4FB6-5977-1AC6BB31ACA1}"/>
              </a:ext>
            </a:extLst>
          </p:cNvPr>
          <p:cNvSpPr>
            <a:spLocks noChangeArrowheads="1"/>
          </p:cNvSpPr>
          <p:nvPr/>
        </p:nvSpPr>
        <p:spPr bwMode="auto">
          <a:xfrm>
            <a:off x="8063380" y="6521563"/>
            <a:ext cx="269875" cy="269875"/>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sz="1200">
                <a:solidFill>
                  <a:srgbClr val="FFFFFF"/>
                </a:solidFill>
              </a:rPr>
              <a:t>4</a:t>
            </a:r>
            <a:endParaRPr lang="en-US" sz="1200">
              <a:solidFill>
                <a:srgbClr val="FFFFFF"/>
              </a:solidFill>
            </a:endParaRPr>
          </a:p>
        </p:txBody>
      </p:sp>
      <p:sp>
        <p:nvSpPr>
          <p:cNvPr id="47" name="ee4pContent1">
            <a:extLst>
              <a:ext uri="{FF2B5EF4-FFF2-40B4-BE49-F238E27FC236}">
                <a16:creationId xmlns:a16="http://schemas.microsoft.com/office/drawing/2014/main" id="{CD599C0C-F60A-E543-C6F9-D729598EB682}"/>
              </a:ext>
            </a:extLst>
          </p:cNvPr>
          <p:cNvSpPr txBox="1"/>
          <p:nvPr/>
        </p:nvSpPr>
        <p:spPr>
          <a:xfrm>
            <a:off x="8115707" y="4397714"/>
            <a:ext cx="5139284" cy="2393724"/>
          </a:xfrm>
          <a:prstGeom prst="rect">
            <a:avLst/>
          </a:prstGeom>
        </p:spPr>
        <p:txBody>
          <a:bodyPr vert="horz" wrap="square" lIns="0" tIns="0" rIns="0" bIns="0" rtlCol="0" anchor="b">
            <a:noAutofit/>
          </a:bodyPr>
          <a:lstStyle>
            <a:lvl1pPr lvl="0" indent="0">
              <a:lnSpc>
                <a:spcPct val="110000"/>
              </a:lnSpc>
              <a:spcBef>
                <a:spcPts val="600"/>
              </a:spcBef>
              <a:spcAft>
                <a:spcPts val="300"/>
              </a:spcAft>
              <a:buFont typeface="Arial" panose="020B0604020202020204" pitchFamily="34" charset="0"/>
              <a:buChar char="​"/>
              <a:defRPr sz="2400">
                <a:latin typeface="Trebuchet MS" panose="020B0603020202020204" pitchFamily="34" charset="0"/>
                <a:sym typeface="Trebuchet MS" panose="020B0603020202020204" pitchFamily="34" charset="0"/>
              </a:defRPr>
            </a:lvl1pPr>
            <a:lvl2pPr marL="402336" lvl="1" indent="-283464">
              <a:lnSpc>
                <a:spcPct val="90000"/>
              </a:lnSpc>
              <a:spcBef>
                <a:spcPts val="0"/>
              </a:spcBef>
              <a:spcAft>
                <a:spcPts val="300"/>
              </a:spcAft>
              <a:buClr>
                <a:schemeClr val="tx2"/>
              </a:buClr>
              <a:buFont typeface="Arial" panose="020B0604020202020204" pitchFamily="34" charset="0"/>
              <a:buChar char="•"/>
              <a:defRPr sz="2400">
                <a:latin typeface="Trebuchet MS" panose="020B0603020202020204" pitchFamily="34" charset="0"/>
                <a:sym typeface="Trebuchet MS" panose="020B0603020202020204" pitchFamily="34" charset="0"/>
              </a:defRPr>
            </a:lvl2pPr>
            <a:lvl3pPr marL="800100" lvl="2" indent="-285750">
              <a:lnSpc>
                <a:spcPct val="90000"/>
              </a:lnSpc>
              <a:spcBef>
                <a:spcPts val="0"/>
              </a:spcBef>
              <a:spcAft>
                <a:spcPts val="300"/>
              </a:spcAft>
              <a:buClr>
                <a:schemeClr val="tx2"/>
              </a:buClr>
              <a:buFont typeface="Trebuchet MS" panose="020B0603020202020204" pitchFamily="34" charset="0"/>
              <a:buChar char="–"/>
              <a:defRPr sz="2400">
                <a:latin typeface="Trebuchet MS" panose="020B0603020202020204" pitchFamily="34" charset="0"/>
                <a:sym typeface="Trebuchet MS" panose="020B0603020202020204" pitchFamily="34" charset="0"/>
              </a:defRPr>
            </a:lvl3pPr>
            <a:lvl4pPr marL="0" lvl="3" indent="0">
              <a:lnSpc>
                <a:spcPct val="110000"/>
              </a:lnSpc>
              <a:spcBef>
                <a:spcPts val="300"/>
              </a:spcBef>
              <a:spcAft>
                <a:spcPts val="300"/>
              </a:spcAft>
              <a:buClr>
                <a:schemeClr val="tx2"/>
              </a:buClr>
              <a:buFont typeface="Arial" panose="020B0604020202020204" pitchFamily="34" charset="0"/>
              <a:buChar char="​"/>
              <a:defRPr sz="2800">
                <a:solidFill>
                  <a:schemeClr val="tx2"/>
                </a:solidFill>
                <a:latin typeface="Trebuchet MS" panose="020B0603020202020204" pitchFamily="34" charset="0"/>
                <a:sym typeface="Trebuchet MS" panose="020B0603020202020204" pitchFamily="34" charset="0"/>
              </a:defRPr>
            </a:lvl4pPr>
            <a:lvl5pPr marL="0" lvl="4" indent="0">
              <a:lnSpc>
                <a:spcPct val="100000"/>
              </a:lnSpc>
              <a:spcBef>
                <a:spcPts val="0"/>
              </a:spcBef>
              <a:spcAft>
                <a:spcPts val="300"/>
              </a:spcAft>
              <a:buClrTx/>
              <a:buFont typeface="Arial" panose="020B0604020202020204" pitchFamily="34" charset="0"/>
              <a:buChar char="​"/>
              <a:defRPr sz="2800" b="1">
                <a:latin typeface="Trebuchet MS" panose="020B0603020202020204" pitchFamily="34" charset="0"/>
                <a:sym typeface="Trebuchet MS" panose="020B0603020202020204" pitchFamily="34" charset="0"/>
              </a:defRPr>
            </a:lvl5pPr>
            <a:lvl6pPr marL="358775" lvl="5" indent="-241300">
              <a:lnSpc>
                <a:spcPct val="90000"/>
              </a:lnSpc>
              <a:spcBef>
                <a:spcPts val="0"/>
              </a:spcBef>
              <a:spcAft>
                <a:spcPts val="600"/>
              </a:spcAft>
              <a:buClr>
                <a:schemeClr val="tx2"/>
              </a:buClr>
              <a:buFont typeface="Arial" panose="020B0604020202020204" pitchFamily="34" charset="0"/>
              <a:buChar char="•"/>
              <a:defRPr sz="2800">
                <a:latin typeface="Trebuchet MS" panose="020B0603020202020204" pitchFamily="34" charset="0"/>
                <a:sym typeface="Trebuchet MS" panose="020B0603020202020204" pitchFamily="34" charset="0"/>
              </a:defRPr>
            </a:lvl6pPr>
            <a:lvl7pPr marL="0" lvl="6" indent="0">
              <a:lnSpc>
                <a:spcPct val="90000"/>
              </a:lnSpc>
              <a:spcBef>
                <a:spcPts val="900"/>
              </a:spcBef>
              <a:spcAft>
                <a:spcPts val="900"/>
              </a:spcAft>
              <a:buFont typeface="Arial" panose="020B0604020202020204" pitchFamily="34" charset="0"/>
              <a:buChar char="​"/>
              <a:defRPr sz="5400" baseline="0">
                <a:latin typeface="Trebuchet MS" panose="020B0603020202020204" pitchFamily="34" charset="0"/>
                <a:sym typeface="Trebuchet MS" panose="020B0603020202020204" pitchFamily="34" charset="0"/>
              </a:defRPr>
            </a:lvl7pPr>
            <a:lvl8pPr marL="0" lvl="7" indent="0">
              <a:lnSpc>
                <a:spcPct val="90000"/>
              </a:lnSpc>
              <a:spcBef>
                <a:spcPts val="900"/>
              </a:spcBef>
              <a:spcAft>
                <a:spcPts val="0"/>
              </a:spcAft>
              <a:buFont typeface="Arial" panose="020B0604020202020204" pitchFamily="34" charset="0"/>
              <a:buChar char="​"/>
              <a:defRPr sz="6600">
                <a:solidFill>
                  <a:schemeClr val="tx2"/>
                </a:solidFill>
                <a:latin typeface="Trebuchet MS" panose="020B0603020202020204" pitchFamily="34" charset="0"/>
                <a:sym typeface="Trebuchet MS" panose="020B0603020202020204" pitchFamily="34" charset="0"/>
              </a:defRPr>
            </a:lvl8pPr>
            <a:lvl9pPr marL="0" lvl="8" indent="0">
              <a:lnSpc>
                <a:spcPct val="100000"/>
              </a:lnSpc>
              <a:spcBef>
                <a:spcPts val="0"/>
              </a:spcBef>
              <a:spcAft>
                <a:spcPts val="900"/>
              </a:spcAft>
              <a:buFont typeface="Arial" panose="020B0604020202020204" pitchFamily="34" charset="0"/>
              <a:buChar char="​"/>
              <a:defRPr sz="4400">
                <a:solidFill>
                  <a:schemeClr val="tx2"/>
                </a:solidFill>
                <a:latin typeface="Trebuchet MS" panose="020B0603020202020204" pitchFamily="34" charset="0"/>
                <a:sym typeface="Trebuchet MS" panose="020B0603020202020204" pitchFamily="34" charset="0"/>
              </a:defRPr>
            </a:lvl9pPr>
          </a:lstStyle>
          <a:p>
            <a:pPr marL="324000" lvl="1" indent="-216000" algn="l">
              <a:lnSpc>
                <a:spcPct val="100000"/>
              </a:lnSpc>
              <a:spcAft>
                <a:spcPts val="0"/>
              </a:spcAft>
              <a:buClr>
                <a:schemeClr val="accent1"/>
              </a:buClr>
              <a:buSzPct val="100000"/>
            </a:pPr>
            <a:r>
              <a:rPr lang="en-US">
                <a:latin typeface="+mn-lt"/>
              </a:rPr>
              <a:t>Open "File" then "Options</a:t>
            </a:r>
          </a:p>
          <a:p>
            <a:pPr marL="324000" lvl="1" indent="-216000" algn="l">
              <a:lnSpc>
                <a:spcPct val="100000"/>
              </a:lnSpc>
              <a:spcAft>
                <a:spcPts val="0"/>
              </a:spcAft>
              <a:buClr>
                <a:schemeClr val="accent1"/>
              </a:buClr>
              <a:buSzPct val="100000"/>
            </a:pPr>
            <a:r>
              <a:rPr lang="en-US">
                <a:latin typeface="+mn-lt"/>
              </a:rPr>
              <a:t>Click "Quick Access Toolbar"</a:t>
            </a:r>
          </a:p>
          <a:p>
            <a:pPr marL="324000" lvl="1" indent="-216000" algn="l">
              <a:lnSpc>
                <a:spcPct val="100000"/>
              </a:lnSpc>
              <a:spcAft>
                <a:spcPts val="0"/>
              </a:spcAft>
              <a:buClr>
                <a:schemeClr val="accent1"/>
              </a:buClr>
              <a:buSzPct val="100000"/>
            </a:pPr>
            <a:r>
              <a:rPr lang="en-US">
                <a:solidFill>
                  <a:schemeClr val="tx1">
                    <a:lumMod val="100000"/>
                  </a:schemeClr>
                </a:solidFill>
                <a:latin typeface="+mn-lt"/>
              </a:rPr>
              <a:t>Search for the command</a:t>
            </a:r>
          </a:p>
          <a:p>
            <a:pPr marL="324000" lvl="1" indent="-216000" algn="l">
              <a:lnSpc>
                <a:spcPct val="100000"/>
              </a:lnSpc>
              <a:spcAft>
                <a:spcPts val="0"/>
              </a:spcAft>
              <a:buClr>
                <a:schemeClr val="accent1"/>
              </a:buClr>
              <a:buSzPct val="100000"/>
            </a:pPr>
            <a:r>
              <a:rPr lang="en-US">
                <a:latin typeface="+mn-lt"/>
              </a:rPr>
              <a:t>Click "Add&gt;&gt;"</a:t>
            </a:r>
          </a:p>
        </p:txBody>
      </p:sp>
      <p:sp>
        <p:nvSpPr>
          <p:cNvPr id="48" name="Oval 20">
            <a:extLst>
              <a:ext uri="{FF2B5EF4-FFF2-40B4-BE49-F238E27FC236}">
                <a16:creationId xmlns:a16="http://schemas.microsoft.com/office/drawing/2014/main" id="{BB0196F9-508C-23D7-FF48-320E6772150E}"/>
              </a:ext>
            </a:extLst>
          </p:cNvPr>
          <p:cNvSpPr>
            <a:spLocks noChangeArrowheads="1"/>
          </p:cNvSpPr>
          <p:nvPr/>
        </p:nvSpPr>
        <p:spPr bwMode="auto">
          <a:xfrm>
            <a:off x="8063380" y="6117896"/>
            <a:ext cx="269875" cy="269875"/>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en-US" sz="1200">
                <a:solidFill>
                  <a:srgbClr val="FFFFFF"/>
                </a:solidFill>
              </a:rPr>
              <a:t>3</a:t>
            </a:r>
          </a:p>
        </p:txBody>
      </p:sp>
      <p:sp>
        <p:nvSpPr>
          <p:cNvPr id="49" name="Oval 48">
            <a:extLst>
              <a:ext uri="{FF2B5EF4-FFF2-40B4-BE49-F238E27FC236}">
                <a16:creationId xmlns:a16="http://schemas.microsoft.com/office/drawing/2014/main" id="{2CC3651D-FACB-C1C3-477F-3B4E42E3C32B}"/>
              </a:ext>
            </a:extLst>
          </p:cNvPr>
          <p:cNvSpPr>
            <a:spLocks noChangeArrowheads="1"/>
          </p:cNvSpPr>
          <p:nvPr/>
        </p:nvSpPr>
        <p:spPr bwMode="auto">
          <a:xfrm>
            <a:off x="8063380" y="5714229"/>
            <a:ext cx="269875" cy="269875"/>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sz="1200">
                <a:solidFill>
                  <a:srgbClr val="FFFFFF"/>
                </a:solidFill>
              </a:rPr>
              <a:t>2</a:t>
            </a:r>
            <a:endParaRPr lang="en-US" sz="1200">
              <a:solidFill>
                <a:srgbClr val="FFFFFF"/>
              </a:solidFill>
            </a:endParaRPr>
          </a:p>
        </p:txBody>
      </p:sp>
      <p:sp>
        <p:nvSpPr>
          <p:cNvPr id="50" name="Oval 20">
            <a:extLst>
              <a:ext uri="{FF2B5EF4-FFF2-40B4-BE49-F238E27FC236}">
                <a16:creationId xmlns:a16="http://schemas.microsoft.com/office/drawing/2014/main" id="{A3347BBC-15BC-B267-B20C-E2F13121FD67}"/>
              </a:ext>
            </a:extLst>
          </p:cNvPr>
          <p:cNvSpPr>
            <a:spLocks noChangeArrowheads="1"/>
          </p:cNvSpPr>
          <p:nvPr/>
        </p:nvSpPr>
        <p:spPr bwMode="auto">
          <a:xfrm>
            <a:off x="8063380" y="5343952"/>
            <a:ext cx="269875" cy="269875"/>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sz="1200">
                <a:solidFill>
                  <a:srgbClr val="FFFFFF"/>
                </a:solidFill>
              </a:rPr>
              <a:t>1</a:t>
            </a:r>
            <a:endParaRPr lang="en-US" sz="1200">
              <a:solidFill>
                <a:srgbClr val="FFFFFF"/>
              </a:solidFill>
            </a:endParaRPr>
          </a:p>
        </p:txBody>
      </p:sp>
      <p:sp>
        <p:nvSpPr>
          <p:cNvPr id="51" name="TextBox 50">
            <a:extLst>
              <a:ext uri="{FF2B5EF4-FFF2-40B4-BE49-F238E27FC236}">
                <a16:creationId xmlns:a16="http://schemas.microsoft.com/office/drawing/2014/main" id="{8C152C69-5CCB-5012-2D3E-D0AAC7A2F824}"/>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1) Tools and shortcuts</a:t>
            </a:r>
          </a:p>
        </p:txBody>
      </p:sp>
    </p:spTree>
    <p:custDataLst>
      <p:tags r:id="rId1"/>
    </p:custDataLst>
    <p:extLst>
      <p:ext uri="{BB962C8B-B14F-4D97-AF65-F5344CB8AC3E}">
        <p14:creationId xmlns:p14="http://schemas.microsoft.com/office/powerpoint/2010/main" val="12076702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3759972-86C9-6389-71D3-96A818CFC122}"/>
              </a:ext>
            </a:extLst>
          </p:cNvPr>
          <p:cNvGraphicFramePr>
            <a:graphicFrameLocks noChangeAspect="1"/>
          </p:cNvGraphicFramePr>
          <p:nvPr>
            <p:custDataLst>
              <p:tags r:id="rId1"/>
            </p:custDataLst>
            <p:extLst>
              <p:ext uri="{D42A27DB-BD31-4B8C-83A1-F6EECF244321}">
                <p14:modId xmlns:p14="http://schemas.microsoft.com/office/powerpoint/2010/main" val="18336222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33759972-86C9-6389-71D3-96A818CFC12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9790574-3037-F8BF-CC8F-5A771466D09A}"/>
              </a:ext>
            </a:extLst>
          </p:cNvPr>
          <p:cNvSpPr>
            <a:spLocks noGrp="1"/>
          </p:cNvSpPr>
          <p:nvPr>
            <p:ph type="title"/>
          </p:nvPr>
        </p:nvSpPr>
        <p:spPr/>
        <p:txBody>
          <a:bodyPr vert="horz" anchor="t"/>
          <a:lstStyle/>
          <a:p>
            <a:r>
              <a:rPr lang="en-US"/>
              <a:t>How to add and a list of "my" QAT commands; you know what you use the most, do what's right for you</a:t>
            </a:r>
          </a:p>
        </p:txBody>
      </p:sp>
      <p:graphicFrame>
        <p:nvGraphicFramePr>
          <p:cNvPr id="23" name="table_type_name">
            <a:extLst>
              <a:ext uri="{FF2B5EF4-FFF2-40B4-BE49-F238E27FC236}">
                <a16:creationId xmlns:a16="http://schemas.microsoft.com/office/drawing/2014/main" id="{556C3838-362A-24CE-19D6-E621E1000EDC}"/>
              </a:ext>
            </a:extLst>
          </p:cNvPr>
          <p:cNvGraphicFramePr>
            <a:graphicFrameLocks noGrp="1"/>
          </p:cNvGraphicFramePr>
          <p:nvPr>
            <p:extLst>
              <p:ext uri="{D42A27DB-BD31-4B8C-83A1-F6EECF244321}">
                <p14:modId xmlns:p14="http://schemas.microsoft.com/office/powerpoint/2010/main" val="2971403007"/>
              </p:ext>
            </p:extLst>
          </p:nvPr>
        </p:nvGraphicFramePr>
        <p:xfrm>
          <a:off x="6642810" y="2153640"/>
          <a:ext cx="6471306" cy="4900600"/>
        </p:xfrm>
        <a:graphic>
          <a:graphicData uri="http://schemas.openxmlformats.org/drawingml/2006/table">
            <a:tbl>
              <a:tblPr/>
              <a:tblGrid>
                <a:gridCol w="366261">
                  <a:extLst>
                    <a:ext uri="{9D8B030D-6E8A-4147-A177-3AD203B41FA5}">
                      <a16:colId xmlns:a16="http://schemas.microsoft.com/office/drawing/2014/main" val="967623080"/>
                    </a:ext>
                  </a:extLst>
                </a:gridCol>
                <a:gridCol w="1695650">
                  <a:extLst>
                    <a:ext uri="{9D8B030D-6E8A-4147-A177-3AD203B41FA5}">
                      <a16:colId xmlns:a16="http://schemas.microsoft.com/office/drawing/2014/main" val="20000"/>
                    </a:ext>
                  </a:extLst>
                </a:gridCol>
                <a:gridCol w="4409395">
                  <a:extLst>
                    <a:ext uri="{9D8B030D-6E8A-4147-A177-3AD203B41FA5}">
                      <a16:colId xmlns:a16="http://schemas.microsoft.com/office/drawing/2014/main" val="20001"/>
                    </a:ext>
                  </a:extLst>
                </a:gridCol>
              </a:tblGrid>
              <a:tr h="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cap="none" normalizeH="0" baseline="0">
                          <a:ln>
                            <a:noFill/>
                          </a:ln>
                          <a:solidFill>
                            <a:schemeClr val="accent2"/>
                          </a:solidFill>
                          <a:effectLst/>
                          <a:latin typeface="+mn-lt"/>
                          <a:cs typeface="Arial" charset="0"/>
                          <a:sym typeface="Trebuchet MS" panose="020B0603020202020204" pitchFamily="34" charset="0"/>
                        </a:rPr>
                        <a:t>#</a:t>
                      </a:r>
                    </a:p>
                  </a:txBody>
                  <a:tcPr marL="72236" marR="72236" marT="79460" marB="79460" horzOverflow="overflow">
                    <a:lnL cap="flat">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800" b="1" i="0" u="none" strike="noStrike" cap="none" normalizeH="0" baseline="0">
                          <a:ln>
                            <a:noFill/>
                          </a:ln>
                          <a:solidFill>
                            <a:schemeClr val="accent2"/>
                          </a:solidFill>
                          <a:effectLst/>
                          <a:latin typeface="+mn-lt"/>
                          <a:cs typeface="Arial" charset="0"/>
                          <a:sym typeface="Trebuchet MS" panose="020B0603020202020204" pitchFamily="34" charset="0"/>
                        </a:rPr>
                        <a:t>Commands</a:t>
                      </a:r>
                    </a:p>
                  </a:txBody>
                  <a:tcPr marL="72236" marR="72236" marT="79460" marB="79460" horzOverflow="overflow">
                    <a:lnL cap="flat">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800" b="1" i="0" u="none" strike="noStrike" cap="none" normalizeH="0" baseline="0">
                          <a:ln>
                            <a:noFill/>
                          </a:ln>
                          <a:solidFill>
                            <a:schemeClr val="accent2"/>
                          </a:solidFill>
                          <a:effectLst/>
                          <a:latin typeface="+mn-lt"/>
                          <a:cs typeface="Arial" charset="0"/>
                          <a:sym typeface="Trebuchet MS" panose="020B0603020202020204" pitchFamily="34" charset="0"/>
                        </a:rPr>
                        <a:t>Description/Example</a:t>
                      </a:r>
                    </a:p>
                  </a:txBody>
                  <a:tcPr marL="72236" marR="72236" marT="79460" marB="79460" horzOverflow="overflow">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1" fontAlgn="auto" latinLnBrk="0" hangingPunct="1">
                        <a:lnSpc>
                          <a:spcPct val="100000"/>
                        </a:lnSpc>
                        <a:spcBef>
                          <a:spcPts val="0"/>
                        </a:spcBef>
                        <a:spcAft>
                          <a:spcPts val="0"/>
                        </a:spcAft>
                        <a:buClr>
                          <a:schemeClr val="tx2"/>
                        </a:buClr>
                        <a:buSzPct val="100000"/>
                        <a:buFontTx/>
                        <a:buNone/>
                        <a:tabLst/>
                      </a:pPr>
                      <a:r>
                        <a:rPr kumimoji="0" lang="en-US" sz="1400" b="0" i="0" u="none" strike="noStrike" cap="none" normalizeH="0" baseline="0">
                          <a:ln>
                            <a:noFill/>
                          </a:ln>
                          <a:solidFill>
                            <a:schemeClr val="accent1"/>
                          </a:solidFill>
                          <a:effectLst/>
                          <a:latin typeface="+mn-lt"/>
                          <a:cs typeface="Arial" charset="0"/>
                          <a:sym typeface="Trebuchet MS" panose="020B0603020202020204" pitchFamily="34" charset="0"/>
                        </a:rPr>
                        <a:t>1</a:t>
                      </a:r>
                    </a:p>
                  </a:txBody>
                  <a:tcPr marL="72236" marR="72236" marT="79460" marB="79460" horzOverflow="overflow">
                    <a:lnL cap="flat">
                      <a:noFill/>
                    </a:lnL>
                    <a:lnR>
                      <a:noFill/>
                    </a:lnR>
                    <a:lnT w="12700" cap="flat" cmpd="sng" algn="ctr">
                      <a:solidFill>
                        <a:schemeClr val="accent1"/>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
                          <a:schemeClr val="tx2"/>
                        </a:buClr>
                        <a:buSzPct val="100000"/>
                        <a:buFontTx/>
                        <a:buNone/>
                        <a:tabLst/>
                      </a:pPr>
                      <a:r>
                        <a:rPr kumimoji="0" lang="en-US" sz="1400" b="0" i="0" u="none" strike="noStrike" cap="none" normalizeH="0" baseline="0">
                          <a:ln>
                            <a:noFill/>
                          </a:ln>
                          <a:solidFill>
                            <a:schemeClr val="accent1"/>
                          </a:solidFill>
                          <a:effectLst/>
                          <a:latin typeface="+mn-lt"/>
                          <a:cs typeface="Arial" charset="0"/>
                          <a:sym typeface="Trebuchet MS" panose="020B0603020202020204" pitchFamily="34" charset="0"/>
                        </a:rPr>
                        <a:t>First level</a:t>
                      </a:r>
                    </a:p>
                  </a:txBody>
                  <a:tcPr marL="72236" marR="72236" marT="79460" marB="79460" horzOverflow="overflow">
                    <a:lnL cap="flat">
                      <a:noFill/>
                    </a:lnL>
                    <a:lnR>
                      <a:noFill/>
                    </a:lnR>
                    <a:lnT w="12700" cap="flat" cmpd="sng" algn="ctr">
                      <a:solidFill>
                        <a:schemeClr val="accent1"/>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 typeface="Trebuchet MS" panose="020B0603020202020204" pitchFamily="34" charset="0"/>
                        <a:buChar char="​"/>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Changes text to level 1 bullet</a:t>
                      </a:r>
                    </a:p>
                  </a:txBody>
                  <a:tcPr marL="72236" marR="72236" marT="79460" marB="79460" horzOverflow="overflow">
                    <a:lnL>
                      <a:noFill/>
                    </a:lnL>
                    <a:lnR>
                      <a:noFill/>
                    </a:lnR>
                    <a:lnT w="12700" cap="flat" cmpd="sng" algn="ctr">
                      <a:solidFill>
                        <a:schemeClr val="accent1"/>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2</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Second level</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324000" marR="0" lvl="1" indent="-216000" algn="l" defTabSz="914400" rtl="0" eaLnBrk="1" fontAlgn="base" latinLnBrk="0" hangingPunct="1">
                        <a:lnSpc>
                          <a:spcPct val="100000"/>
                        </a:lnSpc>
                        <a:spcBef>
                          <a:spcPts val="0"/>
                        </a:spcBef>
                        <a:spcAft>
                          <a:spcPts val="0"/>
                        </a:spcAft>
                        <a:buClr>
                          <a:schemeClr val="tx2"/>
                        </a:buClr>
                        <a:buSzTx/>
                        <a:buFont typeface="Trebuchet MS" panose="020B0603020202020204" pitchFamily="34" charset="0"/>
                        <a:buChar char="•"/>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Changes text to level 2 bullet</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9617246"/>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3</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Third level</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648000" marR="0" lvl="2" indent="-216000" algn="l" defTabSz="914400" rtl="0" eaLnBrk="1" fontAlgn="base" latinLnBrk="0" hangingPunct="1">
                        <a:lnSpc>
                          <a:spcPct val="100000"/>
                        </a:lnSpc>
                        <a:spcBef>
                          <a:spcPts val="0"/>
                        </a:spcBef>
                        <a:spcAft>
                          <a:spcPts val="0"/>
                        </a:spcAft>
                        <a:buClr>
                          <a:schemeClr val="tx2"/>
                        </a:buClr>
                        <a:buSzTx/>
                        <a:buFontTx/>
                        <a:buChar char="–"/>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Changes text to level 3 bullet</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97965996"/>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4</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Align objects</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Aligns selected objects to the left, right, center, etc.</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10282481"/>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5</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Exact size</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Matches width and height of separate objects</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17570961"/>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6</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New Shape</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Inserts different kinds of shapes</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7589556"/>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7</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Elements</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Home for text and visual elements</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81559100"/>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8</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Comment Stickie</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Creates a comment stickie</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99622687"/>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9</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Status Stickie</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Creates a status stickie</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0289526"/>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09</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Footnote</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Add footnote to slide</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237100"/>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08</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Crop to shape</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Crop pictures to specific shapes (E.g., circles)</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96761256"/>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07</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4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Autosave</a:t>
                      </a:r>
                    </a:p>
                  </a:txBody>
                  <a:tcPr marL="72236" marR="72236" marT="79460" marB="7946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400" b="0" i="0" u="none" strike="noStrike" cap="none" normalizeH="0" baseline="0">
                          <a:ln>
                            <a:noFill/>
                          </a:ln>
                          <a:solidFill>
                            <a:schemeClr val="tx1"/>
                          </a:solidFill>
                          <a:effectLst/>
                          <a:latin typeface="+mn-lt"/>
                          <a:cs typeface="Arial" charset="0"/>
                          <a:sym typeface="Trebuchet MS" panose="020B0603020202020204" pitchFamily="34" charset="0"/>
                        </a:rPr>
                        <a:t>Toggle auto save on/off</a:t>
                      </a:r>
                    </a:p>
                  </a:txBody>
                  <a:tcPr marL="72236" marR="72236" marT="79460" marB="79460"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94019882"/>
                  </a:ext>
                </a:extLst>
              </a:tr>
            </a:tbl>
          </a:graphicData>
        </a:graphic>
      </p:graphicFrame>
      <p:grpSp>
        <p:nvGrpSpPr>
          <p:cNvPr id="2" name="Group 1">
            <a:extLst>
              <a:ext uri="{FF2B5EF4-FFF2-40B4-BE49-F238E27FC236}">
                <a16:creationId xmlns:a16="http://schemas.microsoft.com/office/drawing/2014/main" id="{1581742C-9DCD-1653-CB16-C31D601E8E92}"/>
              </a:ext>
            </a:extLst>
          </p:cNvPr>
          <p:cNvGrpSpPr/>
          <p:nvPr/>
        </p:nvGrpSpPr>
        <p:grpSpPr>
          <a:xfrm>
            <a:off x="10874499" y="0"/>
            <a:ext cx="2943101" cy="914400"/>
            <a:chOff x="10874499" y="0"/>
            <a:chExt cx="2943101" cy="914400"/>
          </a:xfrm>
        </p:grpSpPr>
        <p:grpSp>
          <p:nvGrpSpPr>
            <p:cNvPr id="3" name="Group 2">
              <a:extLst>
                <a:ext uri="{FF2B5EF4-FFF2-40B4-BE49-F238E27FC236}">
                  <a16:creationId xmlns:a16="http://schemas.microsoft.com/office/drawing/2014/main" id="{FA996969-D855-6C96-B516-06EC9CC0763C}"/>
                </a:ext>
              </a:extLst>
            </p:cNvPr>
            <p:cNvGrpSpPr/>
            <p:nvPr/>
          </p:nvGrpSpPr>
          <p:grpSpPr>
            <a:xfrm>
              <a:off x="12903200" y="0"/>
              <a:ext cx="914400" cy="914400"/>
              <a:chOff x="12903200" y="0"/>
              <a:chExt cx="914400" cy="914400"/>
            </a:xfrm>
          </p:grpSpPr>
          <p:sp>
            <p:nvSpPr>
              <p:cNvPr id="6" name="Right Triangle 5">
                <a:extLst>
                  <a:ext uri="{FF2B5EF4-FFF2-40B4-BE49-F238E27FC236}">
                    <a16:creationId xmlns:a16="http://schemas.microsoft.com/office/drawing/2014/main" id="{4DD0C90E-151F-BB2C-98AC-9064FFF80A7C}"/>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8" name="Oval 20">
                <a:extLst>
                  <a:ext uri="{FF2B5EF4-FFF2-40B4-BE49-F238E27FC236}">
                    <a16:creationId xmlns:a16="http://schemas.microsoft.com/office/drawing/2014/main" id="{F102DE0D-7D74-3C92-22B5-B7AB7512FB54}"/>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5" name="TextBox 4">
              <a:extLst>
                <a:ext uri="{FF2B5EF4-FFF2-40B4-BE49-F238E27FC236}">
                  <a16:creationId xmlns:a16="http://schemas.microsoft.com/office/drawing/2014/main" id="{D91478A1-7738-0F73-0B9E-CE4D19DB6ACC}"/>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grpSp>
        <p:nvGrpSpPr>
          <p:cNvPr id="25" name="Group 24">
            <a:extLst>
              <a:ext uri="{FF2B5EF4-FFF2-40B4-BE49-F238E27FC236}">
                <a16:creationId xmlns:a16="http://schemas.microsoft.com/office/drawing/2014/main" id="{B8FB4DDC-B85C-4CCE-9757-6F63BB9C066A}"/>
              </a:ext>
            </a:extLst>
          </p:cNvPr>
          <p:cNvGrpSpPr/>
          <p:nvPr/>
        </p:nvGrpSpPr>
        <p:grpSpPr>
          <a:xfrm>
            <a:off x="448969" y="3589543"/>
            <a:ext cx="5129445" cy="1632554"/>
            <a:chOff x="3368154" y="2068687"/>
            <a:chExt cx="6827291" cy="2172929"/>
          </a:xfrm>
        </p:grpSpPr>
        <p:pic>
          <p:nvPicPr>
            <p:cNvPr id="9" name="Picture 8">
              <a:extLst>
                <a:ext uri="{FF2B5EF4-FFF2-40B4-BE49-F238E27FC236}">
                  <a16:creationId xmlns:a16="http://schemas.microsoft.com/office/drawing/2014/main" id="{66029F63-B20C-F891-380C-ADB96E0563DB}"/>
                </a:ext>
              </a:extLst>
            </p:cNvPr>
            <p:cNvPicPr>
              <a:picLocks noChangeAspect="1"/>
            </p:cNvPicPr>
            <p:nvPr/>
          </p:nvPicPr>
          <p:blipFill>
            <a:blip r:embed="rId5"/>
            <a:stretch>
              <a:fillRect/>
            </a:stretch>
          </p:blipFill>
          <p:spPr>
            <a:xfrm>
              <a:off x="3376153" y="2068687"/>
              <a:ext cx="6811293" cy="2172929"/>
            </a:xfrm>
            <a:prstGeom prst="rect">
              <a:avLst/>
            </a:prstGeom>
          </p:spPr>
        </p:pic>
        <p:sp>
          <p:nvSpPr>
            <p:cNvPr id="24" name="Rectangle 23">
              <a:extLst>
                <a:ext uri="{FF2B5EF4-FFF2-40B4-BE49-F238E27FC236}">
                  <a16:creationId xmlns:a16="http://schemas.microsoft.com/office/drawing/2014/main" id="{86789D0A-A9A7-6990-FB38-AAFC196627F1}"/>
                </a:ext>
              </a:extLst>
            </p:cNvPr>
            <p:cNvSpPr/>
            <p:nvPr/>
          </p:nvSpPr>
          <p:spPr>
            <a:xfrm>
              <a:off x="3368154" y="2117925"/>
              <a:ext cx="6827291" cy="450213"/>
            </a:xfrm>
            <a:prstGeom prst="rect">
              <a:avLst/>
            </a:prstGeom>
            <a:noFill/>
            <a:ln w="57150" cap="rnd"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pSp>
      <p:grpSp>
        <p:nvGrpSpPr>
          <p:cNvPr id="29" name="ee4p_icon_group">
            <a:extLst>
              <a:ext uri="{FF2B5EF4-FFF2-40B4-BE49-F238E27FC236}">
                <a16:creationId xmlns:a16="http://schemas.microsoft.com/office/drawing/2014/main" id="{C047253D-FD7E-3790-C040-306FE1806DC2}"/>
              </a:ext>
            </a:extLst>
          </p:cNvPr>
          <p:cNvGrpSpPr/>
          <p:nvPr/>
        </p:nvGrpSpPr>
        <p:grpSpPr>
          <a:xfrm>
            <a:off x="5789668" y="4099487"/>
            <a:ext cx="612666" cy="612666"/>
            <a:chOff x="4032000" y="2889000"/>
            <a:chExt cx="1080000" cy="1080000"/>
          </a:xfrm>
        </p:grpSpPr>
        <p:sp>
          <p:nvSpPr>
            <p:cNvPr id="30" name="ee4p_icon_frame" hidden="1">
              <a:extLst>
                <a:ext uri="{FF2B5EF4-FFF2-40B4-BE49-F238E27FC236}">
                  <a16:creationId xmlns:a16="http://schemas.microsoft.com/office/drawing/2014/main" id="{69DE34B3-588A-366B-0C24-AE2513053C6D}"/>
                </a:ext>
              </a:extLst>
            </p:cNvPr>
            <p:cNvSpPr/>
            <p:nvPr/>
          </p:nvSpPr>
          <p:spPr>
            <a:xfrm>
              <a:off x="4032000" y="2889000"/>
              <a:ext cx="1080000" cy="1080000"/>
            </a:xfrm>
            <a:prstGeom prst="rect">
              <a:avLst/>
            </a:prstGeom>
            <a:solidFill>
              <a:schemeClr val="accent1"/>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ee4p_icon">
              <a:extLst>
                <a:ext uri="{FF2B5EF4-FFF2-40B4-BE49-F238E27FC236}">
                  <a16:creationId xmlns:a16="http://schemas.microsoft.com/office/drawing/2014/main" id="{461BD046-1C7B-83E8-28C1-54725D874F39}"/>
                </a:ext>
              </a:extLst>
            </p:cNvPr>
            <p:cNvSpPr>
              <a:spLocks noChangeAspect="1"/>
            </p:cNvSpPr>
            <p:nvPr/>
          </p:nvSpPr>
          <p:spPr>
            <a:xfrm>
              <a:off x="4064000" y="2921000"/>
              <a:ext cx="1016000" cy="1016000"/>
            </a:xfrm>
            <a:custGeom>
              <a:avLst/>
              <a:gdLst>
                <a:gd name="connsiteX0" fmla="*/ 1016000 w 1016000"/>
                <a:gd name="connsiteY0" fmla="*/ 508000 h 1016000"/>
                <a:gd name="connsiteX1" fmla="*/ 804774 w 1016000"/>
                <a:gd name="connsiteY1" fmla="*/ 920293 h 1016000"/>
                <a:gd name="connsiteX2" fmla="*/ 792920 w 1016000"/>
                <a:gd name="connsiteY2" fmla="*/ 903834 h 1016000"/>
                <a:gd name="connsiteX3" fmla="*/ 995680 w 1016000"/>
                <a:gd name="connsiteY3" fmla="*/ 508000 h 1016000"/>
                <a:gd name="connsiteX4" fmla="*/ 508000 w 1016000"/>
                <a:gd name="connsiteY4" fmla="*/ 20320 h 1016000"/>
                <a:gd name="connsiteX5" fmla="*/ 20320 w 1016000"/>
                <a:gd name="connsiteY5" fmla="*/ 508000 h 1016000"/>
                <a:gd name="connsiteX6" fmla="*/ 508000 w 1016000"/>
                <a:gd name="connsiteY6" fmla="*/ 995680 h 1016000"/>
                <a:gd name="connsiteX7" fmla="*/ 661518 w 1016000"/>
                <a:gd name="connsiteY7" fmla="*/ 971025 h 1016000"/>
                <a:gd name="connsiteX8" fmla="*/ 667885 w 1016000"/>
                <a:gd name="connsiteY8" fmla="*/ 990295 h 1016000"/>
                <a:gd name="connsiteX9" fmla="*/ 508000 w 1016000"/>
                <a:gd name="connsiteY9" fmla="*/ 1016000 h 1016000"/>
                <a:gd name="connsiteX10" fmla="*/ 0 w 1016000"/>
                <a:gd name="connsiteY10" fmla="*/ 508000 h 1016000"/>
                <a:gd name="connsiteX11" fmla="*/ 508000 w 1016000"/>
                <a:gd name="connsiteY11" fmla="*/ 0 h 1016000"/>
                <a:gd name="connsiteX12" fmla="*/ 1016000 w 1016000"/>
                <a:gd name="connsiteY12" fmla="*/ 508000 h 1016000"/>
                <a:gd name="connsiteX13" fmla="*/ 533603 w 1016000"/>
                <a:gd name="connsiteY13" fmla="*/ 762000 h 1016000"/>
                <a:gd name="connsiteX14" fmla="*/ 533603 w 1016000"/>
                <a:gd name="connsiteY14" fmla="*/ 607974 h 1016000"/>
                <a:gd name="connsiteX15" fmla="*/ 218203 w 1016000"/>
                <a:gd name="connsiteY15" fmla="*/ 607974 h 1016000"/>
                <a:gd name="connsiteX16" fmla="*/ 208043 w 1016000"/>
                <a:gd name="connsiteY16" fmla="*/ 597814 h 1016000"/>
                <a:gd name="connsiteX17" fmla="*/ 208043 w 1016000"/>
                <a:gd name="connsiteY17" fmla="*/ 418321 h 1016000"/>
                <a:gd name="connsiteX18" fmla="*/ 218203 w 1016000"/>
                <a:gd name="connsiteY18" fmla="*/ 408161 h 1016000"/>
                <a:gd name="connsiteX19" fmla="*/ 533603 w 1016000"/>
                <a:gd name="connsiteY19" fmla="*/ 408161 h 1016000"/>
                <a:gd name="connsiteX20" fmla="*/ 533603 w 1016000"/>
                <a:gd name="connsiteY20" fmla="*/ 254000 h 1016000"/>
                <a:gd name="connsiteX21" fmla="*/ 543773 w 1016000"/>
                <a:gd name="connsiteY21" fmla="*/ 243849 h 1016000"/>
                <a:gd name="connsiteX22" fmla="*/ 550943 w 1016000"/>
                <a:gd name="connsiteY22" fmla="*/ 246820 h 1016000"/>
                <a:gd name="connsiteX23" fmla="*/ 804943 w 1016000"/>
                <a:gd name="connsiteY23" fmla="*/ 500820 h 1016000"/>
                <a:gd name="connsiteX24" fmla="*/ 804943 w 1016000"/>
                <a:gd name="connsiteY24" fmla="*/ 515180 h 1016000"/>
                <a:gd name="connsiteX25" fmla="*/ 550943 w 1016000"/>
                <a:gd name="connsiteY25" fmla="*/ 769180 h 1016000"/>
                <a:gd name="connsiteX26" fmla="*/ 543763 w 1016000"/>
                <a:gd name="connsiteY26" fmla="*/ 772160 h 1016000"/>
                <a:gd name="connsiteX27" fmla="*/ 539869 w 1016000"/>
                <a:gd name="connsiteY27" fmla="*/ 771381 h 1016000"/>
                <a:gd name="connsiteX28" fmla="*/ 533603 w 1016000"/>
                <a:gd name="connsiteY28" fmla="*/ 762000 h 1016000"/>
                <a:gd name="connsiteX29" fmla="*/ 543763 w 1016000"/>
                <a:gd name="connsiteY29" fmla="*/ 587621 h 1016000"/>
                <a:gd name="connsiteX30" fmla="*/ 553923 w 1016000"/>
                <a:gd name="connsiteY30" fmla="*/ 597781 h 1016000"/>
                <a:gd name="connsiteX31" fmla="*/ 553923 w 1016000"/>
                <a:gd name="connsiteY31" fmla="*/ 737447 h 1016000"/>
                <a:gd name="connsiteX32" fmla="*/ 783438 w 1016000"/>
                <a:gd name="connsiteY32" fmla="*/ 508000 h 1016000"/>
                <a:gd name="connsiteX33" fmla="*/ 553923 w 1016000"/>
                <a:gd name="connsiteY33" fmla="*/ 278519 h 1016000"/>
                <a:gd name="connsiteX34" fmla="*/ 553923 w 1016000"/>
                <a:gd name="connsiteY34" fmla="*/ 418186 h 1016000"/>
                <a:gd name="connsiteX35" fmla="*/ 543763 w 1016000"/>
                <a:gd name="connsiteY35" fmla="*/ 428346 h 1016000"/>
                <a:gd name="connsiteX36" fmla="*/ 228363 w 1016000"/>
                <a:gd name="connsiteY36" fmla="*/ 428346 h 1016000"/>
                <a:gd name="connsiteX37" fmla="*/ 228363 w 1016000"/>
                <a:gd name="connsiteY37" fmla="*/ 587519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16000" h="1016000">
                  <a:moveTo>
                    <a:pt x="1016000" y="508000"/>
                  </a:moveTo>
                  <a:cubicBezTo>
                    <a:pt x="1015732" y="671339"/>
                    <a:pt x="937186" y="824653"/>
                    <a:pt x="804774" y="920293"/>
                  </a:cubicBezTo>
                  <a:lnTo>
                    <a:pt x="792920" y="903834"/>
                  </a:lnTo>
                  <a:cubicBezTo>
                    <a:pt x="920025" y="811997"/>
                    <a:pt x="995419" y="664809"/>
                    <a:pt x="995680" y="508000"/>
                  </a:cubicBezTo>
                  <a:cubicBezTo>
                    <a:pt x="995680" y="239133"/>
                    <a:pt x="776867" y="20320"/>
                    <a:pt x="508000" y="20320"/>
                  </a:cubicBezTo>
                  <a:cubicBezTo>
                    <a:pt x="239133" y="20320"/>
                    <a:pt x="20320" y="239133"/>
                    <a:pt x="20320" y="508000"/>
                  </a:cubicBezTo>
                  <a:cubicBezTo>
                    <a:pt x="20320" y="776867"/>
                    <a:pt x="239099" y="995680"/>
                    <a:pt x="508000" y="995680"/>
                  </a:cubicBezTo>
                  <a:cubicBezTo>
                    <a:pt x="560161" y="995731"/>
                    <a:pt x="611994" y="987406"/>
                    <a:pt x="661518" y="971025"/>
                  </a:cubicBezTo>
                  <a:lnTo>
                    <a:pt x="667885" y="990295"/>
                  </a:lnTo>
                  <a:cubicBezTo>
                    <a:pt x="616312" y="1007381"/>
                    <a:pt x="562329" y="1016061"/>
                    <a:pt x="508000" y="1016000"/>
                  </a:cubicBezTo>
                  <a:cubicBezTo>
                    <a:pt x="227923" y="1016000"/>
                    <a:pt x="0" y="788077"/>
                    <a:pt x="0" y="508000"/>
                  </a:cubicBezTo>
                  <a:cubicBezTo>
                    <a:pt x="0" y="227923"/>
                    <a:pt x="227923" y="0"/>
                    <a:pt x="508000" y="0"/>
                  </a:cubicBezTo>
                  <a:cubicBezTo>
                    <a:pt x="788077" y="0"/>
                    <a:pt x="1016000" y="227923"/>
                    <a:pt x="1016000" y="508000"/>
                  </a:cubicBezTo>
                  <a:close/>
                  <a:moveTo>
                    <a:pt x="533603" y="762000"/>
                  </a:moveTo>
                  <a:lnTo>
                    <a:pt x="533603" y="607974"/>
                  </a:lnTo>
                  <a:lnTo>
                    <a:pt x="218203" y="607974"/>
                  </a:lnTo>
                  <a:cubicBezTo>
                    <a:pt x="212592" y="607974"/>
                    <a:pt x="208043" y="603426"/>
                    <a:pt x="208043" y="597814"/>
                  </a:cubicBezTo>
                  <a:lnTo>
                    <a:pt x="208043" y="418321"/>
                  </a:lnTo>
                  <a:cubicBezTo>
                    <a:pt x="208043" y="412709"/>
                    <a:pt x="212592" y="408161"/>
                    <a:pt x="218203" y="408161"/>
                  </a:cubicBezTo>
                  <a:lnTo>
                    <a:pt x="533603" y="408161"/>
                  </a:lnTo>
                  <a:lnTo>
                    <a:pt x="533603" y="254000"/>
                  </a:lnTo>
                  <a:cubicBezTo>
                    <a:pt x="533607" y="248389"/>
                    <a:pt x="538162" y="243844"/>
                    <a:pt x="543773" y="243849"/>
                  </a:cubicBezTo>
                  <a:cubicBezTo>
                    <a:pt x="546462" y="243851"/>
                    <a:pt x="549040" y="244920"/>
                    <a:pt x="550943" y="246820"/>
                  </a:cubicBezTo>
                  <a:lnTo>
                    <a:pt x="804943" y="500820"/>
                  </a:lnTo>
                  <a:cubicBezTo>
                    <a:pt x="808905" y="504786"/>
                    <a:pt x="808905" y="511214"/>
                    <a:pt x="804943" y="515180"/>
                  </a:cubicBezTo>
                  <a:lnTo>
                    <a:pt x="550943" y="769180"/>
                  </a:lnTo>
                  <a:cubicBezTo>
                    <a:pt x="549040" y="771086"/>
                    <a:pt x="546456" y="772157"/>
                    <a:pt x="543763" y="772160"/>
                  </a:cubicBezTo>
                  <a:cubicBezTo>
                    <a:pt x="542429" y="772146"/>
                    <a:pt x="541105" y="771882"/>
                    <a:pt x="539869" y="771381"/>
                  </a:cubicBezTo>
                  <a:cubicBezTo>
                    <a:pt x="536075" y="769806"/>
                    <a:pt x="533603" y="766105"/>
                    <a:pt x="533603" y="762000"/>
                  </a:cubicBezTo>
                  <a:close/>
                  <a:moveTo>
                    <a:pt x="543763" y="587621"/>
                  </a:moveTo>
                  <a:cubicBezTo>
                    <a:pt x="549375" y="587621"/>
                    <a:pt x="553923" y="592169"/>
                    <a:pt x="553923" y="597781"/>
                  </a:cubicBezTo>
                  <a:lnTo>
                    <a:pt x="553923" y="737447"/>
                  </a:lnTo>
                  <a:lnTo>
                    <a:pt x="783438" y="508000"/>
                  </a:lnTo>
                  <a:lnTo>
                    <a:pt x="553923" y="278519"/>
                  </a:lnTo>
                  <a:lnTo>
                    <a:pt x="553923" y="418186"/>
                  </a:lnTo>
                  <a:cubicBezTo>
                    <a:pt x="553923" y="423797"/>
                    <a:pt x="549375" y="428346"/>
                    <a:pt x="543763" y="428346"/>
                  </a:cubicBezTo>
                  <a:lnTo>
                    <a:pt x="228363" y="428346"/>
                  </a:lnTo>
                  <a:lnTo>
                    <a:pt x="228363" y="587519"/>
                  </a:lnTo>
                  <a:close/>
                </a:path>
              </a:pathLst>
            </a:custGeom>
            <a:solidFill>
              <a:schemeClr val="accent1"/>
            </a:solidFill>
            <a:ln w="3365" cap="flat">
              <a:noFill/>
              <a:prstDash val="solid"/>
              <a:miter/>
            </a:ln>
          </p:spPr>
          <p:txBody>
            <a:bodyPr rtlCol="0" anchor="ctr"/>
            <a:lstStyle/>
            <a:p>
              <a:endParaRPr lang="en-US"/>
            </a:p>
          </p:txBody>
        </p:sp>
      </p:grpSp>
      <p:sp>
        <p:nvSpPr>
          <p:cNvPr id="33" name="TextBox 32">
            <a:extLst>
              <a:ext uri="{FF2B5EF4-FFF2-40B4-BE49-F238E27FC236}">
                <a16:creationId xmlns:a16="http://schemas.microsoft.com/office/drawing/2014/main" id="{17162C6F-BA3D-757B-F494-7F9AD85241DF}"/>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1) Tools and shortcuts</a:t>
            </a:r>
          </a:p>
        </p:txBody>
      </p:sp>
    </p:spTree>
    <p:extLst>
      <p:ext uri="{BB962C8B-B14F-4D97-AF65-F5344CB8AC3E}">
        <p14:creationId xmlns:p14="http://schemas.microsoft.com/office/powerpoint/2010/main" val="29831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2AF6E-0B62-859A-7EC4-3943E2EFD019}"/>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F974F1F-A879-60E6-4564-F4D2232B76B4}"/>
              </a:ext>
            </a:extLst>
          </p:cNvPr>
          <p:cNvGraphicFramePr>
            <a:graphicFrameLocks noChangeAspect="1"/>
          </p:cNvGraphicFramePr>
          <p:nvPr>
            <p:custDataLst>
              <p:tags r:id="rId1"/>
            </p:custDataLst>
            <p:extLst>
              <p:ext uri="{D42A27DB-BD31-4B8C-83A1-F6EECF244321}">
                <p14:modId xmlns:p14="http://schemas.microsoft.com/office/powerpoint/2010/main" val="39818268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FF974F1F-A879-60E6-4564-F4D2232B76B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1C31F25-7EED-8D01-621E-6BDC1415A444}"/>
              </a:ext>
            </a:extLst>
          </p:cNvPr>
          <p:cNvSpPr>
            <a:spLocks noGrp="1"/>
          </p:cNvSpPr>
          <p:nvPr>
            <p:ph type="title"/>
          </p:nvPr>
        </p:nvSpPr>
        <p:spPr/>
        <p:txBody>
          <a:bodyPr vert="horz" anchor="t"/>
          <a:lstStyle/>
          <a:p>
            <a:r>
              <a:rPr lang="en-US">
                <a:solidFill>
                  <a:schemeClr val="accent2"/>
                </a:solidFill>
              </a:rPr>
              <a:t>Basic shortcuts | </a:t>
            </a:r>
            <a:r>
              <a:rPr lang="en-US"/>
              <a:t>Learn the critical PPT native shortcuts</a:t>
            </a:r>
          </a:p>
        </p:txBody>
      </p:sp>
      <p:grpSp>
        <p:nvGrpSpPr>
          <p:cNvPr id="2" name="Group 1">
            <a:extLst>
              <a:ext uri="{FF2B5EF4-FFF2-40B4-BE49-F238E27FC236}">
                <a16:creationId xmlns:a16="http://schemas.microsoft.com/office/drawing/2014/main" id="{A83D2212-D637-2FD0-E989-4D4464DC694D}"/>
              </a:ext>
            </a:extLst>
          </p:cNvPr>
          <p:cNvGrpSpPr/>
          <p:nvPr/>
        </p:nvGrpSpPr>
        <p:grpSpPr>
          <a:xfrm>
            <a:off x="10874499" y="0"/>
            <a:ext cx="2943101" cy="914400"/>
            <a:chOff x="10874499" y="0"/>
            <a:chExt cx="2943101" cy="914400"/>
          </a:xfrm>
        </p:grpSpPr>
        <p:grpSp>
          <p:nvGrpSpPr>
            <p:cNvPr id="3" name="Group 2">
              <a:extLst>
                <a:ext uri="{FF2B5EF4-FFF2-40B4-BE49-F238E27FC236}">
                  <a16:creationId xmlns:a16="http://schemas.microsoft.com/office/drawing/2014/main" id="{048F4434-D927-919E-FE58-F730BCA20206}"/>
                </a:ext>
              </a:extLst>
            </p:cNvPr>
            <p:cNvGrpSpPr/>
            <p:nvPr/>
          </p:nvGrpSpPr>
          <p:grpSpPr>
            <a:xfrm>
              <a:off x="12903200" y="0"/>
              <a:ext cx="914400" cy="914400"/>
              <a:chOff x="12903200" y="0"/>
              <a:chExt cx="914400" cy="914400"/>
            </a:xfrm>
          </p:grpSpPr>
          <p:sp>
            <p:nvSpPr>
              <p:cNvPr id="6" name="Right Triangle 5">
                <a:extLst>
                  <a:ext uri="{FF2B5EF4-FFF2-40B4-BE49-F238E27FC236}">
                    <a16:creationId xmlns:a16="http://schemas.microsoft.com/office/drawing/2014/main" id="{740AAB28-A627-CBA9-4F67-DC1860FFF499}"/>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8" name="Oval 20">
                <a:extLst>
                  <a:ext uri="{FF2B5EF4-FFF2-40B4-BE49-F238E27FC236}">
                    <a16:creationId xmlns:a16="http://schemas.microsoft.com/office/drawing/2014/main" id="{28D71D40-AADD-F6F9-9FF2-569DE7744A87}"/>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5" name="TextBox 4">
              <a:extLst>
                <a:ext uri="{FF2B5EF4-FFF2-40B4-BE49-F238E27FC236}">
                  <a16:creationId xmlns:a16="http://schemas.microsoft.com/office/drawing/2014/main" id="{38F2FF86-3893-1588-3437-8897FBAB8802}"/>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
        <p:nvSpPr>
          <p:cNvPr id="33" name="TextBox 32">
            <a:extLst>
              <a:ext uri="{FF2B5EF4-FFF2-40B4-BE49-F238E27FC236}">
                <a16:creationId xmlns:a16="http://schemas.microsoft.com/office/drawing/2014/main" id="{968AFA9E-4E53-4168-EED8-FF85DC835527}"/>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1) Tools and shortcuts</a:t>
            </a:r>
          </a:p>
        </p:txBody>
      </p:sp>
      <p:sp>
        <p:nvSpPr>
          <p:cNvPr id="12" name="Rectangle: Top Corners Rounded 11">
            <a:extLst>
              <a:ext uri="{FF2B5EF4-FFF2-40B4-BE49-F238E27FC236}">
                <a16:creationId xmlns:a16="http://schemas.microsoft.com/office/drawing/2014/main" id="{0879639D-0C16-0371-0680-4E27006CC063}"/>
              </a:ext>
            </a:extLst>
          </p:cNvPr>
          <p:cNvSpPr/>
          <p:nvPr/>
        </p:nvSpPr>
        <p:spPr>
          <a:xfrm>
            <a:off x="980863" y="1785339"/>
            <a:ext cx="4985004" cy="201930"/>
          </a:xfrm>
          <a:prstGeom prst="round2Same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aphicFrame>
        <p:nvGraphicFramePr>
          <p:cNvPr id="13" name="Table 12">
            <a:extLst>
              <a:ext uri="{FF2B5EF4-FFF2-40B4-BE49-F238E27FC236}">
                <a16:creationId xmlns:a16="http://schemas.microsoft.com/office/drawing/2014/main" id="{1C119DA4-2353-AB0D-3E91-4AFEC548A83A}"/>
              </a:ext>
            </a:extLst>
          </p:cNvPr>
          <p:cNvGraphicFramePr>
            <a:graphicFrameLocks noGrp="1"/>
          </p:cNvGraphicFramePr>
          <p:nvPr>
            <p:extLst>
              <p:ext uri="{D42A27DB-BD31-4B8C-83A1-F6EECF244321}">
                <p14:modId xmlns:p14="http://schemas.microsoft.com/office/powerpoint/2010/main" val="4133661730"/>
              </p:ext>
            </p:extLst>
          </p:nvPr>
        </p:nvGraphicFramePr>
        <p:xfrm>
          <a:off x="982213" y="1781638"/>
          <a:ext cx="4985004" cy="4840224"/>
        </p:xfrm>
        <a:graphic>
          <a:graphicData uri="http://schemas.openxmlformats.org/drawingml/2006/table">
            <a:tbl>
              <a:tblPr>
                <a:tableStyleId>{5C22544A-7EE6-4342-B048-85BDC9FD1C3A}</a:tableStyleId>
              </a:tblPr>
              <a:tblGrid>
                <a:gridCol w="952500">
                  <a:extLst>
                    <a:ext uri="{9D8B030D-6E8A-4147-A177-3AD203B41FA5}">
                      <a16:colId xmlns:a16="http://schemas.microsoft.com/office/drawing/2014/main" val="2999984118"/>
                    </a:ext>
                  </a:extLst>
                </a:gridCol>
                <a:gridCol w="2459736">
                  <a:extLst>
                    <a:ext uri="{9D8B030D-6E8A-4147-A177-3AD203B41FA5}">
                      <a16:colId xmlns:a16="http://schemas.microsoft.com/office/drawing/2014/main" val="1066948359"/>
                    </a:ext>
                  </a:extLst>
                </a:gridCol>
                <a:gridCol w="1572768">
                  <a:extLst>
                    <a:ext uri="{9D8B030D-6E8A-4147-A177-3AD203B41FA5}">
                      <a16:colId xmlns:a16="http://schemas.microsoft.com/office/drawing/2014/main" val="953901838"/>
                    </a:ext>
                  </a:extLst>
                </a:gridCol>
              </a:tblGrid>
              <a:tr h="228600">
                <a:tc>
                  <a:txBody>
                    <a:bodyPr/>
                    <a:lstStyle/>
                    <a:p>
                      <a:pPr algn="ctr" fontAlgn="b"/>
                      <a:r>
                        <a:rPr lang="en-US" sz="1000" b="0" i="0" u="none" strike="noStrike">
                          <a:solidFill>
                            <a:srgbClr val="FFFFFF"/>
                          </a:solidFill>
                          <a:effectLst/>
                          <a:latin typeface="+mn-lt"/>
                        </a:rPr>
                        <a:t>Category</a:t>
                      </a:r>
                    </a:p>
                  </a:txBody>
                  <a:tcPr marL="45720" marR="27432" marT="9144" marB="9144" anchor="ctr">
                    <a:lnL w="9525" cap="flat" cmpd="sng" algn="ctr">
                      <a:noFill/>
                      <a:prstDash val="sysDot"/>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sz="1000" b="0" i="0" u="none" strike="noStrike">
                          <a:solidFill>
                            <a:srgbClr val="FFFFFF"/>
                          </a:solidFill>
                          <a:effectLst/>
                          <a:latin typeface="+mn-lt"/>
                        </a:rPr>
                        <a:t>Action</a:t>
                      </a:r>
                    </a:p>
                  </a:txBody>
                  <a:tcPr marL="27432" marR="27432" marT="9144" marB="91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sz="1000" b="0" i="0" u="none" strike="noStrike">
                          <a:solidFill>
                            <a:srgbClr val="FFFFFF"/>
                          </a:solidFill>
                          <a:effectLst/>
                          <a:latin typeface="+mn-lt"/>
                        </a:rPr>
                        <a:t>Shortcut</a:t>
                      </a:r>
                    </a:p>
                  </a:txBody>
                  <a:tcPr marL="27432" marR="27432" marT="9144" marB="9144" anchor="ctr">
                    <a:lnL w="12700" cap="flat" cmpd="sng" algn="ctr">
                      <a:noFill/>
                      <a:prstDash val="solid"/>
                      <a:round/>
                      <a:headEnd type="none" w="med" len="med"/>
                      <a:tailEnd type="none" w="med" len="med"/>
                    </a:lnL>
                    <a:lnR w="9525" cap="flat" cmpd="sng" algn="ctr">
                      <a:noFill/>
                      <a:prstDash val="sysDot"/>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533253669"/>
                  </a:ext>
                </a:extLst>
              </a:tr>
              <a:tr h="91440">
                <a:tc rowSpan="6">
                  <a:txBody>
                    <a:bodyPr/>
                    <a:lstStyle/>
                    <a:p>
                      <a:pPr algn="l" fontAlgn="b"/>
                      <a:r>
                        <a:rPr lang="en-US" sz="800" b="0" i="0" u="none" strike="noStrike">
                          <a:solidFill>
                            <a:schemeClr val="accent1"/>
                          </a:solidFill>
                          <a:effectLst/>
                          <a:latin typeface="+mn-lt"/>
                        </a:rPr>
                        <a:t>General</a:t>
                      </a:r>
                    </a:p>
                  </a:txBody>
                  <a:tcPr marL="45720" marR="27432" marT="9144" marB="9144" anchor="ctr">
                    <a:lnL w="9525" cap="flat" cmpd="sng" algn="ctr">
                      <a:noFill/>
                      <a:prstDash val="sysDot"/>
                      <a:round/>
                      <a:headEnd type="none" w="med" len="med"/>
                      <a:tailEnd type="none" w="med" len="med"/>
                    </a:lnL>
                    <a:lnR w="12700" cmpd="sng">
                      <a:solidFill>
                        <a:schemeClr val="lt1"/>
                      </a:solidFill>
                    </a:lnR>
                    <a:lnT w="12700"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New Presentation</a:t>
                      </a:r>
                    </a:p>
                  </a:txBody>
                  <a:tcPr marL="27432" marR="27432" marT="9144" marB="9144" anchor="ctr">
                    <a:lnL w="12700" cmpd="sng">
                      <a:solidFill>
                        <a:schemeClr val="lt1"/>
                      </a:solidFill>
                    </a:lnL>
                    <a:lnR w="12700" cmpd="sng">
                      <a:solidFill>
                        <a:schemeClr val="lt1"/>
                      </a:solidFill>
                    </a:lnR>
                    <a:lnT w="12700"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N</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445470899"/>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b">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Open Presentation</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O</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152337863"/>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b">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Save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S</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08121688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b">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Print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P</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10810727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b">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Undo</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Z</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786903809"/>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b">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Redo</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Y</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942017447"/>
                  </a:ext>
                </a:extLst>
              </a:tr>
              <a:tr h="91440">
                <a:tc rowSpan="5">
                  <a:txBody>
                    <a:bodyPr/>
                    <a:lstStyle/>
                    <a:p>
                      <a:pPr algn="l" fontAlgn="b"/>
                      <a:r>
                        <a:rPr lang="en-US" sz="800" b="0" i="0" u="none" strike="noStrike">
                          <a:solidFill>
                            <a:schemeClr val="accent1"/>
                          </a:solidFill>
                          <a:effectLst/>
                          <a:latin typeface="+mn-lt"/>
                        </a:rPr>
                        <a:t>Formatting</a:t>
                      </a:r>
                    </a:p>
                  </a:txBody>
                  <a:tcPr marL="45720" marR="27432" marT="9144" marB="9144" anchor="ctr">
                    <a:lnL w="9525" cap="flat" cmpd="sng" algn="ctr">
                      <a:noFill/>
                      <a:prstDash val="sysDot"/>
                      <a:round/>
                      <a:headEnd type="none" w="med" len="med"/>
                      <a:tailEnd type="none" w="med" len="med"/>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Bold</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B</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66799792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Italic</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I</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439371123"/>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Underline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U</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57479599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Increase Font Size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Shift + &gt;</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88277798"/>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Decrease Font Size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Shift + &lt;</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750672563"/>
                  </a:ext>
                </a:extLst>
              </a:tr>
              <a:tr h="91440">
                <a:tc rowSpan="5">
                  <a:txBody>
                    <a:bodyPr/>
                    <a:lstStyle/>
                    <a:p>
                      <a:pPr algn="l" fontAlgn="b"/>
                      <a:r>
                        <a:rPr lang="en-US" sz="800" b="0" i="0" u="none" strike="noStrike">
                          <a:solidFill>
                            <a:schemeClr val="accent1"/>
                          </a:solidFill>
                          <a:effectLst/>
                          <a:latin typeface="+mn-lt"/>
                        </a:rPr>
                        <a:t>Slide Show</a:t>
                      </a:r>
                    </a:p>
                  </a:txBody>
                  <a:tcPr marL="45720" marR="27432" marT="9144" marB="9144" anchor="ctr">
                    <a:lnL w="9525" cap="flat" cmpd="sng" algn="ctr">
                      <a:noFill/>
                      <a:prstDash val="sysDot"/>
                      <a:round/>
                      <a:headEnd type="none" w="med" len="med"/>
                      <a:tailEnd type="none" w="med" len="med"/>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Start from Beginning</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F5</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000996262"/>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Start from Current Slide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Shift + F5</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4054743718"/>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End Slide Show</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Esc</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285130822"/>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Next Slide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N, Right Arrow</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2627796"/>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Previous Slide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P, Left Arrow</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151413467"/>
                  </a:ext>
                </a:extLst>
              </a:tr>
              <a:tr h="91440">
                <a:tc rowSpan="4">
                  <a:txBody>
                    <a:bodyPr/>
                    <a:lstStyle/>
                    <a:p>
                      <a:pPr algn="l" fontAlgn="b"/>
                      <a:r>
                        <a:rPr lang="en-US" sz="800" b="0" i="0" u="none" strike="noStrike">
                          <a:solidFill>
                            <a:schemeClr val="accent1"/>
                          </a:solidFill>
                          <a:effectLst/>
                          <a:latin typeface="+mn-lt"/>
                        </a:rPr>
                        <a:t>Navigation</a:t>
                      </a:r>
                    </a:p>
                  </a:txBody>
                  <a:tcPr marL="45720" marR="27432" marT="9144" marB="9144" anchor="ctr">
                    <a:lnL w="9525" cap="flat" cmpd="sng" algn="ctr">
                      <a:noFill/>
                      <a:prstDash val="sysDot"/>
                      <a:round/>
                      <a:headEnd type="none" w="med" len="med"/>
                      <a:tailEnd type="none" w="med" len="med"/>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Switch Between Presentations</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F6</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76773678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Next Pane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F6</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282171655"/>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Previous Pane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Shift + F6</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90048001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Move to Next Placeholder</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Enter</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765413231"/>
                  </a:ext>
                </a:extLst>
              </a:tr>
              <a:tr h="91440">
                <a:tc rowSpan="5">
                  <a:txBody>
                    <a:bodyPr/>
                    <a:lstStyle/>
                    <a:p>
                      <a:pPr algn="l" fontAlgn="b"/>
                      <a:r>
                        <a:rPr lang="en-US" sz="800" b="0" i="0" u="none" strike="noStrike">
                          <a:solidFill>
                            <a:schemeClr val="accent1"/>
                          </a:solidFill>
                          <a:effectLst/>
                          <a:latin typeface="+mn-lt"/>
                        </a:rPr>
                        <a:t>Slide Management</a:t>
                      </a:r>
                    </a:p>
                  </a:txBody>
                  <a:tcPr marL="45720" marR="27432" marT="9144" marB="9144" anchor="ctr">
                    <a:lnL w="9525" cap="flat" cmpd="sng" algn="ctr">
                      <a:noFill/>
                      <a:prstDash val="sysDot"/>
                      <a:round/>
                      <a:headEnd type="none" w="med" len="med"/>
                      <a:tailEnd type="none" w="med" len="med"/>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Duplicate Slide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D</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519052906"/>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Delete Slide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Delete</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519470075"/>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New Slide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M</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140722212"/>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Move Slide Up</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Shift + Up</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840915997"/>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Move Slide Down</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Shift + Down</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78658652"/>
                  </a:ext>
                </a:extLst>
              </a:tr>
              <a:tr h="91440">
                <a:tc rowSpan="6">
                  <a:txBody>
                    <a:bodyPr/>
                    <a:lstStyle/>
                    <a:p>
                      <a:pPr algn="l" fontAlgn="b"/>
                      <a:r>
                        <a:rPr lang="en-US" sz="800" b="0" i="0" u="none" strike="noStrike">
                          <a:solidFill>
                            <a:schemeClr val="accent1"/>
                          </a:solidFill>
                          <a:effectLst/>
                          <a:latin typeface="+mn-lt"/>
                        </a:rPr>
                        <a:t>Editing</a:t>
                      </a:r>
                    </a:p>
                  </a:txBody>
                  <a:tcPr marL="45720" marR="27432" marT="9144" marB="9144" anchor="ctr">
                    <a:lnL w="9525" cap="flat" cmpd="sng" algn="ctr">
                      <a:noFill/>
                      <a:prstDash val="sysDot"/>
                      <a:round/>
                      <a:headEnd type="none" w="med" len="med"/>
                      <a:tailEnd type="none" w="med" len="med"/>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Copy</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C</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54028659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Paste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V</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51970123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Cut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X</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41001966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Select All</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A</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8621555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Find</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F</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71889992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Replace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H</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61112978"/>
                  </a:ext>
                </a:extLst>
              </a:tr>
              <a:tr h="91440">
                <a:tc rowSpan="3">
                  <a:txBody>
                    <a:bodyPr/>
                    <a:lstStyle/>
                    <a:p>
                      <a:pPr algn="l" fontAlgn="b"/>
                      <a:r>
                        <a:rPr lang="en-US" sz="800" b="0" i="0" u="none" strike="noStrike">
                          <a:solidFill>
                            <a:schemeClr val="accent1"/>
                          </a:solidFill>
                          <a:effectLst/>
                          <a:latin typeface="+mn-lt"/>
                        </a:rPr>
                        <a:t>Views</a:t>
                      </a:r>
                    </a:p>
                  </a:txBody>
                  <a:tcPr marL="45720" marR="27432" marT="9144" marB="9144" anchor="ctr">
                    <a:lnL w="9525" cap="flat" cmpd="sng" algn="ctr">
                      <a:noFill/>
                      <a:prstDash val="sysDot"/>
                      <a:round/>
                      <a:headEnd type="none" w="med" len="med"/>
                      <a:tailEnd type="none" w="med" len="med"/>
                    </a:lnL>
                    <a:lnR w="12700" cmpd="sng">
                      <a:solidFill>
                        <a:schemeClr val="lt1"/>
                      </a:solidFill>
                    </a:lnR>
                    <a:lnT w="9525" cap="flat" cmpd="sng" algn="ctr">
                      <a:solidFill>
                        <a:srgbClr val="9A9A9A"/>
                      </a:solidFill>
                      <a:prstDash val="sysDot"/>
                      <a:round/>
                      <a:headEnd type="none" w="med" len="med"/>
                      <a:tailEnd type="none" w="med" len="med"/>
                    </a:lnT>
                    <a:lnB w="9525" cap="flat" cmpd="sng" algn="ctr">
                      <a:no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Normal View</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Alt + Shift + 1</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3312800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Slide Sorter View</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Alt + Shift + 2</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911732243"/>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no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Reading View</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no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Alt + Shift + 3</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noFill/>
                      <a:prstDash val="sysDot"/>
                      <a:round/>
                      <a:headEnd type="none" w="med" len="med"/>
                      <a:tailEnd type="none" w="med" len="med"/>
                    </a:lnB>
                    <a:noFill/>
                  </a:tcPr>
                </a:tc>
                <a:extLst>
                  <a:ext uri="{0D108BD9-81ED-4DB2-BD59-A6C34878D82A}">
                    <a16:rowId xmlns:a16="http://schemas.microsoft.com/office/drawing/2014/main" val="3513098695"/>
                  </a:ext>
                </a:extLst>
              </a:tr>
            </a:tbl>
          </a:graphicData>
        </a:graphic>
      </p:graphicFrame>
      <p:grpSp>
        <p:nvGrpSpPr>
          <p:cNvPr id="14" name="Group 13">
            <a:extLst>
              <a:ext uri="{FF2B5EF4-FFF2-40B4-BE49-F238E27FC236}">
                <a16:creationId xmlns:a16="http://schemas.microsoft.com/office/drawing/2014/main" id="{AC00FB6C-4B29-87BE-2D13-06EF13382E2F}"/>
              </a:ext>
            </a:extLst>
          </p:cNvPr>
          <p:cNvGrpSpPr>
            <a:grpSpLocks noChangeAspect="1"/>
          </p:cNvGrpSpPr>
          <p:nvPr/>
        </p:nvGrpSpPr>
        <p:grpSpPr>
          <a:xfrm>
            <a:off x="1947580" y="2024271"/>
            <a:ext cx="107570" cy="107570"/>
            <a:chOff x="982662" y="3463925"/>
            <a:chExt cx="269875" cy="269875"/>
          </a:xfrm>
        </p:grpSpPr>
        <p:sp>
          <p:nvSpPr>
            <p:cNvPr id="15" name="Oval 14">
              <a:extLst>
                <a:ext uri="{FF2B5EF4-FFF2-40B4-BE49-F238E27FC236}">
                  <a16:creationId xmlns:a16="http://schemas.microsoft.com/office/drawing/2014/main" id="{49BE546E-4E35-59F0-EA00-15B9276A99CC}"/>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6" name="Freeform 15">
              <a:extLst>
                <a:ext uri="{FF2B5EF4-FFF2-40B4-BE49-F238E27FC236}">
                  <a16:creationId xmlns:a16="http://schemas.microsoft.com/office/drawing/2014/main" id="{DF633571-533E-EB9A-80C5-93386C401693}"/>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7" name="Group 16">
            <a:extLst>
              <a:ext uri="{FF2B5EF4-FFF2-40B4-BE49-F238E27FC236}">
                <a16:creationId xmlns:a16="http://schemas.microsoft.com/office/drawing/2014/main" id="{0A473279-B61C-2C15-8ACA-4E1D9BDBC972}"/>
              </a:ext>
            </a:extLst>
          </p:cNvPr>
          <p:cNvGrpSpPr>
            <a:grpSpLocks noChangeAspect="1"/>
          </p:cNvGrpSpPr>
          <p:nvPr/>
        </p:nvGrpSpPr>
        <p:grpSpPr>
          <a:xfrm>
            <a:off x="1947580" y="2838087"/>
            <a:ext cx="107570" cy="107570"/>
            <a:chOff x="982662" y="3463925"/>
            <a:chExt cx="269875" cy="269875"/>
          </a:xfrm>
        </p:grpSpPr>
        <p:sp>
          <p:nvSpPr>
            <p:cNvPr id="18" name="Oval 14">
              <a:extLst>
                <a:ext uri="{FF2B5EF4-FFF2-40B4-BE49-F238E27FC236}">
                  <a16:creationId xmlns:a16="http://schemas.microsoft.com/office/drawing/2014/main" id="{2D4B2D6B-28A7-FFFB-53BB-C4C297002B0C}"/>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9" name="Freeform 15">
              <a:extLst>
                <a:ext uri="{FF2B5EF4-FFF2-40B4-BE49-F238E27FC236}">
                  <a16:creationId xmlns:a16="http://schemas.microsoft.com/office/drawing/2014/main" id="{A10B4694-9784-9919-A4CB-3ABDBE5C400E}"/>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0" name="Group 19">
            <a:extLst>
              <a:ext uri="{FF2B5EF4-FFF2-40B4-BE49-F238E27FC236}">
                <a16:creationId xmlns:a16="http://schemas.microsoft.com/office/drawing/2014/main" id="{E8407A46-E293-4337-A959-12F409ED94C8}"/>
              </a:ext>
            </a:extLst>
          </p:cNvPr>
          <p:cNvGrpSpPr>
            <a:grpSpLocks noChangeAspect="1"/>
          </p:cNvGrpSpPr>
          <p:nvPr/>
        </p:nvGrpSpPr>
        <p:grpSpPr>
          <a:xfrm>
            <a:off x="1947580" y="2973723"/>
            <a:ext cx="107570" cy="107570"/>
            <a:chOff x="982662" y="3463925"/>
            <a:chExt cx="269875" cy="269875"/>
          </a:xfrm>
        </p:grpSpPr>
        <p:sp>
          <p:nvSpPr>
            <p:cNvPr id="21" name="Oval 14">
              <a:extLst>
                <a:ext uri="{FF2B5EF4-FFF2-40B4-BE49-F238E27FC236}">
                  <a16:creationId xmlns:a16="http://schemas.microsoft.com/office/drawing/2014/main" id="{6918FDFA-9202-6F9F-4DFE-F3AE2C9E27C2}"/>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2" name="Freeform 15">
              <a:extLst>
                <a:ext uri="{FF2B5EF4-FFF2-40B4-BE49-F238E27FC236}">
                  <a16:creationId xmlns:a16="http://schemas.microsoft.com/office/drawing/2014/main" id="{D7CAAD2A-8CB2-3627-BFB4-CE1CAC26BA6B}"/>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26" name="Group 25">
            <a:extLst>
              <a:ext uri="{FF2B5EF4-FFF2-40B4-BE49-F238E27FC236}">
                <a16:creationId xmlns:a16="http://schemas.microsoft.com/office/drawing/2014/main" id="{F3799508-4421-CC59-00ED-9032D928D716}"/>
              </a:ext>
            </a:extLst>
          </p:cNvPr>
          <p:cNvGrpSpPr>
            <a:grpSpLocks noChangeAspect="1"/>
          </p:cNvGrpSpPr>
          <p:nvPr/>
        </p:nvGrpSpPr>
        <p:grpSpPr>
          <a:xfrm>
            <a:off x="1947580" y="3109359"/>
            <a:ext cx="107570" cy="107570"/>
            <a:chOff x="982662" y="3463925"/>
            <a:chExt cx="269875" cy="269875"/>
          </a:xfrm>
        </p:grpSpPr>
        <p:sp>
          <p:nvSpPr>
            <p:cNvPr id="27" name="Oval 14">
              <a:extLst>
                <a:ext uri="{FF2B5EF4-FFF2-40B4-BE49-F238E27FC236}">
                  <a16:creationId xmlns:a16="http://schemas.microsoft.com/office/drawing/2014/main" id="{821223E7-6670-7B28-B4D5-58D8773760C1}"/>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28" name="Freeform 15">
              <a:extLst>
                <a:ext uri="{FF2B5EF4-FFF2-40B4-BE49-F238E27FC236}">
                  <a16:creationId xmlns:a16="http://schemas.microsoft.com/office/drawing/2014/main" id="{109ABC8C-0D2A-902E-3F10-D02778ACA277}"/>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2" name="Group 31">
            <a:extLst>
              <a:ext uri="{FF2B5EF4-FFF2-40B4-BE49-F238E27FC236}">
                <a16:creationId xmlns:a16="http://schemas.microsoft.com/office/drawing/2014/main" id="{3AAC586B-27C7-229B-E96F-05701B7ABAE7}"/>
              </a:ext>
            </a:extLst>
          </p:cNvPr>
          <p:cNvGrpSpPr>
            <a:grpSpLocks noChangeAspect="1"/>
          </p:cNvGrpSpPr>
          <p:nvPr/>
        </p:nvGrpSpPr>
        <p:grpSpPr>
          <a:xfrm>
            <a:off x="1947580" y="3244995"/>
            <a:ext cx="107570" cy="107570"/>
            <a:chOff x="982662" y="3463925"/>
            <a:chExt cx="269875" cy="269875"/>
          </a:xfrm>
        </p:grpSpPr>
        <p:sp>
          <p:nvSpPr>
            <p:cNvPr id="34" name="Oval 14">
              <a:extLst>
                <a:ext uri="{FF2B5EF4-FFF2-40B4-BE49-F238E27FC236}">
                  <a16:creationId xmlns:a16="http://schemas.microsoft.com/office/drawing/2014/main" id="{30815149-5DC5-4F04-0899-A86B8C2245DD}"/>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5" name="Freeform 15">
              <a:extLst>
                <a:ext uri="{FF2B5EF4-FFF2-40B4-BE49-F238E27FC236}">
                  <a16:creationId xmlns:a16="http://schemas.microsoft.com/office/drawing/2014/main" id="{E6D2148A-FD16-F6CF-1806-EE96D78031B6}"/>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6" name="Group 35">
            <a:extLst>
              <a:ext uri="{FF2B5EF4-FFF2-40B4-BE49-F238E27FC236}">
                <a16:creationId xmlns:a16="http://schemas.microsoft.com/office/drawing/2014/main" id="{25108B9B-A084-D944-6C28-A1D7B11537F6}"/>
              </a:ext>
            </a:extLst>
          </p:cNvPr>
          <p:cNvGrpSpPr>
            <a:grpSpLocks noChangeAspect="1"/>
          </p:cNvGrpSpPr>
          <p:nvPr/>
        </p:nvGrpSpPr>
        <p:grpSpPr>
          <a:xfrm>
            <a:off x="1947580" y="3380631"/>
            <a:ext cx="107570" cy="107570"/>
            <a:chOff x="982662" y="3463925"/>
            <a:chExt cx="269875" cy="269875"/>
          </a:xfrm>
        </p:grpSpPr>
        <p:sp>
          <p:nvSpPr>
            <p:cNvPr id="37" name="Oval 14">
              <a:extLst>
                <a:ext uri="{FF2B5EF4-FFF2-40B4-BE49-F238E27FC236}">
                  <a16:creationId xmlns:a16="http://schemas.microsoft.com/office/drawing/2014/main" id="{6851976F-DE7D-D95D-B310-0AC1C3889B5E}"/>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38" name="Freeform 15">
              <a:extLst>
                <a:ext uri="{FF2B5EF4-FFF2-40B4-BE49-F238E27FC236}">
                  <a16:creationId xmlns:a16="http://schemas.microsoft.com/office/drawing/2014/main" id="{AD3EFA91-7680-FFC0-BD8C-5A6D2D1E1B91}"/>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39" name="Group 38">
            <a:extLst>
              <a:ext uri="{FF2B5EF4-FFF2-40B4-BE49-F238E27FC236}">
                <a16:creationId xmlns:a16="http://schemas.microsoft.com/office/drawing/2014/main" id="{A359C5E0-7E44-8169-D664-9091BF55BC66}"/>
              </a:ext>
            </a:extLst>
          </p:cNvPr>
          <p:cNvGrpSpPr>
            <a:grpSpLocks noChangeAspect="1"/>
          </p:cNvGrpSpPr>
          <p:nvPr/>
        </p:nvGrpSpPr>
        <p:grpSpPr>
          <a:xfrm>
            <a:off x="1947580" y="4736991"/>
            <a:ext cx="107570" cy="107570"/>
            <a:chOff x="982662" y="3463925"/>
            <a:chExt cx="269875" cy="269875"/>
          </a:xfrm>
        </p:grpSpPr>
        <p:sp>
          <p:nvSpPr>
            <p:cNvPr id="40" name="Oval 14">
              <a:extLst>
                <a:ext uri="{FF2B5EF4-FFF2-40B4-BE49-F238E27FC236}">
                  <a16:creationId xmlns:a16="http://schemas.microsoft.com/office/drawing/2014/main" id="{F3451BD7-2FD7-D154-3B37-42592ACD9505}"/>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1" name="Freeform 15">
              <a:extLst>
                <a:ext uri="{FF2B5EF4-FFF2-40B4-BE49-F238E27FC236}">
                  <a16:creationId xmlns:a16="http://schemas.microsoft.com/office/drawing/2014/main" id="{27AE03CA-0EF2-EDA5-B1AB-6D7B2EBB1605}"/>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2" name="Group 41">
            <a:extLst>
              <a:ext uri="{FF2B5EF4-FFF2-40B4-BE49-F238E27FC236}">
                <a16:creationId xmlns:a16="http://schemas.microsoft.com/office/drawing/2014/main" id="{2F6DF176-596A-835B-EB81-28EA1E02C344}"/>
              </a:ext>
            </a:extLst>
          </p:cNvPr>
          <p:cNvGrpSpPr>
            <a:grpSpLocks noChangeAspect="1"/>
          </p:cNvGrpSpPr>
          <p:nvPr/>
        </p:nvGrpSpPr>
        <p:grpSpPr>
          <a:xfrm>
            <a:off x="1947580" y="5143899"/>
            <a:ext cx="107570" cy="107570"/>
            <a:chOff x="982662" y="3463925"/>
            <a:chExt cx="269875" cy="269875"/>
          </a:xfrm>
        </p:grpSpPr>
        <p:sp>
          <p:nvSpPr>
            <p:cNvPr id="43" name="Oval 14">
              <a:extLst>
                <a:ext uri="{FF2B5EF4-FFF2-40B4-BE49-F238E27FC236}">
                  <a16:creationId xmlns:a16="http://schemas.microsoft.com/office/drawing/2014/main" id="{542B8D2A-2409-4A75-127D-7038F5A13A1B}"/>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4" name="Freeform 15">
              <a:extLst>
                <a:ext uri="{FF2B5EF4-FFF2-40B4-BE49-F238E27FC236}">
                  <a16:creationId xmlns:a16="http://schemas.microsoft.com/office/drawing/2014/main" id="{BC166B40-BE40-862F-7B2F-E0966D864BEC}"/>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5" name="Group 44">
            <a:extLst>
              <a:ext uri="{FF2B5EF4-FFF2-40B4-BE49-F238E27FC236}">
                <a16:creationId xmlns:a16="http://schemas.microsoft.com/office/drawing/2014/main" id="{25B9BC06-6154-8481-462D-EC7869024D1B}"/>
              </a:ext>
            </a:extLst>
          </p:cNvPr>
          <p:cNvGrpSpPr>
            <a:grpSpLocks noChangeAspect="1"/>
          </p:cNvGrpSpPr>
          <p:nvPr/>
        </p:nvGrpSpPr>
        <p:grpSpPr>
          <a:xfrm>
            <a:off x="1947580" y="5279534"/>
            <a:ext cx="107570" cy="107570"/>
            <a:chOff x="982662" y="3463925"/>
            <a:chExt cx="269875" cy="269875"/>
          </a:xfrm>
        </p:grpSpPr>
        <p:sp>
          <p:nvSpPr>
            <p:cNvPr id="46" name="Oval 14">
              <a:extLst>
                <a:ext uri="{FF2B5EF4-FFF2-40B4-BE49-F238E27FC236}">
                  <a16:creationId xmlns:a16="http://schemas.microsoft.com/office/drawing/2014/main" id="{290DFC8D-8D40-9B22-9F79-9623071D1422}"/>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47" name="Freeform 15">
              <a:extLst>
                <a:ext uri="{FF2B5EF4-FFF2-40B4-BE49-F238E27FC236}">
                  <a16:creationId xmlns:a16="http://schemas.microsoft.com/office/drawing/2014/main" id="{064BB084-BBB5-AA35-D292-D499F06DC1E3}"/>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48" name="Group 47">
            <a:extLst>
              <a:ext uri="{FF2B5EF4-FFF2-40B4-BE49-F238E27FC236}">
                <a16:creationId xmlns:a16="http://schemas.microsoft.com/office/drawing/2014/main" id="{F22EC6B7-842A-ECCA-7611-6DB19C827933}"/>
              </a:ext>
            </a:extLst>
          </p:cNvPr>
          <p:cNvGrpSpPr>
            <a:grpSpLocks noChangeAspect="1"/>
          </p:cNvGrpSpPr>
          <p:nvPr/>
        </p:nvGrpSpPr>
        <p:grpSpPr>
          <a:xfrm>
            <a:off x="1947580" y="5415171"/>
            <a:ext cx="107570" cy="107570"/>
            <a:chOff x="982662" y="3463925"/>
            <a:chExt cx="269875" cy="269875"/>
          </a:xfrm>
        </p:grpSpPr>
        <p:sp>
          <p:nvSpPr>
            <p:cNvPr id="49" name="Oval 14">
              <a:extLst>
                <a:ext uri="{FF2B5EF4-FFF2-40B4-BE49-F238E27FC236}">
                  <a16:creationId xmlns:a16="http://schemas.microsoft.com/office/drawing/2014/main" id="{5554B2A3-7C29-EC27-D20D-24677F5B96DA}"/>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0" name="Freeform 15">
              <a:extLst>
                <a:ext uri="{FF2B5EF4-FFF2-40B4-BE49-F238E27FC236}">
                  <a16:creationId xmlns:a16="http://schemas.microsoft.com/office/drawing/2014/main" id="{62E6EDF9-BA32-61C4-AB57-FFF42AE2F6E0}"/>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51" name="Group 50">
            <a:extLst>
              <a:ext uri="{FF2B5EF4-FFF2-40B4-BE49-F238E27FC236}">
                <a16:creationId xmlns:a16="http://schemas.microsoft.com/office/drawing/2014/main" id="{1C00E0D4-F7FD-FD60-E43A-FEB6F1C9C974}"/>
              </a:ext>
            </a:extLst>
          </p:cNvPr>
          <p:cNvGrpSpPr>
            <a:grpSpLocks noChangeAspect="1"/>
          </p:cNvGrpSpPr>
          <p:nvPr/>
        </p:nvGrpSpPr>
        <p:grpSpPr>
          <a:xfrm>
            <a:off x="1947580" y="5550807"/>
            <a:ext cx="107570" cy="107570"/>
            <a:chOff x="982662" y="3463925"/>
            <a:chExt cx="269875" cy="269875"/>
          </a:xfrm>
        </p:grpSpPr>
        <p:sp>
          <p:nvSpPr>
            <p:cNvPr id="52" name="Oval 14">
              <a:extLst>
                <a:ext uri="{FF2B5EF4-FFF2-40B4-BE49-F238E27FC236}">
                  <a16:creationId xmlns:a16="http://schemas.microsoft.com/office/drawing/2014/main" id="{0D03AFA7-F8DC-DBA8-9A1C-4C5235950E40}"/>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3" name="Freeform 15">
              <a:extLst>
                <a:ext uri="{FF2B5EF4-FFF2-40B4-BE49-F238E27FC236}">
                  <a16:creationId xmlns:a16="http://schemas.microsoft.com/office/drawing/2014/main" id="{1DF88029-4129-1C84-0A55-C75C1133B014}"/>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54" name="Group 53">
            <a:extLst>
              <a:ext uri="{FF2B5EF4-FFF2-40B4-BE49-F238E27FC236}">
                <a16:creationId xmlns:a16="http://schemas.microsoft.com/office/drawing/2014/main" id="{5CA876C8-579A-287B-CBDB-814A46E4152D}"/>
              </a:ext>
            </a:extLst>
          </p:cNvPr>
          <p:cNvGrpSpPr>
            <a:grpSpLocks noChangeAspect="1"/>
          </p:cNvGrpSpPr>
          <p:nvPr/>
        </p:nvGrpSpPr>
        <p:grpSpPr>
          <a:xfrm>
            <a:off x="1947580" y="5822079"/>
            <a:ext cx="107570" cy="107570"/>
            <a:chOff x="982662" y="3463925"/>
            <a:chExt cx="269875" cy="269875"/>
          </a:xfrm>
        </p:grpSpPr>
        <p:sp>
          <p:nvSpPr>
            <p:cNvPr id="55" name="Oval 14">
              <a:extLst>
                <a:ext uri="{FF2B5EF4-FFF2-40B4-BE49-F238E27FC236}">
                  <a16:creationId xmlns:a16="http://schemas.microsoft.com/office/drawing/2014/main" id="{5002462C-476C-196C-A53C-3508506FE9F0}"/>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6" name="Freeform 15">
              <a:extLst>
                <a:ext uri="{FF2B5EF4-FFF2-40B4-BE49-F238E27FC236}">
                  <a16:creationId xmlns:a16="http://schemas.microsoft.com/office/drawing/2014/main" id="{642A8B9F-E580-38DC-3D68-194F2229799D}"/>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57" name="Group 56">
            <a:extLst>
              <a:ext uri="{FF2B5EF4-FFF2-40B4-BE49-F238E27FC236}">
                <a16:creationId xmlns:a16="http://schemas.microsoft.com/office/drawing/2014/main" id="{98EA2B86-0FA6-B80B-39D5-42E240817C75}"/>
              </a:ext>
            </a:extLst>
          </p:cNvPr>
          <p:cNvGrpSpPr>
            <a:grpSpLocks noChangeAspect="1"/>
          </p:cNvGrpSpPr>
          <p:nvPr/>
        </p:nvGrpSpPr>
        <p:grpSpPr>
          <a:xfrm>
            <a:off x="1947580" y="6093351"/>
            <a:ext cx="107570" cy="107570"/>
            <a:chOff x="982662" y="3463925"/>
            <a:chExt cx="269875" cy="269875"/>
          </a:xfrm>
        </p:grpSpPr>
        <p:sp>
          <p:nvSpPr>
            <p:cNvPr id="58" name="Oval 14">
              <a:extLst>
                <a:ext uri="{FF2B5EF4-FFF2-40B4-BE49-F238E27FC236}">
                  <a16:creationId xmlns:a16="http://schemas.microsoft.com/office/drawing/2014/main" id="{B7FBA29E-364B-3DC9-B10B-C9A02F9283E3}"/>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59" name="Freeform 15">
              <a:extLst>
                <a:ext uri="{FF2B5EF4-FFF2-40B4-BE49-F238E27FC236}">
                  <a16:creationId xmlns:a16="http://schemas.microsoft.com/office/drawing/2014/main" id="{75B9C54D-73C3-6E38-E2E2-8BB3663D1F4A}"/>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
        <p:nvSpPr>
          <p:cNvPr id="60" name="Rectangle: Top Corners Rounded 59">
            <a:extLst>
              <a:ext uri="{FF2B5EF4-FFF2-40B4-BE49-F238E27FC236}">
                <a16:creationId xmlns:a16="http://schemas.microsoft.com/office/drawing/2014/main" id="{8E940901-F2B2-32FE-38F9-78D712561C2E}"/>
              </a:ext>
            </a:extLst>
          </p:cNvPr>
          <p:cNvSpPr/>
          <p:nvPr/>
        </p:nvSpPr>
        <p:spPr>
          <a:xfrm>
            <a:off x="7194719" y="1785339"/>
            <a:ext cx="4985004" cy="201930"/>
          </a:xfrm>
          <a:prstGeom prst="round2Same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aphicFrame>
        <p:nvGraphicFramePr>
          <p:cNvPr id="61" name="Table 60">
            <a:extLst>
              <a:ext uri="{FF2B5EF4-FFF2-40B4-BE49-F238E27FC236}">
                <a16:creationId xmlns:a16="http://schemas.microsoft.com/office/drawing/2014/main" id="{7E714E70-3681-8D85-6070-AD172C322129}"/>
              </a:ext>
            </a:extLst>
          </p:cNvPr>
          <p:cNvGraphicFramePr>
            <a:graphicFrameLocks noGrp="1"/>
          </p:cNvGraphicFramePr>
          <p:nvPr>
            <p:extLst>
              <p:ext uri="{D42A27DB-BD31-4B8C-83A1-F6EECF244321}">
                <p14:modId xmlns:p14="http://schemas.microsoft.com/office/powerpoint/2010/main" val="3300653302"/>
              </p:ext>
            </p:extLst>
          </p:nvPr>
        </p:nvGraphicFramePr>
        <p:xfrm>
          <a:off x="7194719" y="1781638"/>
          <a:ext cx="4985004" cy="4975860"/>
        </p:xfrm>
        <a:graphic>
          <a:graphicData uri="http://schemas.openxmlformats.org/drawingml/2006/table">
            <a:tbl>
              <a:tblPr>
                <a:tableStyleId>{5C22544A-7EE6-4342-B048-85BDC9FD1C3A}</a:tableStyleId>
              </a:tblPr>
              <a:tblGrid>
                <a:gridCol w="952500">
                  <a:extLst>
                    <a:ext uri="{9D8B030D-6E8A-4147-A177-3AD203B41FA5}">
                      <a16:colId xmlns:a16="http://schemas.microsoft.com/office/drawing/2014/main" val="2999984118"/>
                    </a:ext>
                  </a:extLst>
                </a:gridCol>
                <a:gridCol w="2459736">
                  <a:extLst>
                    <a:ext uri="{9D8B030D-6E8A-4147-A177-3AD203B41FA5}">
                      <a16:colId xmlns:a16="http://schemas.microsoft.com/office/drawing/2014/main" val="1066948359"/>
                    </a:ext>
                  </a:extLst>
                </a:gridCol>
                <a:gridCol w="1572768">
                  <a:extLst>
                    <a:ext uri="{9D8B030D-6E8A-4147-A177-3AD203B41FA5}">
                      <a16:colId xmlns:a16="http://schemas.microsoft.com/office/drawing/2014/main" val="953901838"/>
                    </a:ext>
                  </a:extLst>
                </a:gridCol>
              </a:tblGrid>
              <a:tr h="228600">
                <a:tc>
                  <a:txBody>
                    <a:bodyPr/>
                    <a:lstStyle/>
                    <a:p>
                      <a:pPr algn="ctr" fontAlgn="b"/>
                      <a:r>
                        <a:rPr lang="en-US" sz="1000" b="0" i="0" u="none" strike="noStrike">
                          <a:solidFill>
                            <a:srgbClr val="FFFFFF"/>
                          </a:solidFill>
                          <a:effectLst/>
                          <a:latin typeface="+mn-lt"/>
                        </a:rPr>
                        <a:t>Category</a:t>
                      </a:r>
                    </a:p>
                  </a:txBody>
                  <a:tcPr marL="27432" marR="27432" marT="9144" marB="9144" anchor="ctr">
                    <a:lnL w="9525" cap="flat" cmpd="sng" algn="ctr">
                      <a:noFill/>
                      <a:prstDash val="sysDot"/>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sz="1000" b="0" i="0" u="none" strike="noStrike">
                          <a:solidFill>
                            <a:srgbClr val="FFFFFF"/>
                          </a:solidFill>
                          <a:effectLst/>
                          <a:latin typeface="+mn-lt"/>
                        </a:rPr>
                        <a:t>Action</a:t>
                      </a:r>
                    </a:p>
                  </a:txBody>
                  <a:tcPr marL="27432" marR="27432" marT="9144" marB="914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en-US" sz="1000" b="0" i="0" u="none" strike="noStrike">
                          <a:solidFill>
                            <a:srgbClr val="FFFFFF"/>
                          </a:solidFill>
                          <a:effectLst/>
                          <a:latin typeface="+mn-lt"/>
                        </a:rPr>
                        <a:t>Shortcut</a:t>
                      </a:r>
                    </a:p>
                  </a:txBody>
                  <a:tcPr marL="27432" marR="27432" marT="9144" marB="9144" anchor="ctr">
                    <a:lnL w="12700" cap="flat" cmpd="sng" algn="ctr">
                      <a:noFill/>
                      <a:prstDash val="solid"/>
                      <a:round/>
                      <a:headEnd type="none" w="med" len="med"/>
                      <a:tailEnd type="none" w="med" len="med"/>
                    </a:lnL>
                    <a:lnR w="9525" cap="flat" cmpd="sng" algn="ctr">
                      <a:noFill/>
                      <a:prstDash val="sysDot"/>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533253669"/>
                  </a:ext>
                </a:extLst>
              </a:tr>
              <a:tr h="91440">
                <a:tc rowSpan="4">
                  <a:txBody>
                    <a:bodyPr/>
                    <a:lstStyle/>
                    <a:p>
                      <a:pPr algn="l" fontAlgn="b"/>
                      <a:r>
                        <a:rPr lang="en-US" sz="800" b="0" i="0" u="none" strike="noStrike">
                          <a:solidFill>
                            <a:schemeClr val="accent1"/>
                          </a:solidFill>
                          <a:effectLst/>
                          <a:latin typeface="+mn-lt"/>
                        </a:rPr>
                        <a:t>Views</a:t>
                      </a:r>
                    </a:p>
                  </a:txBody>
                  <a:tcPr marL="45720" marR="27432" marT="9144" marB="9144" anchor="ctr">
                    <a:lnL w="9525" cap="flat" cmpd="sng" algn="ctr">
                      <a:noFill/>
                      <a:prstDash val="sysDot"/>
                      <a:round/>
                      <a:headEnd type="none" w="med" len="med"/>
                      <a:tailEnd type="none" w="med" len="med"/>
                    </a:lnL>
                    <a:lnR w="12700" cap="flat" cmpd="sng" algn="ctr">
                      <a:solidFill>
                        <a:schemeClr val="lt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Slide Show View</a:t>
                      </a:r>
                    </a:p>
                  </a:txBody>
                  <a:tcPr marL="27432" marR="27432" marT="9144" marB="9144" anchor="ctr">
                    <a:lnL w="12700" cap="flat" cmpd="sng" algn="ctr">
                      <a:solidFill>
                        <a:schemeClr val="lt1"/>
                      </a:solidFill>
                      <a:prstDash val="solid"/>
                      <a:round/>
                      <a:headEnd type="none" w="med" len="med"/>
                      <a:tailEnd type="none" w="med" len="med"/>
                    </a:lnL>
                    <a:lnR w="12700" cap="flat" cmpd="sng" algn="ctr">
                      <a:solidFill>
                        <a:schemeClr val="lt1"/>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Shift + 4</a:t>
                      </a:r>
                    </a:p>
                  </a:txBody>
                  <a:tcPr marL="27432" marR="27432" marT="9144" marB="9144" anchor="ctr">
                    <a:lnL w="12700" cap="flat" cmpd="sng" algn="ctr">
                      <a:solidFill>
                        <a:schemeClr val="lt1"/>
                      </a:solidFill>
                      <a:prstDash val="solid"/>
                      <a:round/>
                      <a:headEnd type="none" w="med" len="med"/>
                      <a:tailEnd type="none" w="med" len="med"/>
                    </a:lnL>
                    <a:lnR w="9525" cap="flat" cmpd="sng" algn="ctr">
                      <a:noFill/>
                      <a:prstDash val="sysDot"/>
                      <a:round/>
                      <a:headEnd type="none" w="med" len="med"/>
                      <a:tailEnd type="none" w="med" len="med"/>
                    </a:lnR>
                    <a:lnT w="12700" cap="flat" cmpd="sng" algn="ctr">
                      <a:noFill/>
                      <a:prstDash val="solid"/>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032381824"/>
                  </a:ext>
                </a:extLst>
              </a:tr>
              <a:tr h="91440">
                <a:tc vMerge="1">
                  <a:txBody>
                    <a:bodyPr/>
                    <a:lstStyle/>
                    <a:p>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Zoom In</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Alt + Shift + Plus</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445470899"/>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Zoom Out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Alt + Shift + Minus</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152337863"/>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Fit slide to screen</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Alt + W + F</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081216880"/>
                  </a:ext>
                </a:extLst>
              </a:tr>
              <a:tr h="91440">
                <a:tc rowSpan="4">
                  <a:txBody>
                    <a:bodyPr/>
                    <a:lstStyle/>
                    <a:p>
                      <a:pPr algn="l" fontAlgn="b"/>
                      <a:r>
                        <a:rPr lang="en-US" sz="800" b="0" i="0" u="none" strike="noStrike">
                          <a:solidFill>
                            <a:schemeClr val="accent1"/>
                          </a:solidFill>
                          <a:effectLst/>
                          <a:latin typeface="+mn-lt"/>
                        </a:rPr>
                        <a:t>Objects</a:t>
                      </a:r>
                    </a:p>
                  </a:txBody>
                  <a:tcPr marL="45720" marR="27432" marT="9144" marB="9144" anchor="ctr">
                    <a:lnL w="9525" cap="flat" cmpd="sng" algn="ctr">
                      <a:noFill/>
                      <a:prstDash val="sysDot"/>
                      <a:round/>
                      <a:headEnd type="none" w="med" len="med"/>
                      <a:tailEnd type="none" w="med" len="med"/>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Group Objects</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G</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10810727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Ungroup Objects</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Shift + G</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786903809"/>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Bring to Front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Shift + F</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942017447"/>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Send to Back</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u="none" strike="noStrike">
                          <a:solidFill>
                            <a:srgbClr val="575757"/>
                          </a:solidFill>
                          <a:effectLst/>
                          <a:latin typeface="+mn-lt"/>
                        </a:rPr>
                        <a:t>Ctrl + Shift + B</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667997921"/>
                  </a:ext>
                </a:extLst>
              </a:tr>
              <a:tr h="91440">
                <a:tc rowSpan="27">
                  <a:txBody>
                    <a:bodyPr/>
                    <a:lstStyle/>
                    <a:p>
                      <a:pPr algn="l" fontAlgn="b"/>
                      <a:r>
                        <a:rPr lang="en-US" sz="800" b="0" i="0" u="none" strike="noStrike">
                          <a:solidFill>
                            <a:schemeClr val="accent1"/>
                          </a:solidFill>
                          <a:effectLst/>
                          <a:latin typeface="+mn-lt"/>
                        </a:rPr>
                        <a:t>Other things you definitely do often</a:t>
                      </a:r>
                    </a:p>
                  </a:txBody>
                  <a:tcPr marL="45720" marR="27432" marT="9144" marB="9144" anchor="ctr">
                    <a:lnL w="9525" cap="flat" cmpd="sng" algn="ctr">
                      <a:noFill/>
                      <a:prstDash val="sysDot"/>
                      <a:round/>
                      <a:headEnd type="none" w="med" len="med"/>
                      <a:tailEnd type="none" w="med" len="med"/>
                    </a:lnL>
                    <a:lnR w="12700" cmpd="sng">
                      <a:solidFill>
                        <a:schemeClr val="lt1"/>
                      </a:solidFill>
                    </a:lnR>
                    <a:lnT w="9525" cap="flat" cmpd="sng" algn="ctr">
                      <a:solidFill>
                        <a:srgbClr val="9A9A9A"/>
                      </a:solidFill>
                      <a:prstDash val="sysDot"/>
                      <a:round/>
                      <a:headEnd type="none" w="med" len="med"/>
                      <a:tailEnd type="none" w="med" len="med"/>
                    </a:lnT>
                    <a:lnB w="9525" cap="flat" cmpd="sng" algn="ctr">
                      <a:no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Spell Check</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F7</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439371123"/>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Insert Hyperlink</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Ctrl + K</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57479599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Insert New Comment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N, M</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88277798"/>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Delete Comment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R, D</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750672563"/>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Activate Ribbon</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or F10</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000996262"/>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Hide/Show Ribbon</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Ctrl + F1</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4054743718"/>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Help</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F1</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285130822"/>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Screenshot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N, S</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2627796"/>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Duplicate Object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Ctrl + Shift + D</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151413467"/>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Insert Table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N, T</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76773678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Move bullets up</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Shift + Up</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282171655"/>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Move bullets down</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Shift + Down</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90048001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Open shape options</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Shift + F10 + O</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76541323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Merge cells in a table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J + L + M</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519052906"/>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Align text left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H + A + L</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519470075"/>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Align text right</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H + A + R</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140722212"/>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Align text center</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H + A + C</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840915997"/>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Align text top</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H + A + T + T</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78658652"/>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Align text middle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pt-BR" sz="800" b="0" i="0" u="none" strike="noStrike">
                          <a:solidFill>
                            <a:srgbClr val="575757"/>
                          </a:solidFill>
                          <a:effectLst/>
                          <a:latin typeface="+mn-lt"/>
                        </a:rPr>
                        <a:t>Alt + H + A + T + M</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540286591"/>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Align text bottom</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pt-BR" sz="800" b="0" i="0" u="none" strike="noStrike">
                          <a:solidFill>
                            <a:srgbClr val="575757"/>
                          </a:solidFill>
                          <a:effectLst/>
                          <a:latin typeface="+mn-lt"/>
                        </a:rPr>
                        <a:t>Alt + H + A + T  + B</a:t>
                      </a:r>
                      <a:endParaRPr lang="en-US" sz="800" b="0" i="0" u="none" strike="noStrike">
                        <a:solidFill>
                          <a:srgbClr val="575757"/>
                        </a:solidFill>
                        <a:effectLst/>
                        <a:latin typeface="+mn-lt"/>
                      </a:endParaRP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51970123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Right click</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Shift + F10</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410019661"/>
                  </a:ext>
                </a:extLst>
              </a:tr>
              <a:tr h="91440">
                <a:tc vMerge="1">
                  <a:txBody>
                    <a:bodyPr/>
                    <a:lstStyle/>
                    <a:p>
                      <a:endParaRPr lang="en-US"/>
                    </a:p>
                  </a:txBody>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Select shape once already in it</a:t>
                      </a:r>
                    </a:p>
                  </a:txBody>
                  <a:tcPr marL="27432" marR="27432" marT="9144" marB="9144" anchor="ctr">
                    <a:lnL w="12700" cap="flat" cmpd="sng" algn="ctr">
                      <a:solidFill>
                        <a:schemeClr val="lt1"/>
                      </a:solidFill>
                      <a:prstDash val="solid"/>
                      <a:round/>
                      <a:headEnd type="none" w="med" len="med"/>
                      <a:tailEnd type="none" w="med" len="med"/>
                    </a:lnL>
                    <a:lnR w="12700" cap="flat" cmpd="sng" algn="ctr">
                      <a:solidFill>
                        <a:schemeClr val="lt1"/>
                      </a:solidFill>
                      <a:prstDash val="solid"/>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Esc</a:t>
                      </a:r>
                    </a:p>
                  </a:txBody>
                  <a:tcPr marL="27432" marR="27432" marT="9144" marB="9144" anchor="ctr">
                    <a:lnL w="12700" cap="flat" cmpd="sng" algn="ctr">
                      <a:solidFill>
                        <a:schemeClr val="lt1"/>
                      </a:solidFill>
                      <a:prstDash val="solid"/>
                      <a:round/>
                      <a:headEnd type="none" w="med" len="med"/>
                      <a:tailEnd type="none" w="med" len="med"/>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2625890444"/>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Move around between shapes on a page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Alt + Arrows</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8621555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Format painter copy</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Ctrl + Shift + C</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171889992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Format painter paste</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Ctrl + Shift + V</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61112978"/>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Duplicate and drop item (freely)</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Control + drag</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extLst>
                  <a:ext uri="{0D108BD9-81ED-4DB2-BD59-A6C34878D82A}">
                    <a16:rowId xmlns:a16="http://schemas.microsoft.com/office/drawing/2014/main" val="333128000"/>
                  </a:ext>
                </a:extLst>
              </a:tr>
              <a:tr h="91440">
                <a:tc vMerge="1">
                  <a:txBody>
                    <a:bodyPr/>
                    <a:lstStyle/>
                    <a:p>
                      <a:pPr algn="l" fontAlgn="b"/>
                      <a:endParaRPr lang="en-US" sz="800" b="0" i="0" u="none" strike="noStrike">
                        <a:solidFill>
                          <a:srgbClr val="575757"/>
                        </a:solidFill>
                        <a:effectLst/>
                        <a:latin typeface="+mn-lt"/>
                      </a:endParaRP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9525" cap="flat" cmpd="sng" algn="ctr">
                      <a:solidFill>
                        <a:srgbClr val="9A9A9A"/>
                      </a:solidFill>
                      <a:prstDash val="sysDot"/>
                      <a:round/>
                      <a:headEnd type="none" w="med" len="med"/>
                      <a:tailEnd type="none" w="med" len="med"/>
                    </a:lnB>
                    <a:noFill/>
                  </a:tcPr>
                </a:tc>
                <a:tc>
                  <a:txBody>
                    <a:bodyPr/>
                    <a:lstStyle/>
                    <a:p>
                      <a:pPr marL="174625" indent="0" algn="l" defTabSz="914400" rtl="0" eaLnBrk="1" fontAlgn="ctr" latinLnBrk="0" hangingPunct="1">
                        <a:lnSpc>
                          <a:spcPct val="95000"/>
                        </a:lnSpc>
                      </a:pPr>
                      <a:r>
                        <a:rPr lang="en-US" sz="800" u="none" strike="noStrike" kern="1200">
                          <a:solidFill>
                            <a:srgbClr val="575757"/>
                          </a:solidFill>
                          <a:effectLst/>
                          <a:latin typeface="+mn-lt"/>
                          <a:ea typeface="+mn-ea"/>
                          <a:cs typeface="+mn-cs"/>
                        </a:rPr>
                        <a:t>Duplicate and drop item (horizontal or vertical)</a:t>
                      </a:r>
                    </a:p>
                  </a:txBody>
                  <a:tcPr marL="27432" marR="27432" marT="9144" marB="9144" anchor="ctr">
                    <a:lnL w="12700" cmpd="sng">
                      <a:solidFill>
                        <a:schemeClr val="lt1"/>
                      </a:solidFill>
                    </a:lnL>
                    <a:lnR w="12700" cmpd="sng">
                      <a:solidFill>
                        <a:schemeClr val="lt1"/>
                      </a:solidFill>
                    </a:ln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noFill/>
                  </a:tcPr>
                </a:tc>
                <a:tc>
                  <a:txBody>
                    <a:bodyPr/>
                    <a:lstStyle/>
                    <a:p>
                      <a:pPr algn="l" rtl="0" fontAlgn="ctr">
                        <a:lnSpc>
                          <a:spcPct val="95000"/>
                        </a:lnSpc>
                      </a:pPr>
                      <a:r>
                        <a:rPr lang="en-US" sz="800" b="0" i="0" u="none" strike="noStrike">
                          <a:solidFill>
                            <a:srgbClr val="575757"/>
                          </a:solidFill>
                          <a:effectLst/>
                          <a:latin typeface="+mn-lt"/>
                        </a:rPr>
                        <a:t>Control + Shift + drag</a:t>
                      </a:r>
                    </a:p>
                  </a:txBody>
                  <a:tcPr marL="27432" marR="27432" marT="9144" marB="9144" anchor="ctr">
                    <a:lnL w="12700" cmpd="sng">
                      <a:solidFill>
                        <a:schemeClr val="lt1"/>
                      </a:solidFill>
                    </a:lnL>
                    <a:lnR w="9525" cap="flat" cmpd="sng" algn="ctr">
                      <a:noFill/>
                      <a:prstDash val="sysDot"/>
                      <a:round/>
                      <a:headEnd type="none" w="med" len="med"/>
                      <a:tailEnd type="none" w="med" len="med"/>
                    </a:lnR>
                    <a:lnT w="9525" cap="flat" cmpd="sng" algn="ctr">
                      <a:solidFill>
                        <a:srgbClr val="9A9A9A"/>
                      </a:solidFill>
                      <a:prstDash val="sysDot"/>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911732243"/>
                  </a:ext>
                </a:extLst>
              </a:tr>
            </a:tbl>
          </a:graphicData>
        </a:graphic>
      </p:graphicFrame>
      <p:grpSp>
        <p:nvGrpSpPr>
          <p:cNvPr id="62" name="Group 61">
            <a:extLst>
              <a:ext uri="{FF2B5EF4-FFF2-40B4-BE49-F238E27FC236}">
                <a16:creationId xmlns:a16="http://schemas.microsoft.com/office/drawing/2014/main" id="{5E042D68-B6BD-4A04-22F3-0F1673A05968}"/>
              </a:ext>
            </a:extLst>
          </p:cNvPr>
          <p:cNvGrpSpPr>
            <a:grpSpLocks noChangeAspect="1"/>
          </p:cNvGrpSpPr>
          <p:nvPr/>
        </p:nvGrpSpPr>
        <p:grpSpPr>
          <a:xfrm>
            <a:off x="8166306" y="2431179"/>
            <a:ext cx="107570" cy="107570"/>
            <a:chOff x="982662" y="3463925"/>
            <a:chExt cx="269875" cy="269875"/>
          </a:xfrm>
        </p:grpSpPr>
        <p:sp>
          <p:nvSpPr>
            <p:cNvPr id="63" name="Oval 14">
              <a:extLst>
                <a:ext uri="{FF2B5EF4-FFF2-40B4-BE49-F238E27FC236}">
                  <a16:creationId xmlns:a16="http://schemas.microsoft.com/office/drawing/2014/main" id="{8C66EDE6-479A-DAFE-CDA3-B696BCFF1FFA}"/>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4" name="Freeform 15">
              <a:extLst>
                <a:ext uri="{FF2B5EF4-FFF2-40B4-BE49-F238E27FC236}">
                  <a16:creationId xmlns:a16="http://schemas.microsoft.com/office/drawing/2014/main" id="{8525B84E-AE9D-CE3F-366A-EDA6C1E9B6A5}"/>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65" name="Group 64">
            <a:extLst>
              <a:ext uri="{FF2B5EF4-FFF2-40B4-BE49-F238E27FC236}">
                <a16:creationId xmlns:a16="http://schemas.microsoft.com/office/drawing/2014/main" id="{11A1F3DC-62CD-D4C7-32D7-2C94FBE814EF}"/>
              </a:ext>
            </a:extLst>
          </p:cNvPr>
          <p:cNvGrpSpPr>
            <a:grpSpLocks noChangeAspect="1"/>
          </p:cNvGrpSpPr>
          <p:nvPr/>
        </p:nvGrpSpPr>
        <p:grpSpPr>
          <a:xfrm>
            <a:off x="8166306" y="2566815"/>
            <a:ext cx="107570" cy="107570"/>
            <a:chOff x="982662" y="3463925"/>
            <a:chExt cx="269875" cy="269875"/>
          </a:xfrm>
        </p:grpSpPr>
        <p:sp>
          <p:nvSpPr>
            <p:cNvPr id="66" name="Oval 14">
              <a:extLst>
                <a:ext uri="{FF2B5EF4-FFF2-40B4-BE49-F238E27FC236}">
                  <a16:creationId xmlns:a16="http://schemas.microsoft.com/office/drawing/2014/main" id="{032EA138-81D6-5B7B-1932-1D14C96BA222}"/>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67" name="Freeform 15">
              <a:extLst>
                <a:ext uri="{FF2B5EF4-FFF2-40B4-BE49-F238E27FC236}">
                  <a16:creationId xmlns:a16="http://schemas.microsoft.com/office/drawing/2014/main" id="{C3CFA348-6E43-2530-BA69-D23EB72E6B20}"/>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68" name="Group 67">
            <a:extLst>
              <a:ext uri="{FF2B5EF4-FFF2-40B4-BE49-F238E27FC236}">
                <a16:creationId xmlns:a16="http://schemas.microsoft.com/office/drawing/2014/main" id="{1D751C9D-9C1F-09D0-A736-0BA0EF3DA2F9}"/>
              </a:ext>
            </a:extLst>
          </p:cNvPr>
          <p:cNvGrpSpPr>
            <a:grpSpLocks noChangeAspect="1"/>
          </p:cNvGrpSpPr>
          <p:nvPr/>
        </p:nvGrpSpPr>
        <p:grpSpPr>
          <a:xfrm>
            <a:off x="8166306" y="2702451"/>
            <a:ext cx="107570" cy="107570"/>
            <a:chOff x="982662" y="3463925"/>
            <a:chExt cx="269875" cy="269875"/>
          </a:xfrm>
        </p:grpSpPr>
        <p:sp>
          <p:nvSpPr>
            <p:cNvPr id="69" name="Oval 14">
              <a:extLst>
                <a:ext uri="{FF2B5EF4-FFF2-40B4-BE49-F238E27FC236}">
                  <a16:creationId xmlns:a16="http://schemas.microsoft.com/office/drawing/2014/main" id="{52AC48C0-8EAD-C11F-1154-35BF476E5E35}"/>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0" name="Freeform 15">
              <a:extLst>
                <a:ext uri="{FF2B5EF4-FFF2-40B4-BE49-F238E27FC236}">
                  <a16:creationId xmlns:a16="http://schemas.microsoft.com/office/drawing/2014/main" id="{869180BF-7696-764F-3D61-7CABF2A12963}"/>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71" name="Group 70">
            <a:extLst>
              <a:ext uri="{FF2B5EF4-FFF2-40B4-BE49-F238E27FC236}">
                <a16:creationId xmlns:a16="http://schemas.microsoft.com/office/drawing/2014/main" id="{ABD36BD5-0881-1A8F-3AE4-BA5395EFA452}"/>
              </a:ext>
            </a:extLst>
          </p:cNvPr>
          <p:cNvGrpSpPr>
            <a:grpSpLocks noChangeAspect="1"/>
          </p:cNvGrpSpPr>
          <p:nvPr/>
        </p:nvGrpSpPr>
        <p:grpSpPr>
          <a:xfrm>
            <a:off x="8166306" y="2838087"/>
            <a:ext cx="107570" cy="107570"/>
            <a:chOff x="982662" y="3463925"/>
            <a:chExt cx="269875" cy="269875"/>
          </a:xfrm>
        </p:grpSpPr>
        <p:sp>
          <p:nvSpPr>
            <p:cNvPr id="72" name="Oval 14">
              <a:extLst>
                <a:ext uri="{FF2B5EF4-FFF2-40B4-BE49-F238E27FC236}">
                  <a16:creationId xmlns:a16="http://schemas.microsoft.com/office/drawing/2014/main" id="{32890875-5348-AF32-326C-BD183A6985FB}"/>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3" name="Freeform 15">
              <a:extLst>
                <a:ext uri="{FF2B5EF4-FFF2-40B4-BE49-F238E27FC236}">
                  <a16:creationId xmlns:a16="http://schemas.microsoft.com/office/drawing/2014/main" id="{AB062B45-96CF-453F-645B-8236540097A0}"/>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74" name="Group 73">
            <a:extLst>
              <a:ext uri="{FF2B5EF4-FFF2-40B4-BE49-F238E27FC236}">
                <a16:creationId xmlns:a16="http://schemas.microsoft.com/office/drawing/2014/main" id="{D99FA1AF-23D8-8227-57EA-3A1E10327042}"/>
              </a:ext>
            </a:extLst>
          </p:cNvPr>
          <p:cNvGrpSpPr>
            <a:grpSpLocks noChangeAspect="1"/>
          </p:cNvGrpSpPr>
          <p:nvPr/>
        </p:nvGrpSpPr>
        <p:grpSpPr>
          <a:xfrm>
            <a:off x="8166306" y="2973723"/>
            <a:ext cx="107570" cy="107570"/>
            <a:chOff x="982662" y="3463925"/>
            <a:chExt cx="269875" cy="269875"/>
          </a:xfrm>
        </p:grpSpPr>
        <p:sp>
          <p:nvSpPr>
            <p:cNvPr id="75" name="Oval 14">
              <a:extLst>
                <a:ext uri="{FF2B5EF4-FFF2-40B4-BE49-F238E27FC236}">
                  <a16:creationId xmlns:a16="http://schemas.microsoft.com/office/drawing/2014/main" id="{1A541EBA-3CFE-6241-B6E8-CC06FFCC5673}"/>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6" name="Freeform 15">
              <a:extLst>
                <a:ext uri="{FF2B5EF4-FFF2-40B4-BE49-F238E27FC236}">
                  <a16:creationId xmlns:a16="http://schemas.microsoft.com/office/drawing/2014/main" id="{2177BA1E-689A-BDEE-BA0B-CBE77ED7AF2D}"/>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77" name="Group 76">
            <a:extLst>
              <a:ext uri="{FF2B5EF4-FFF2-40B4-BE49-F238E27FC236}">
                <a16:creationId xmlns:a16="http://schemas.microsoft.com/office/drawing/2014/main" id="{701E610A-885D-A8E9-C3F7-D0610C5C49D3}"/>
              </a:ext>
            </a:extLst>
          </p:cNvPr>
          <p:cNvGrpSpPr>
            <a:grpSpLocks noChangeAspect="1"/>
          </p:cNvGrpSpPr>
          <p:nvPr/>
        </p:nvGrpSpPr>
        <p:grpSpPr>
          <a:xfrm>
            <a:off x="8166306" y="3244995"/>
            <a:ext cx="107570" cy="107570"/>
            <a:chOff x="982662" y="3463925"/>
            <a:chExt cx="269875" cy="269875"/>
          </a:xfrm>
        </p:grpSpPr>
        <p:sp>
          <p:nvSpPr>
            <p:cNvPr id="78" name="Oval 14">
              <a:extLst>
                <a:ext uri="{FF2B5EF4-FFF2-40B4-BE49-F238E27FC236}">
                  <a16:creationId xmlns:a16="http://schemas.microsoft.com/office/drawing/2014/main" id="{10F722B6-E483-4FCB-F879-DA661C368A33}"/>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79" name="Freeform 15">
              <a:extLst>
                <a:ext uri="{FF2B5EF4-FFF2-40B4-BE49-F238E27FC236}">
                  <a16:creationId xmlns:a16="http://schemas.microsoft.com/office/drawing/2014/main" id="{95360BAB-64F4-E898-B555-BDC3D1C7D00D}"/>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0" name="Group 79">
            <a:extLst>
              <a:ext uri="{FF2B5EF4-FFF2-40B4-BE49-F238E27FC236}">
                <a16:creationId xmlns:a16="http://schemas.microsoft.com/office/drawing/2014/main" id="{8DB307F9-6F6D-FA09-F349-B50C3476159F}"/>
              </a:ext>
            </a:extLst>
          </p:cNvPr>
          <p:cNvGrpSpPr>
            <a:grpSpLocks noChangeAspect="1"/>
          </p:cNvGrpSpPr>
          <p:nvPr/>
        </p:nvGrpSpPr>
        <p:grpSpPr>
          <a:xfrm>
            <a:off x="8166306" y="3787539"/>
            <a:ext cx="107570" cy="107570"/>
            <a:chOff x="982662" y="3463925"/>
            <a:chExt cx="269875" cy="269875"/>
          </a:xfrm>
        </p:grpSpPr>
        <p:sp>
          <p:nvSpPr>
            <p:cNvPr id="81" name="Oval 14">
              <a:extLst>
                <a:ext uri="{FF2B5EF4-FFF2-40B4-BE49-F238E27FC236}">
                  <a16:creationId xmlns:a16="http://schemas.microsoft.com/office/drawing/2014/main" id="{95ACBFEA-4B58-FF23-1288-1DF077288CD9}"/>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2" name="Freeform 15">
              <a:extLst>
                <a:ext uri="{FF2B5EF4-FFF2-40B4-BE49-F238E27FC236}">
                  <a16:creationId xmlns:a16="http://schemas.microsoft.com/office/drawing/2014/main" id="{3D5DCA32-682E-7A0D-2904-858ADD78E3AB}"/>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3" name="Group 82">
            <a:extLst>
              <a:ext uri="{FF2B5EF4-FFF2-40B4-BE49-F238E27FC236}">
                <a16:creationId xmlns:a16="http://schemas.microsoft.com/office/drawing/2014/main" id="{8E35EC54-2FA2-85C4-144C-1F9E048E8F2A}"/>
              </a:ext>
            </a:extLst>
          </p:cNvPr>
          <p:cNvGrpSpPr>
            <a:grpSpLocks noChangeAspect="1"/>
          </p:cNvGrpSpPr>
          <p:nvPr/>
        </p:nvGrpSpPr>
        <p:grpSpPr>
          <a:xfrm>
            <a:off x="8166306" y="3651903"/>
            <a:ext cx="107570" cy="107570"/>
            <a:chOff x="982662" y="3463925"/>
            <a:chExt cx="269875" cy="269875"/>
          </a:xfrm>
        </p:grpSpPr>
        <p:sp>
          <p:nvSpPr>
            <p:cNvPr id="84" name="Oval 14">
              <a:extLst>
                <a:ext uri="{FF2B5EF4-FFF2-40B4-BE49-F238E27FC236}">
                  <a16:creationId xmlns:a16="http://schemas.microsoft.com/office/drawing/2014/main" id="{2597A7F7-0E86-83FD-EBAC-E9A056D268F0}"/>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5" name="Freeform 15">
              <a:extLst>
                <a:ext uri="{FF2B5EF4-FFF2-40B4-BE49-F238E27FC236}">
                  <a16:creationId xmlns:a16="http://schemas.microsoft.com/office/drawing/2014/main" id="{092D8972-66E9-43E3-B14E-3BC087235F17}"/>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6" name="Group 85">
            <a:extLst>
              <a:ext uri="{FF2B5EF4-FFF2-40B4-BE49-F238E27FC236}">
                <a16:creationId xmlns:a16="http://schemas.microsoft.com/office/drawing/2014/main" id="{F3F2A4A7-218B-D05B-B6C1-556580F1CD1F}"/>
              </a:ext>
            </a:extLst>
          </p:cNvPr>
          <p:cNvGrpSpPr>
            <a:grpSpLocks noChangeAspect="1"/>
          </p:cNvGrpSpPr>
          <p:nvPr/>
        </p:nvGrpSpPr>
        <p:grpSpPr>
          <a:xfrm>
            <a:off x="8166306" y="4330083"/>
            <a:ext cx="107570" cy="107570"/>
            <a:chOff x="982662" y="3463925"/>
            <a:chExt cx="269875" cy="269875"/>
          </a:xfrm>
        </p:grpSpPr>
        <p:sp>
          <p:nvSpPr>
            <p:cNvPr id="87" name="Oval 14">
              <a:extLst>
                <a:ext uri="{FF2B5EF4-FFF2-40B4-BE49-F238E27FC236}">
                  <a16:creationId xmlns:a16="http://schemas.microsoft.com/office/drawing/2014/main" id="{087A3556-32A6-BD31-567D-65ECCA18CB7A}"/>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88" name="Freeform 15">
              <a:extLst>
                <a:ext uri="{FF2B5EF4-FFF2-40B4-BE49-F238E27FC236}">
                  <a16:creationId xmlns:a16="http://schemas.microsoft.com/office/drawing/2014/main" id="{2B912765-0D9A-0F5D-3067-68DFEC25B601}"/>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89" name="Group 88">
            <a:extLst>
              <a:ext uri="{FF2B5EF4-FFF2-40B4-BE49-F238E27FC236}">
                <a16:creationId xmlns:a16="http://schemas.microsoft.com/office/drawing/2014/main" id="{D8F2957A-626E-67A9-F6DC-3D2212E91829}"/>
              </a:ext>
            </a:extLst>
          </p:cNvPr>
          <p:cNvGrpSpPr>
            <a:grpSpLocks noChangeAspect="1"/>
          </p:cNvGrpSpPr>
          <p:nvPr/>
        </p:nvGrpSpPr>
        <p:grpSpPr>
          <a:xfrm>
            <a:off x="8166306" y="4465719"/>
            <a:ext cx="107570" cy="107570"/>
            <a:chOff x="982662" y="3463925"/>
            <a:chExt cx="269875" cy="269875"/>
          </a:xfrm>
        </p:grpSpPr>
        <p:sp>
          <p:nvSpPr>
            <p:cNvPr id="90" name="Oval 14">
              <a:extLst>
                <a:ext uri="{FF2B5EF4-FFF2-40B4-BE49-F238E27FC236}">
                  <a16:creationId xmlns:a16="http://schemas.microsoft.com/office/drawing/2014/main" id="{993C123C-FDD7-B4EE-9493-2D1438200E79}"/>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1" name="Freeform 15">
              <a:extLst>
                <a:ext uri="{FF2B5EF4-FFF2-40B4-BE49-F238E27FC236}">
                  <a16:creationId xmlns:a16="http://schemas.microsoft.com/office/drawing/2014/main" id="{109D0BF1-B91D-4093-412B-A52E29342BD4}"/>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2" name="Group 91">
            <a:extLst>
              <a:ext uri="{FF2B5EF4-FFF2-40B4-BE49-F238E27FC236}">
                <a16:creationId xmlns:a16="http://schemas.microsoft.com/office/drawing/2014/main" id="{D32433A6-AA7F-828A-6D0A-F6F1B0283445}"/>
              </a:ext>
            </a:extLst>
          </p:cNvPr>
          <p:cNvGrpSpPr>
            <a:grpSpLocks noChangeAspect="1"/>
          </p:cNvGrpSpPr>
          <p:nvPr/>
        </p:nvGrpSpPr>
        <p:grpSpPr>
          <a:xfrm>
            <a:off x="8166306" y="4601354"/>
            <a:ext cx="107570" cy="107570"/>
            <a:chOff x="982662" y="3463925"/>
            <a:chExt cx="269875" cy="269875"/>
          </a:xfrm>
        </p:grpSpPr>
        <p:sp>
          <p:nvSpPr>
            <p:cNvPr id="93" name="Oval 14">
              <a:extLst>
                <a:ext uri="{FF2B5EF4-FFF2-40B4-BE49-F238E27FC236}">
                  <a16:creationId xmlns:a16="http://schemas.microsoft.com/office/drawing/2014/main" id="{519F9BD3-95D9-6098-A955-37112ADD2861}"/>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4" name="Freeform 15">
              <a:extLst>
                <a:ext uri="{FF2B5EF4-FFF2-40B4-BE49-F238E27FC236}">
                  <a16:creationId xmlns:a16="http://schemas.microsoft.com/office/drawing/2014/main" id="{346C87F3-DF97-DF66-DA53-DB1E14D1C998}"/>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5" name="Group 94">
            <a:extLst>
              <a:ext uri="{FF2B5EF4-FFF2-40B4-BE49-F238E27FC236}">
                <a16:creationId xmlns:a16="http://schemas.microsoft.com/office/drawing/2014/main" id="{26D644F3-01C9-7F51-7AFB-9782EEFEA126}"/>
              </a:ext>
            </a:extLst>
          </p:cNvPr>
          <p:cNvGrpSpPr>
            <a:grpSpLocks noChangeAspect="1"/>
          </p:cNvGrpSpPr>
          <p:nvPr/>
        </p:nvGrpSpPr>
        <p:grpSpPr>
          <a:xfrm>
            <a:off x="8166306" y="4736991"/>
            <a:ext cx="107570" cy="107570"/>
            <a:chOff x="982662" y="3463925"/>
            <a:chExt cx="269875" cy="269875"/>
          </a:xfrm>
        </p:grpSpPr>
        <p:sp>
          <p:nvSpPr>
            <p:cNvPr id="96" name="Oval 14">
              <a:extLst>
                <a:ext uri="{FF2B5EF4-FFF2-40B4-BE49-F238E27FC236}">
                  <a16:creationId xmlns:a16="http://schemas.microsoft.com/office/drawing/2014/main" id="{6F54ED03-461F-51E6-8FC2-6EDE04FE11CE}"/>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7" name="Freeform 15">
              <a:extLst>
                <a:ext uri="{FF2B5EF4-FFF2-40B4-BE49-F238E27FC236}">
                  <a16:creationId xmlns:a16="http://schemas.microsoft.com/office/drawing/2014/main" id="{62DC6AA8-483A-2062-24B5-BE302272ECE5}"/>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98" name="Group 97">
            <a:extLst>
              <a:ext uri="{FF2B5EF4-FFF2-40B4-BE49-F238E27FC236}">
                <a16:creationId xmlns:a16="http://schemas.microsoft.com/office/drawing/2014/main" id="{5AC220AB-646F-86C2-E59A-D8D3CB3AD1B0}"/>
              </a:ext>
            </a:extLst>
          </p:cNvPr>
          <p:cNvGrpSpPr>
            <a:grpSpLocks noChangeAspect="1"/>
          </p:cNvGrpSpPr>
          <p:nvPr/>
        </p:nvGrpSpPr>
        <p:grpSpPr>
          <a:xfrm>
            <a:off x="8166306" y="4872626"/>
            <a:ext cx="107570" cy="107570"/>
            <a:chOff x="982662" y="3463925"/>
            <a:chExt cx="269875" cy="269875"/>
          </a:xfrm>
        </p:grpSpPr>
        <p:sp>
          <p:nvSpPr>
            <p:cNvPr id="99" name="Oval 14">
              <a:extLst>
                <a:ext uri="{FF2B5EF4-FFF2-40B4-BE49-F238E27FC236}">
                  <a16:creationId xmlns:a16="http://schemas.microsoft.com/office/drawing/2014/main" id="{552BB579-7D0C-7CF5-CF74-D0F8FB982460}"/>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0" name="Freeform 15">
              <a:extLst>
                <a:ext uri="{FF2B5EF4-FFF2-40B4-BE49-F238E27FC236}">
                  <a16:creationId xmlns:a16="http://schemas.microsoft.com/office/drawing/2014/main" id="{70594AE5-8A0A-528C-4633-7146778E1D42}"/>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01" name="Group 100">
            <a:extLst>
              <a:ext uri="{FF2B5EF4-FFF2-40B4-BE49-F238E27FC236}">
                <a16:creationId xmlns:a16="http://schemas.microsoft.com/office/drawing/2014/main" id="{BFBBD802-B3A6-C81D-E60F-1529D786E4F6}"/>
              </a:ext>
            </a:extLst>
          </p:cNvPr>
          <p:cNvGrpSpPr>
            <a:grpSpLocks noChangeAspect="1"/>
          </p:cNvGrpSpPr>
          <p:nvPr/>
        </p:nvGrpSpPr>
        <p:grpSpPr>
          <a:xfrm>
            <a:off x="8166306" y="5008263"/>
            <a:ext cx="107570" cy="107570"/>
            <a:chOff x="982662" y="3463925"/>
            <a:chExt cx="269875" cy="269875"/>
          </a:xfrm>
        </p:grpSpPr>
        <p:sp>
          <p:nvSpPr>
            <p:cNvPr id="102" name="Oval 14">
              <a:extLst>
                <a:ext uri="{FF2B5EF4-FFF2-40B4-BE49-F238E27FC236}">
                  <a16:creationId xmlns:a16="http://schemas.microsoft.com/office/drawing/2014/main" id="{117BC0E9-B4D9-5AAB-AD9A-B23F4D93DB6E}"/>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3" name="Freeform 15">
              <a:extLst>
                <a:ext uri="{FF2B5EF4-FFF2-40B4-BE49-F238E27FC236}">
                  <a16:creationId xmlns:a16="http://schemas.microsoft.com/office/drawing/2014/main" id="{8434B8A9-E098-F804-F801-F6636B0F6C1D}"/>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04" name="Group 103">
            <a:extLst>
              <a:ext uri="{FF2B5EF4-FFF2-40B4-BE49-F238E27FC236}">
                <a16:creationId xmlns:a16="http://schemas.microsoft.com/office/drawing/2014/main" id="{ED0370C4-4A7D-C9F3-9961-21E12D4908FE}"/>
              </a:ext>
            </a:extLst>
          </p:cNvPr>
          <p:cNvGrpSpPr>
            <a:grpSpLocks noChangeAspect="1"/>
          </p:cNvGrpSpPr>
          <p:nvPr/>
        </p:nvGrpSpPr>
        <p:grpSpPr>
          <a:xfrm>
            <a:off x="8166306" y="5143899"/>
            <a:ext cx="107570" cy="107570"/>
            <a:chOff x="982662" y="3463925"/>
            <a:chExt cx="269875" cy="269875"/>
          </a:xfrm>
        </p:grpSpPr>
        <p:sp>
          <p:nvSpPr>
            <p:cNvPr id="105" name="Oval 14">
              <a:extLst>
                <a:ext uri="{FF2B5EF4-FFF2-40B4-BE49-F238E27FC236}">
                  <a16:creationId xmlns:a16="http://schemas.microsoft.com/office/drawing/2014/main" id="{B9F5E3DB-8B6D-EC7E-0725-0939EF4A3718}"/>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6" name="Freeform 15">
              <a:extLst>
                <a:ext uri="{FF2B5EF4-FFF2-40B4-BE49-F238E27FC236}">
                  <a16:creationId xmlns:a16="http://schemas.microsoft.com/office/drawing/2014/main" id="{85BE8973-3F62-BE79-CF52-0A5E06EC0166}"/>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07" name="Group 106">
            <a:extLst>
              <a:ext uri="{FF2B5EF4-FFF2-40B4-BE49-F238E27FC236}">
                <a16:creationId xmlns:a16="http://schemas.microsoft.com/office/drawing/2014/main" id="{DF628820-C8A4-0763-BDFE-AA8569496280}"/>
              </a:ext>
            </a:extLst>
          </p:cNvPr>
          <p:cNvGrpSpPr>
            <a:grpSpLocks noChangeAspect="1"/>
          </p:cNvGrpSpPr>
          <p:nvPr/>
        </p:nvGrpSpPr>
        <p:grpSpPr>
          <a:xfrm>
            <a:off x="8166306" y="5279534"/>
            <a:ext cx="107570" cy="107570"/>
            <a:chOff x="982662" y="3463925"/>
            <a:chExt cx="269875" cy="269875"/>
          </a:xfrm>
        </p:grpSpPr>
        <p:sp>
          <p:nvSpPr>
            <p:cNvPr id="108" name="Oval 14">
              <a:extLst>
                <a:ext uri="{FF2B5EF4-FFF2-40B4-BE49-F238E27FC236}">
                  <a16:creationId xmlns:a16="http://schemas.microsoft.com/office/drawing/2014/main" id="{7CD72F7A-5752-0029-E42F-493DF1B43FD1}"/>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09" name="Freeform 15">
              <a:extLst>
                <a:ext uri="{FF2B5EF4-FFF2-40B4-BE49-F238E27FC236}">
                  <a16:creationId xmlns:a16="http://schemas.microsoft.com/office/drawing/2014/main" id="{87C661EF-055F-4A69-C78B-331F0C124A8B}"/>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10" name="Group 109">
            <a:extLst>
              <a:ext uri="{FF2B5EF4-FFF2-40B4-BE49-F238E27FC236}">
                <a16:creationId xmlns:a16="http://schemas.microsoft.com/office/drawing/2014/main" id="{0488C766-F060-8D5D-7EAF-9BB70233EDB3}"/>
              </a:ext>
            </a:extLst>
          </p:cNvPr>
          <p:cNvGrpSpPr>
            <a:grpSpLocks noChangeAspect="1"/>
          </p:cNvGrpSpPr>
          <p:nvPr/>
        </p:nvGrpSpPr>
        <p:grpSpPr>
          <a:xfrm>
            <a:off x="8166306" y="5415171"/>
            <a:ext cx="107570" cy="107570"/>
            <a:chOff x="982662" y="3463925"/>
            <a:chExt cx="269875" cy="269875"/>
          </a:xfrm>
        </p:grpSpPr>
        <p:sp>
          <p:nvSpPr>
            <p:cNvPr id="111" name="Oval 14">
              <a:extLst>
                <a:ext uri="{FF2B5EF4-FFF2-40B4-BE49-F238E27FC236}">
                  <a16:creationId xmlns:a16="http://schemas.microsoft.com/office/drawing/2014/main" id="{2FC77E35-03F6-640E-9975-51C7EC0C4277}"/>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2" name="Freeform 15">
              <a:extLst>
                <a:ext uri="{FF2B5EF4-FFF2-40B4-BE49-F238E27FC236}">
                  <a16:creationId xmlns:a16="http://schemas.microsoft.com/office/drawing/2014/main" id="{85EAC694-0DFB-D227-4F08-4AE4E28ECE7D}"/>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13" name="Group 112">
            <a:extLst>
              <a:ext uri="{FF2B5EF4-FFF2-40B4-BE49-F238E27FC236}">
                <a16:creationId xmlns:a16="http://schemas.microsoft.com/office/drawing/2014/main" id="{1109EA59-6C7A-A7E8-414E-9C8928925E7E}"/>
              </a:ext>
            </a:extLst>
          </p:cNvPr>
          <p:cNvGrpSpPr>
            <a:grpSpLocks noChangeAspect="1"/>
          </p:cNvGrpSpPr>
          <p:nvPr/>
        </p:nvGrpSpPr>
        <p:grpSpPr>
          <a:xfrm>
            <a:off x="8166306" y="5550807"/>
            <a:ext cx="107570" cy="107570"/>
            <a:chOff x="982662" y="3463925"/>
            <a:chExt cx="269875" cy="269875"/>
          </a:xfrm>
        </p:grpSpPr>
        <p:sp>
          <p:nvSpPr>
            <p:cNvPr id="114" name="Oval 14">
              <a:extLst>
                <a:ext uri="{FF2B5EF4-FFF2-40B4-BE49-F238E27FC236}">
                  <a16:creationId xmlns:a16="http://schemas.microsoft.com/office/drawing/2014/main" id="{93428C08-1A15-4707-D1B6-AF6B77E745FF}"/>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5" name="Freeform 15">
              <a:extLst>
                <a:ext uri="{FF2B5EF4-FFF2-40B4-BE49-F238E27FC236}">
                  <a16:creationId xmlns:a16="http://schemas.microsoft.com/office/drawing/2014/main" id="{FC3EB395-2759-F214-100B-2AF4669E18D2}"/>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16" name="Group 115">
            <a:extLst>
              <a:ext uri="{FF2B5EF4-FFF2-40B4-BE49-F238E27FC236}">
                <a16:creationId xmlns:a16="http://schemas.microsoft.com/office/drawing/2014/main" id="{68E3D341-D19F-3004-3581-7F047F8F2AA2}"/>
              </a:ext>
            </a:extLst>
          </p:cNvPr>
          <p:cNvGrpSpPr>
            <a:grpSpLocks noChangeAspect="1"/>
          </p:cNvGrpSpPr>
          <p:nvPr/>
        </p:nvGrpSpPr>
        <p:grpSpPr>
          <a:xfrm>
            <a:off x="8166306" y="5686443"/>
            <a:ext cx="107570" cy="107570"/>
            <a:chOff x="982662" y="3463925"/>
            <a:chExt cx="269875" cy="269875"/>
          </a:xfrm>
        </p:grpSpPr>
        <p:sp>
          <p:nvSpPr>
            <p:cNvPr id="117" name="Oval 14">
              <a:extLst>
                <a:ext uri="{FF2B5EF4-FFF2-40B4-BE49-F238E27FC236}">
                  <a16:creationId xmlns:a16="http://schemas.microsoft.com/office/drawing/2014/main" id="{9305001C-B7AC-E0CD-EBBB-09052FB4B5F4}"/>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18" name="Freeform 15">
              <a:extLst>
                <a:ext uri="{FF2B5EF4-FFF2-40B4-BE49-F238E27FC236}">
                  <a16:creationId xmlns:a16="http://schemas.microsoft.com/office/drawing/2014/main" id="{22228971-9F7B-ADF2-D46B-24D1DCF6A4FA}"/>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19" name="Group 118">
            <a:extLst>
              <a:ext uri="{FF2B5EF4-FFF2-40B4-BE49-F238E27FC236}">
                <a16:creationId xmlns:a16="http://schemas.microsoft.com/office/drawing/2014/main" id="{C9DC4BA4-5F22-E855-CA96-E808DD91B44B}"/>
              </a:ext>
            </a:extLst>
          </p:cNvPr>
          <p:cNvGrpSpPr>
            <a:grpSpLocks noChangeAspect="1"/>
          </p:cNvGrpSpPr>
          <p:nvPr/>
        </p:nvGrpSpPr>
        <p:grpSpPr>
          <a:xfrm>
            <a:off x="8166306" y="5957715"/>
            <a:ext cx="107570" cy="107570"/>
            <a:chOff x="982662" y="3463925"/>
            <a:chExt cx="269875" cy="269875"/>
          </a:xfrm>
        </p:grpSpPr>
        <p:sp>
          <p:nvSpPr>
            <p:cNvPr id="120" name="Oval 14">
              <a:extLst>
                <a:ext uri="{FF2B5EF4-FFF2-40B4-BE49-F238E27FC236}">
                  <a16:creationId xmlns:a16="http://schemas.microsoft.com/office/drawing/2014/main" id="{C147E10E-FB37-2F86-148E-FC93F80901C3}"/>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1" name="Freeform 15">
              <a:extLst>
                <a:ext uri="{FF2B5EF4-FFF2-40B4-BE49-F238E27FC236}">
                  <a16:creationId xmlns:a16="http://schemas.microsoft.com/office/drawing/2014/main" id="{E33F873B-5AC7-592A-AF24-832F2F9264DE}"/>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22" name="Group 121">
            <a:extLst>
              <a:ext uri="{FF2B5EF4-FFF2-40B4-BE49-F238E27FC236}">
                <a16:creationId xmlns:a16="http://schemas.microsoft.com/office/drawing/2014/main" id="{100432BA-8C85-B191-D456-ACD49C18C562}"/>
              </a:ext>
            </a:extLst>
          </p:cNvPr>
          <p:cNvGrpSpPr>
            <a:grpSpLocks noChangeAspect="1"/>
          </p:cNvGrpSpPr>
          <p:nvPr/>
        </p:nvGrpSpPr>
        <p:grpSpPr>
          <a:xfrm>
            <a:off x="8166306" y="6093351"/>
            <a:ext cx="107570" cy="107570"/>
            <a:chOff x="982662" y="3463925"/>
            <a:chExt cx="269875" cy="269875"/>
          </a:xfrm>
        </p:grpSpPr>
        <p:sp>
          <p:nvSpPr>
            <p:cNvPr id="123" name="Oval 14">
              <a:extLst>
                <a:ext uri="{FF2B5EF4-FFF2-40B4-BE49-F238E27FC236}">
                  <a16:creationId xmlns:a16="http://schemas.microsoft.com/office/drawing/2014/main" id="{C3FA9514-A97A-CF9B-7A00-C461AC499B64}"/>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4" name="Freeform 15">
              <a:extLst>
                <a:ext uri="{FF2B5EF4-FFF2-40B4-BE49-F238E27FC236}">
                  <a16:creationId xmlns:a16="http://schemas.microsoft.com/office/drawing/2014/main" id="{958E085D-8D61-A764-E520-86C107DF0C2E}"/>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25" name="Group 124">
            <a:extLst>
              <a:ext uri="{FF2B5EF4-FFF2-40B4-BE49-F238E27FC236}">
                <a16:creationId xmlns:a16="http://schemas.microsoft.com/office/drawing/2014/main" id="{1755391B-A15F-AF36-E0E1-2BD723FC8671}"/>
              </a:ext>
            </a:extLst>
          </p:cNvPr>
          <p:cNvGrpSpPr>
            <a:grpSpLocks noChangeAspect="1"/>
          </p:cNvGrpSpPr>
          <p:nvPr/>
        </p:nvGrpSpPr>
        <p:grpSpPr>
          <a:xfrm>
            <a:off x="8166306" y="6228987"/>
            <a:ext cx="107570" cy="107570"/>
            <a:chOff x="982662" y="3463925"/>
            <a:chExt cx="269875" cy="269875"/>
          </a:xfrm>
        </p:grpSpPr>
        <p:sp>
          <p:nvSpPr>
            <p:cNvPr id="126" name="Oval 14">
              <a:extLst>
                <a:ext uri="{FF2B5EF4-FFF2-40B4-BE49-F238E27FC236}">
                  <a16:creationId xmlns:a16="http://schemas.microsoft.com/office/drawing/2014/main" id="{13C4B6DC-6848-73B7-BD0C-72D3A67AD63E}"/>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27" name="Freeform 15">
              <a:extLst>
                <a:ext uri="{FF2B5EF4-FFF2-40B4-BE49-F238E27FC236}">
                  <a16:creationId xmlns:a16="http://schemas.microsoft.com/office/drawing/2014/main" id="{2B0510F9-1DE5-D1AC-5490-DB3585396259}"/>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28" name="Group 127">
            <a:extLst>
              <a:ext uri="{FF2B5EF4-FFF2-40B4-BE49-F238E27FC236}">
                <a16:creationId xmlns:a16="http://schemas.microsoft.com/office/drawing/2014/main" id="{FC95A1CC-141A-E19E-CDD7-F8BC91724A88}"/>
              </a:ext>
            </a:extLst>
          </p:cNvPr>
          <p:cNvGrpSpPr>
            <a:grpSpLocks noChangeAspect="1"/>
          </p:cNvGrpSpPr>
          <p:nvPr/>
        </p:nvGrpSpPr>
        <p:grpSpPr>
          <a:xfrm>
            <a:off x="8166306" y="6364623"/>
            <a:ext cx="107570" cy="107570"/>
            <a:chOff x="982662" y="3463925"/>
            <a:chExt cx="269875" cy="269875"/>
          </a:xfrm>
        </p:grpSpPr>
        <p:sp>
          <p:nvSpPr>
            <p:cNvPr id="129" name="Oval 14">
              <a:extLst>
                <a:ext uri="{FF2B5EF4-FFF2-40B4-BE49-F238E27FC236}">
                  <a16:creationId xmlns:a16="http://schemas.microsoft.com/office/drawing/2014/main" id="{E4114398-C4AE-6EDE-BB72-B7A7E9658137}"/>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0" name="Freeform 15">
              <a:extLst>
                <a:ext uri="{FF2B5EF4-FFF2-40B4-BE49-F238E27FC236}">
                  <a16:creationId xmlns:a16="http://schemas.microsoft.com/office/drawing/2014/main" id="{3A03C6D1-86F9-F52F-52E4-ACFB1E4BD847}"/>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31" name="Group 130">
            <a:extLst>
              <a:ext uri="{FF2B5EF4-FFF2-40B4-BE49-F238E27FC236}">
                <a16:creationId xmlns:a16="http://schemas.microsoft.com/office/drawing/2014/main" id="{9ED29221-1325-A946-DCE4-8010E08E0DEF}"/>
              </a:ext>
            </a:extLst>
          </p:cNvPr>
          <p:cNvGrpSpPr>
            <a:grpSpLocks noChangeAspect="1"/>
          </p:cNvGrpSpPr>
          <p:nvPr/>
        </p:nvGrpSpPr>
        <p:grpSpPr>
          <a:xfrm>
            <a:off x="8166306" y="6500259"/>
            <a:ext cx="107570" cy="107570"/>
            <a:chOff x="982662" y="3463925"/>
            <a:chExt cx="269875" cy="269875"/>
          </a:xfrm>
        </p:grpSpPr>
        <p:sp>
          <p:nvSpPr>
            <p:cNvPr id="132" name="Oval 14">
              <a:extLst>
                <a:ext uri="{FF2B5EF4-FFF2-40B4-BE49-F238E27FC236}">
                  <a16:creationId xmlns:a16="http://schemas.microsoft.com/office/drawing/2014/main" id="{D195096A-0E91-2C17-881C-1357B1EF1DE0}"/>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3" name="Freeform 15">
              <a:extLst>
                <a:ext uri="{FF2B5EF4-FFF2-40B4-BE49-F238E27FC236}">
                  <a16:creationId xmlns:a16="http://schemas.microsoft.com/office/drawing/2014/main" id="{9F17093F-D327-86F5-AB43-8BC535C4B4B0}"/>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34" name="Group 133">
            <a:extLst>
              <a:ext uri="{FF2B5EF4-FFF2-40B4-BE49-F238E27FC236}">
                <a16:creationId xmlns:a16="http://schemas.microsoft.com/office/drawing/2014/main" id="{3F3594A5-D524-4E59-786E-D076FDECD57F}"/>
              </a:ext>
            </a:extLst>
          </p:cNvPr>
          <p:cNvGrpSpPr>
            <a:grpSpLocks noChangeAspect="1"/>
          </p:cNvGrpSpPr>
          <p:nvPr/>
        </p:nvGrpSpPr>
        <p:grpSpPr>
          <a:xfrm>
            <a:off x="8166306" y="6635895"/>
            <a:ext cx="107570" cy="107570"/>
            <a:chOff x="982662" y="3463925"/>
            <a:chExt cx="269875" cy="269875"/>
          </a:xfrm>
        </p:grpSpPr>
        <p:sp>
          <p:nvSpPr>
            <p:cNvPr id="135" name="Oval 14">
              <a:extLst>
                <a:ext uri="{FF2B5EF4-FFF2-40B4-BE49-F238E27FC236}">
                  <a16:creationId xmlns:a16="http://schemas.microsoft.com/office/drawing/2014/main" id="{A845843B-2480-0141-8817-9D18FB004505}"/>
                </a:ext>
              </a:extLst>
            </p:cNvPr>
            <p:cNvSpPr>
              <a:spLocks noChangeArrowheads="1"/>
            </p:cNvSpPr>
            <p:nvPr/>
          </p:nvSpPr>
          <p:spPr bwMode="auto">
            <a:xfrm>
              <a:off x="982662" y="3463925"/>
              <a:ext cx="269875" cy="269875"/>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136" name="Freeform 15">
              <a:extLst>
                <a:ext uri="{FF2B5EF4-FFF2-40B4-BE49-F238E27FC236}">
                  <a16:creationId xmlns:a16="http://schemas.microsoft.com/office/drawing/2014/main" id="{D42BE95B-2BC9-46F3-997F-C3D39E462FFB}"/>
                </a:ext>
              </a:extLst>
            </p:cNvPr>
            <p:cNvSpPr>
              <a:spLocks noEditPoints="1"/>
            </p:cNvSpPr>
            <p:nvPr/>
          </p:nvSpPr>
          <p:spPr bwMode="auto">
            <a:xfrm>
              <a:off x="1039812" y="3522663"/>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Tree>
    <p:extLst>
      <p:ext uri="{BB962C8B-B14F-4D97-AF65-F5344CB8AC3E}">
        <p14:creationId xmlns:p14="http://schemas.microsoft.com/office/powerpoint/2010/main" val="2579847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1FBE811-73CA-0A4E-B291-9468D1178425}"/>
              </a:ext>
            </a:extLst>
          </p:cNvPr>
          <p:cNvGraphicFramePr>
            <a:graphicFrameLocks noChangeAspect="1"/>
          </p:cNvGraphicFramePr>
          <p:nvPr>
            <p:custDataLst>
              <p:tags r:id="rId1"/>
            </p:custDataLst>
            <p:extLst>
              <p:ext uri="{D42A27DB-BD31-4B8C-83A1-F6EECF244321}">
                <p14:modId xmlns:p14="http://schemas.microsoft.com/office/powerpoint/2010/main" val="36122480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7" name="think-cell data - do not delete" hidden="1">
                        <a:extLst>
                          <a:ext uri="{FF2B5EF4-FFF2-40B4-BE49-F238E27FC236}">
                            <a16:creationId xmlns:a16="http://schemas.microsoft.com/office/drawing/2014/main" id="{41FBE811-73CA-0A4E-B291-9468D117842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AD07E08-7A7B-498F-58F1-E231BB668B04}"/>
              </a:ext>
            </a:extLst>
          </p:cNvPr>
          <p:cNvSpPr>
            <a:spLocks noGrp="1"/>
          </p:cNvSpPr>
          <p:nvPr>
            <p:ph type="title"/>
          </p:nvPr>
        </p:nvSpPr>
        <p:spPr/>
        <p:txBody>
          <a:bodyPr vert="horz" anchor="t"/>
          <a:lstStyle/>
          <a:p>
            <a:r>
              <a:rPr lang="en-US" sz="3200" b="1">
                <a:solidFill>
                  <a:schemeClr val="accent2"/>
                </a:solidFill>
                <a:latin typeface="+mn-lt"/>
                <a:ea typeface="Calibri" panose="020F0502020204030204" pitchFamily="34" charset="0"/>
              </a:rPr>
              <a:t>Slide checklist | </a:t>
            </a:r>
            <a:r>
              <a:rPr lang="en-US" sz="3200" b="1">
                <a:latin typeface="+mn-lt"/>
                <a:ea typeface="Calibri" panose="020F0502020204030204" pitchFamily="34" charset="0"/>
              </a:rPr>
              <a:t>Before circulating a deck to leadership or your team, ask yourself, "Have I…" </a:t>
            </a:r>
            <a:endParaRPr lang="en-US"/>
          </a:p>
        </p:txBody>
      </p:sp>
      <p:sp>
        <p:nvSpPr>
          <p:cNvPr id="5" name="Footer Placeholder 4">
            <a:extLst>
              <a:ext uri="{FF2B5EF4-FFF2-40B4-BE49-F238E27FC236}">
                <a16:creationId xmlns:a16="http://schemas.microsoft.com/office/drawing/2014/main" id="{F88F5E6F-4A98-C523-1372-B57ADEDE30E7}"/>
              </a:ext>
            </a:extLst>
          </p:cNvPr>
          <p:cNvSpPr>
            <a:spLocks noGrp="1"/>
          </p:cNvSpPr>
          <p:nvPr>
            <p:ph type="ftr" sz="quarter" idx="3"/>
          </p:nvPr>
        </p:nvSpPr>
        <p:spPr/>
        <p:txBody>
          <a:bodyPr/>
          <a:lstStyle/>
          <a:p>
            <a:r>
              <a:rPr lang="en-CA"/>
              <a:t>2024</a:t>
            </a:r>
          </a:p>
        </p:txBody>
      </p:sp>
      <p:graphicFrame>
        <p:nvGraphicFramePr>
          <p:cNvPr id="6" name="Table 10">
            <a:extLst>
              <a:ext uri="{FF2B5EF4-FFF2-40B4-BE49-F238E27FC236}">
                <a16:creationId xmlns:a16="http://schemas.microsoft.com/office/drawing/2014/main" id="{04D6E6AA-E96F-89ED-B7D8-0E73D62B2591}"/>
              </a:ext>
            </a:extLst>
          </p:cNvPr>
          <p:cNvGraphicFramePr>
            <a:graphicFrameLocks noGrp="1"/>
          </p:cNvGraphicFramePr>
          <p:nvPr>
            <p:extLst>
              <p:ext uri="{D42A27DB-BD31-4B8C-83A1-F6EECF244321}">
                <p14:modId xmlns:p14="http://schemas.microsoft.com/office/powerpoint/2010/main" val="1807450605"/>
              </p:ext>
            </p:extLst>
          </p:nvPr>
        </p:nvGraphicFramePr>
        <p:xfrm>
          <a:off x="448968" y="1679579"/>
          <a:ext cx="12665145" cy="5593080"/>
        </p:xfrm>
        <a:graphic>
          <a:graphicData uri="http://schemas.openxmlformats.org/drawingml/2006/table">
            <a:tbl>
              <a:tblPr firstRow="1" bandRow="1">
                <a:tableStyleId>{5C22544A-7EE6-4342-B048-85BDC9FD1C3A}</a:tableStyleId>
              </a:tblPr>
              <a:tblGrid>
                <a:gridCol w="1300914">
                  <a:extLst>
                    <a:ext uri="{9D8B030D-6E8A-4147-A177-3AD203B41FA5}">
                      <a16:colId xmlns:a16="http://schemas.microsoft.com/office/drawing/2014/main" val="25746610"/>
                    </a:ext>
                  </a:extLst>
                </a:gridCol>
                <a:gridCol w="11364231">
                  <a:extLst>
                    <a:ext uri="{9D8B030D-6E8A-4147-A177-3AD203B41FA5}">
                      <a16:colId xmlns:a16="http://schemas.microsoft.com/office/drawing/2014/main" val="1477491837"/>
                    </a:ext>
                  </a:extLst>
                </a:gridCol>
              </a:tblGrid>
              <a:tr h="0">
                <a:tc grid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endParaRPr lang="en-US" sz="1300" b="1">
                        <a:solidFill>
                          <a:schemeClr val="accent2"/>
                        </a:solidFill>
                        <a:latin typeface="+mn-lt"/>
                        <a:ea typeface="Calibri" panose="020F0502020204030204" pitchFamily="34" charset="0"/>
                      </a:endParaRPr>
                    </a:p>
                  </a:txBody>
                  <a:tcPr>
                    <a:lnL w="12700" cmpd="sng">
                      <a:noFill/>
                    </a:lnL>
                    <a:lnR w="12700" cmpd="sng">
                      <a:noFill/>
                    </a:lnR>
                    <a:lnT w="12700" cmpd="sng">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723573730"/>
                  </a:ext>
                </a:extLst>
              </a:tr>
              <a:tr h="0">
                <a:tc>
                  <a:txBody>
                    <a:bodyPr/>
                    <a:lstStyle/>
                    <a:p>
                      <a:pPr algn="ctr"/>
                      <a:r>
                        <a:rPr lang="en-US" sz="1100" b="1">
                          <a:solidFill>
                            <a:srgbClr val="FFFFFF"/>
                          </a:solidFill>
                          <a:latin typeface="+mn-lt"/>
                        </a:rPr>
                        <a:t>Story </a:t>
                      </a:r>
                    </a:p>
                    <a:p>
                      <a:pPr algn="ctr"/>
                      <a:r>
                        <a:rPr lang="en-US" sz="1100" b="1">
                          <a:solidFill>
                            <a:srgbClr val="FFFFFF"/>
                          </a:solidFill>
                          <a:latin typeface="+mn-lt"/>
                        </a:rPr>
                        <a:t>Telling</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182880" lvl="1" indent="-457200">
                        <a:spcBef>
                          <a:spcPts val="300"/>
                        </a:spcBef>
                        <a:buClr>
                          <a:schemeClr val="accent1"/>
                        </a:buClr>
                        <a:buSzPct val="100000"/>
                        <a:buFont typeface="Wingdings" panose="05000000000000000000" pitchFamily="2" charset="2"/>
                        <a:buChar char="q"/>
                      </a:pPr>
                      <a:r>
                        <a:rPr lang="en-US" sz="1100">
                          <a:solidFill>
                            <a:srgbClr val="595959">
                              <a:lumMod val="100000"/>
                            </a:srgbClr>
                          </a:solidFill>
                          <a:latin typeface="+mn-lt"/>
                          <a:ea typeface="Calibri" panose="020F0502020204030204" pitchFamily="34" charset="0"/>
                        </a:rPr>
                        <a:t>Read through my slide titles from front to back to confirm my story flows logically?</a:t>
                      </a:r>
                    </a:p>
                    <a:p>
                      <a:pPr marL="758952" lvl="2" indent="-256032" algn="l" defTabSz="914400" rtl="0" eaLnBrk="1" latinLnBrk="0" hangingPunct="1">
                        <a:lnSpc>
                          <a:spcPct val="100000"/>
                        </a:lnSpc>
                        <a:spcBef>
                          <a:spcPts val="300"/>
                        </a:spcBef>
                        <a:spcAft>
                          <a:spcPts val="0"/>
                        </a:spcAft>
                        <a:buClr>
                          <a:srgbClr val="48A548">
                            <a:lumMod val="100000"/>
                          </a:srgbClr>
                        </a:buClr>
                        <a:buSzPct val="100000"/>
                        <a:buFont typeface="Trebuchet MS" panose="020B0603020202020204" pitchFamily="34" charset="0"/>
                        <a:buChar char="–"/>
                      </a:pPr>
                      <a:r>
                        <a:rPr lang="en-US" sz="1100" b="0" i="1" u="none" kern="1200" spc="0">
                          <a:solidFill>
                            <a:srgbClr val="595959"/>
                          </a:solidFill>
                          <a:latin typeface="+mn-lt"/>
                          <a:ea typeface="Calibri" panose="020F0502020204030204" pitchFamily="34" charset="0"/>
                        </a:rPr>
                        <a:t>Tip: On EE task pane, select "More" under "Expert Tools". Then, select "Copy Summary to Clipboard" to copy all slide titles into a summary</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Included a context or executive summary page? </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Included an agenda or table of contents page? Included a next steps page? </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Included an action title on the slide? Is there a clear so what? (or is it a filler slide)</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Indicated appropriate 'stamps' on the page e.g., when slides are work in progress, or is an update to a previously seen slide?  </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Checked if there are places where trackers or framework pages are needed to give broader context?</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Checked if there are pages in the storyline that would benefit from additional detail with an Appendix slide? </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Challenged myself to increase font size to simplify messages on the page? </a:t>
                      </a:r>
                    </a:p>
                    <a:p>
                      <a:pPr marL="756000" lvl="2" indent="-252000" algn="l" defTabSz="914400" rtl="0" eaLnBrk="1" latinLnBrk="0" hangingPunct="1">
                        <a:lnSpc>
                          <a:spcPct val="100000"/>
                        </a:lnSpc>
                        <a:spcBef>
                          <a:spcPts val="300"/>
                        </a:spcBef>
                        <a:spcAft>
                          <a:spcPts val="0"/>
                        </a:spcAft>
                        <a:buClr>
                          <a:srgbClr val="48A548">
                            <a:lumMod val="100000"/>
                          </a:srgbClr>
                        </a:buClr>
                        <a:buSzPct val="100000"/>
                        <a:buFont typeface="Trebuchet MS" panose="020B0603020202020204" pitchFamily="34" charset="0"/>
                        <a:buChar char="–"/>
                      </a:pPr>
                      <a:r>
                        <a:rPr lang="en-US" sz="1100" b="0" i="1" u="none" kern="1200" spc="0">
                          <a:solidFill>
                            <a:srgbClr val="595959">
                              <a:lumMod val="100000"/>
                            </a:srgbClr>
                          </a:solidFill>
                          <a:latin typeface="+mn-lt"/>
                          <a:ea typeface="Calibri" panose="020F0502020204030204" pitchFamily="34" charset="0"/>
                        </a:rPr>
                        <a:t>Tip: When you finish writing a text heavy page, try raising the font size by 2-4 pts. to cut word count </a:t>
                      </a:r>
                    </a:p>
                  </a:txBody>
                  <a:tcPr>
                    <a:lnL w="38100" cap="flat" cmpd="sng" algn="ctr">
                      <a:noFill/>
                      <a:prstDash val="solid"/>
                      <a:round/>
                      <a:headEnd type="none" w="med" len="med"/>
                      <a:tailEnd type="none" w="med" len="med"/>
                    </a:lnL>
                    <a:lnR w="12700" cmpd="sng">
                      <a:noFill/>
                    </a:lnR>
                    <a:lnT w="38100" cmpd="sng">
                      <a:noFill/>
                    </a:lnT>
                    <a:lnB w="12700"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1504815"/>
                  </a:ext>
                </a:extLst>
              </a:tr>
              <a:tr h="0">
                <a:tc>
                  <a:txBody>
                    <a:bodyPr/>
                    <a:lstStyle/>
                    <a:p>
                      <a:pPr algn="ctr"/>
                      <a:r>
                        <a:rPr lang="en-US" sz="1100" b="1">
                          <a:solidFill>
                            <a:srgbClr val="FFFFFF"/>
                          </a:solidFill>
                          <a:latin typeface="+mn-lt"/>
                        </a:rPr>
                        <a:t>Formatting</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Used standard grid format, and ensured I am not in the "no-fly zone?</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Checked that objects are spaced evenly and aligned?</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Used one consistent font throughout the deck? </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Used only colors from my Efficient Elements task pane?</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Used correct slide deck format? (see section 3 of deck for how to confirm this on the BCG HOME Ribbon)</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Added navigation trackers to the top-right corner?</a:t>
                      </a:r>
                    </a:p>
                  </a:txBody>
                  <a:tcPr>
                    <a:lnL w="38100" cap="flat" cmpd="sng" algn="ctr">
                      <a:noFill/>
                      <a:prstDash val="solid"/>
                      <a:round/>
                      <a:headEnd type="none" w="med" len="med"/>
                      <a:tailEnd type="none" w="med" len="med"/>
                    </a:lnL>
                    <a:lnR w="12700" cmpd="sng">
                      <a:noFill/>
                    </a:lnR>
                    <a:lnT w="12700" cap="flat" cmpd="sng" algn="ctr">
                      <a:solidFill>
                        <a:schemeClr val="bg1">
                          <a:lumMod val="75000"/>
                        </a:schemeClr>
                      </a:solidFill>
                      <a:prstDash val="dash"/>
                      <a:round/>
                      <a:headEnd type="none" w="med" len="med"/>
                      <a:tailEnd type="none" w="med" len="med"/>
                    </a:lnT>
                    <a:lnB w="12700" cap="flat" cmpd="sng" algn="ctr">
                      <a:solidFill>
                        <a:schemeClr val="bg1">
                          <a:lumMod val="75000"/>
                        </a:scheme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2762951"/>
                  </a:ext>
                </a:extLst>
              </a:tr>
              <a:tr h="0">
                <a:tc>
                  <a:txBody>
                    <a:bodyPr/>
                    <a:lstStyle/>
                    <a:p>
                      <a:pPr algn="ctr"/>
                      <a:r>
                        <a:rPr lang="en-US" sz="1100" b="1">
                          <a:solidFill>
                            <a:srgbClr val="FFFFFF"/>
                          </a:solidFill>
                          <a:latin typeface="+mn-lt"/>
                        </a:rPr>
                        <a:t>Sense Checks</a:t>
                      </a:r>
                    </a:p>
                  </a:txBody>
                  <a:tcPr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Labelled all my graphs, tables, and images? </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Included legends where required? </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Indicated units where required? (e.g., millions, dollars, etc.) </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Included footnotes when referencing data sources? </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Used ranges when making many assumptions? (avoid false precision)</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Removed significant digits? (avoid false precision)</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Confirmed my numbers "foot" across slides? (e.g., are the totals at the bottoms of my tables correct? If I update a number, have I updated it throughout the entire deck?)</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Used a number in a slide title that is not elsewhere on the slide? (avoid doing this)</a:t>
                      </a:r>
                    </a:p>
                    <a:p>
                      <a:pPr marL="182880" lvl="1" indent="-457200" algn="l" defTabSz="1256079" rtl="0" eaLnBrk="1" latinLnBrk="0" hangingPunct="1">
                        <a:spcBef>
                          <a:spcPts val="300"/>
                        </a:spcBef>
                        <a:buClr>
                          <a:schemeClr val="accent1"/>
                        </a:buClr>
                        <a:buSzPct val="100000"/>
                        <a:buFont typeface="Wingdings" panose="05000000000000000000" pitchFamily="2" charset="2"/>
                        <a:buChar char="q"/>
                      </a:pPr>
                      <a:r>
                        <a:rPr lang="en-US" sz="1100" kern="1200">
                          <a:solidFill>
                            <a:srgbClr val="595959">
                              <a:lumMod val="100000"/>
                            </a:srgbClr>
                          </a:solidFill>
                          <a:latin typeface="+mn-lt"/>
                          <a:ea typeface="Calibri" panose="020F0502020204030204" pitchFamily="34" charset="0"/>
                          <a:cs typeface="+mn-cs"/>
                        </a:rPr>
                        <a:t>Included column headers and "totals" row at the bottom of tables with numbers?</a:t>
                      </a:r>
                    </a:p>
                  </a:txBody>
                  <a:tcPr>
                    <a:lnL w="38100" cap="flat" cmpd="sng" algn="ctr">
                      <a:noFill/>
                      <a:prstDash val="solid"/>
                      <a:round/>
                      <a:headEnd type="none" w="med" len="med"/>
                      <a:tailEnd type="none" w="med" len="med"/>
                    </a:lnL>
                    <a:lnR w="12700" cmpd="sng">
                      <a:noFill/>
                    </a:lnR>
                    <a:lnT w="12700" cap="flat" cmpd="sng" algn="ctr">
                      <a:solidFill>
                        <a:schemeClr val="bg1">
                          <a:lumMod val="75000"/>
                        </a:schemeClr>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27900712"/>
                  </a:ext>
                </a:extLst>
              </a:tr>
            </a:tbl>
          </a:graphicData>
        </a:graphic>
      </p:graphicFrame>
      <p:sp>
        <p:nvSpPr>
          <p:cNvPr id="18" name="TextBox 17">
            <a:extLst>
              <a:ext uri="{FF2B5EF4-FFF2-40B4-BE49-F238E27FC236}">
                <a16:creationId xmlns:a16="http://schemas.microsoft.com/office/drawing/2014/main" id="{4699707D-89D3-C8F8-902A-2D9A3432C64D}"/>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1) Tools and shortcuts</a:t>
            </a:r>
          </a:p>
        </p:txBody>
      </p:sp>
      <p:grpSp>
        <p:nvGrpSpPr>
          <p:cNvPr id="3" name="Group 2">
            <a:extLst>
              <a:ext uri="{FF2B5EF4-FFF2-40B4-BE49-F238E27FC236}">
                <a16:creationId xmlns:a16="http://schemas.microsoft.com/office/drawing/2014/main" id="{BD612E4D-390E-A7B6-032F-487E87902E99}"/>
              </a:ext>
            </a:extLst>
          </p:cNvPr>
          <p:cNvGrpSpPr/>
          <p:nvPr/>
        </p:nvGrpSpPr>
        <p:grpSpPr>
          <a:xfrm>
            <a:off x="10874499" y="0"/>
            <a:ext cx="2943101" cy="914400"/>
            <a:chOff x="10874499" y="0"/>
            <a:chExt cx="2943101" cy="914400"/>
          </a:xfrm>
        </p:grpSpPr>
        <p:grpSp>
          <p:nvGrpSpPr>
            <p:cNvPr id="4" name="Group 3">
              <a:extLst>
                <a:ext uri="{FF2B5EF4-FFF2-40B4-BE49-F238E27FC236}">
                  <a16:creationId xmlns:a16="http://schemas.microsoft.com/office/drawing/2014/main" id="{53AC5C4C-7BB1-628D-8496-DAC4BA12B88E}"/>
                </a:ext>
              </a:extLst>
            </p:cNvPr>
            <p:cNvGrpSpPr/>
            <p:nvPr/>
          </p:nvGrpSpPr>
          <p:grpSpPr>
            <a:xfrm>
              <a:off x="12903200" y="0"/>
              <a:ext cx="914400" cy="914400"/>
              <a:chOff x="12903200" y="0"/>
              <a:chExt cx="914400" cy="914400"/>
            </a:xfrm>
          </p:grpSpPr>
          <p:sp>
            <p:nvSpPr>
              <p:cNvPr id="9" name="Right Triangle 8">
                <a:extLst>
                  <a:ext uri="{FF2B5EF4-FFF2-40B4-BE49-F238E27FC236}">
                    <a16:creationId xmlns:a16="http://schemas.microsoft.com/office/drawing/2014/main" id="{3DC8932C-B02B-846F-8574-8982C9708934}"/>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0" name="Oval 20">
                <a:extLst>
                  <a:ext uri="{FF2B5EF4-FFF2-40B4-BE49-F238E27FC236}">
                    <a16:creationId xmlns:a16="http://schemas.microsoft.com/office/drawing/2014/main" id="{3FEB733D-5D3C-6897-986B-392C18517866}"/>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8" name="TextBox 7">
              <a:extLst>
                <a:ext uri="{FF2B5EF4-FFF2-40B4-BE49-F238E27FC236}">
                  <a16:creationId xmlns:a16="http://schemas.microsoft.com/office/drawing/2014/main" id="{93ABF3CE-3184-3EA1-6B26-891725A3EC70}"/>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Tree>
    <p:extLst>
      <p:ext uri="{BB962C8B-B14F-4D97-AF65-F5344CB8AC3E}">
        <p14:creationId xmlns:p14="http://schemas.microsoft.com/office/powerpoint/2010/main" val="12912818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178E810-08EE-E480-31BE-0828680EDB33}"/>
              </a:ext>
            </a:extLst>
          </p:cNvPr>
          <p:cNvGraphicFramePr>
            <a:graphicFrameLocks noChangeAspect="1"/>
          </p:cNvGraphicFramePr>
          <p:nvPr>
            <p:custDataLst>
              <p:tags r:id="rId1"/>
            </p:custDataLst>
            <p:extLst>
              <p:ext uri="{D42A27DB-BD31-4B8C-83A1-F6EECF244321}">
                <p14:modId xmlns:p14="http://schemas.microsoft.com/office/powerpoint/2010/main" val="1563336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12" name="think-cell data - do not delete" hidden="1">
                        <a:extLst>
                          <a:ext uri="{FF2B5EF4-FFF2-40B4-BE49-F238E27FC236}">
                            <a16:creationId xmlns:a16="http://schemas.microsoft.com/office/drawing/2014/main" id="{F178E810-08EE-E480-31BE-0828680EDB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FB55CFBC-32EC-29F7-1B12-D58D9D4F8921}"/>
              </a:ext>
            </a:extLst>
          </p:cNvPr>
          <p:cNvSpPr>
            <a:spLocks noGrp="1"/>
          </p:cNvSpPr>
          <p:nvPr>
            <p:ph sz="quarter" idx="15"/>
          </p:nvPr>
        </p:nvSpPr>
        <p:spPr/>
        <p:txBody>
          <a:bodyPr/>
          <a:lstStyle/>
          <a:p>
            <a:endParaRPr lang="en-US"/>
          </a:p>
        </p:txBody>
      </p:sp>
      <p:sp>
        <p:nvSpPr>
          <p:cNvPr id="5" name="Footer Placeholder 4">
            <a:extLst>
              <a:ext uri="{FF2B5EF4-FFF2-40B4-BE49-F238E27FC236}">
                <a16:creationId xmlns:a16="http://schemas.microsoft.com/office/drawing/2014/main" id="{DCCBD908-74CB-AE2F-C673-ADB5AE9739FC}"/>
              </a:ext>
            </a:extLst>
          </p:cNvPr>
          <p:cNvSpPr>
            <a:spLocks noGrp="1"/>
          </p:cNvSpPr>
          <p:nvPr>
            <p:ph type="ftr" sz="quarter" idx="3"/>
          </p:nvPr>
        </p:nvSpPr>
        <p:spPr/>
        <p:txBody>
          <a:bodyPr/>
          <a:lstStyle/>
          <a:p>
            <a:r>
              <a:rPr lang="en-CA"/>
              <a:t>2024</a:t>
            </a:r>
          </a:p>
        </p:txBody>
      </p:sp>
      <p:sp>
        <p:nvSpPr>
          <p:cNvPr id="15" name="Rectangle 14">
            <a:extLst>
              <a:ext uri="{FF2B5EF4-FFF2-40B4-BE49-F238E27FC236}">
                <a16:creationId xmlns:a16="http://schemas.microsoft.com/office/drawing/2014/main" id="{DDB77AA2-3413-933D-4EC5-EBB0F4C7774B}"/>
              </a:ext>
            </a:extLst>
          </p:cNvPr>
          <p:cNvSpPr/>
          <p:nvPr/>
        </p:nvSpPr>
        <p:spPr bwMode="auto">
          <a:xfrm>
            <a:off x="448970" y="2201158"/>
            <a:ext cx="5401559" cy="4280025"/>
          </a:xfrm>
          <a:prstGeom prst="rect">
            <a:avLst/>
          </a:prstGeom>
          <a:solidFill>
            <a:schemeClr val="accent2"/>
          </a:solidFill>
          <a:ln w="952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7" name="Content Placeholder 5">
            <a:extLst>
              <a:ext uri="{FF2B5EF4-FFF2-40B4-BE49-F238E27FC236}">
                <a16:creationId xmlns:a16="http://schemas.microsoft.com/office/drawing/2014/main" id="{B783B01A-12D0-4611-B2CD-B7B52E619538}"/>
              </a:ext>
            </a:extLst>
          </p:cNvPr>
          <p:cNvSpPr txBox="1">
            <a:spLocks/>
          </p:cNvSpPr>
          <p:nvPr/>
        </p:nvSpPr>
        <p:spPr bwMode="gray">
          <a:xfrm>
            <a:off x="1152457" y="4622261"/>
            <a:ext cx="3934502" cy="1500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314020" indent="0" algn="l" defTabSz="1225551" rtl="0" eaLnBrk="1" fontAlgn="base" hangingPunct="1">
              <a:spcBef>
                <a:spcPts val="412"/>
              </a:spcBef>
              <a:spcAft>
                <a:spcPct val="0"/>
              </a:spcAft>
              <a:buClr>
                <a:schemeClr val="accent3"/>
              </a:buClr>
              <a:buSzPct val="70000"/>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623679"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942059" indent="0" algn="l" defTabSz="1225551" rtl="0" eaLnBrk="1" fontAlgn="base" hangingPunct="1">
              <a:spcBef>
                <a:spcPts val="412"/>
              </a:spcBef>
              <a:spcAft>
                <a:spcPct val="0"/>
              </a:spcAft>
              <a:buClr>
                <a:schemeClr val="accent3"/>
              </a:buClr>
              <a:buFont typeface="Wingdings" pitchFamily="2" charset="2"/>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260442" indent="0" algn="l" defTabSz="1225551" rtl="0" eaLnBrk="1" fontAlgn="base" hangingPunct="1">
              <a:spcBef>
                <a:spcPts val="412"/>
              </a:spcBef>
              <a:spcAft>
                <a:spcPct val="0"/>
              </a:spcAft>
              <a:buClr>
                <a:schemeClr val="accent3"/>
              </a:buClr>
              <a:buFont typeface="Arial" charset="0"/>
              <a:buNone/>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r>
              <a:rPr lang="en-US" sz="3200" b="1" kern="0">
                <a:solidFill>
                  <a:schemeClr val="bg1"/>
                </a:solidFill>
              </a:rPr>
              <a:t>What is Efficient Elements for presentations?</a:t>
            </a:r>
          </a:p>
        </p:txBody>
      </p:sp>
      <p:pic>
        <p:nvPicPr>
          <p:cNvPr id="42" name="Picture 41">
            <a:extLst>
              <a:ext uri="{FF2B5EF4-FFF2-40B4-BE49-F238E27FC236}">
                <a16:creationId xmlns:a16="http://schemas.microsoft.com/office/drawing/2014/main" id="{F7D3C5AD-5A04-6A44-DEE7-18B1C0E10273}"/>
              </a:ext>
            </a:extLst>
          </p:cNvPr>
          <p:cNvPicPr>
            <a:picLocks noChangeAspect="1"/>
          </p:cNvPicPr>
          <p:nvPr/>
        </p:nvPicPr>
        <p:blipFill>
          <a:blip r:embed="rId5"/>
          <a:stretch>
            <a:fillRect/>
          </a:stretch>
        </p:blipFill>
        <p:spPr>
          <a:xfrm>
            <a:off x="1152457" y="2904614"/>
            <a:ext cx="2884450" cy="1181132"/>
          </a:xfrm>
          <a:prstGeom prst="rect">
            <a:avLst/>
          </a:prstGeom>
        </p:spPr>
      </p:pic>
      <p:grpSp>
        <p:nvGrpSpPr>
          <p:cNvPr id="48" name="Group 47">
            <a:extLst>
              <a:ext uri="{FF2B5EF4-FFF2-40B4-BE49-F238E27FC236}">
                <a16:creationId xmlns:a16="http://schemas.microsoft.com/office/drawing/2014/main" id="{CF3DBC4E-BCBF-2430-5B27-1DF19CD63EB1}"/>
              </a:ext>
            </a:extLst>
          </p:cNvPr>
          <p:cNvGrpSpPr/>
          <p:nvPr/>
        </p:nvGrpSpPr>
        <p:grpSpPr>
          <a:xfrm>
            <a:off x="7440584" y="2569551"/>
            <a:ext cx="5650930" cy="3543240"/>
            <a:chOff x="7440584" y="3024856"/>
            <a:chExt cx="5650930" cy="3543240"/>
          </a:xfrm>
        </p:grpSpPr>
        <p:sp>
          <p:nvSpPr>
            <p:cNvPr id="13" name="Content Placeholder 5">
              <a:extLst>
                <a:ext uri="{FF2B5EF4-FFF2-40B4-BE49-F238E27FC236}">
                  <a16:creationId xmlns:a16="http://schemas.microsoft.com/office/drawing/2014/main" id="{5314DFAC-BFF1-4D6D-B8C2-544DCB8E545F}"/>
                </a:ext>
              </a:extLst>
            </p:cNvPr>
            <p:cNvSpPr txBox="1">
              <a:spLocks/>
            </p:cNvSpPr>
            <p:nvPr/>
          </p:nvSpPr>
          <p:spPr bwMode="gray">
            <a:xfrm>
              <a:off x="7533757" y="3024856"/>
              <a:ext cx="5557757" cy="61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Segoe UI" panose="020B0502040204020203" pitchFamily="34" charset="0"/>
                <a:buChar char="•"/>
              </a:pPr>
              <a:r>
                <a:rPr lang="en-US" sz="1800">
                  <a:solidFill>
                    <a:schemeClr val="tx1"/>
                  </a:solidFill>
                  <a:latin typeface="+mn-lt"/>
                </a:rPr>
                <a:t>A</a:t>
              </a:r>
              <a:r>
                <a:rPr lang="en-US" sz="1800" kern="1200">
                  <a:solidFill>
                    <a:schemeClr val="tx1"/>
                  </a:solidFill>
                  <a:latin typeface="+mn-lt"/>
                </a:rPr>
                <a:t>dd-in for PowerPoint helping create professional presentations in less time with consistent branding</a:t>
              </a:r>
            </a:p>
          </p:txBody>
        </p:sp>
        <p:sp>
          <p:nvSpPr>
            <p:cNvPr id="18" name="Content Placeholder 5">
              <a:extLst>
                <a:ext uri="{FF2B5EF4-FFF2-40B4-BE49-F238E27FC236}">
                  <a16:creationId xmlns:a16="http://schemas.microsoft.com/office/drawing/2014/main" id="{1C7AB194-D948-95D8-2DB9-2A864794BC4C}"/>
                </a:ext>
              </a:extLst>
            </p:cNvPr>
            <p:cNvSpPr txBox="1">
              <a:spLocks/>
            </p:cNvSpPr>
            <p:nvPr/>
          </p:nvSpPr>
          <p:spPr bwMode="gray">
            <a:xfrm>
              <a:off x="7533757" y="3999660"/>
              <a:ext cx="5557757" cy="61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Arial" panose="020B0604020202020204" pitchFamily="34" charset="0"/>
                <a:buChar char="•"/>
              </a:pPr>
              <a:r>
                <a:rPr lang="en-US" sz="1800">
                  <a:solidFill>
                    <a:schemeClr val="tx1">
                      <a:lumMod val="100000"/>
                    </a:schemeClr>
                  </a:solidFill>
                  <a:latin typeface="+mn-lt"/>
                </a:rPr>
                <a:t>Executes editing and formatting quicker with the Efficient Elements</a:t>
              </a:r>
            </a:p>
          </p:txBody>
        </p:sp>
        <p:sp>
          <p:nvSpPr>
            <p:cNvPr id="19" name="Content Placeholder 5">
              <a:extLst>
                <a:ext uri="{FF2B5EF4-FFF2-40B4-BE49-F238E27FC236}">
                  <a16:creationId xmlns:a16="http://schemas.microsoft.com/office/drawing/2014/main" id="{5348AB07-B75B-DC4B-F5DF-EE4EC5CE63BA}"/>
                </a:ext>
              </a:extLst>
            </p:cNvPr>
            <p:cNvSpPr txBox="1">
              <a:spLocks/>
            </p:cNvSpPr>
            <p:nvPr/>
          </p:nvSpPr>
          <p:spPr bwMode="gray">
            <a:xfrm>
              <a:off x="7533757" y="4974464"/>
              <a:ext cx="5557757" cy="61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Arial" panose="020B0604020202020204" pitchFamily="34" charset="0"/>
                <a:buChar char="•"/>
              </a:pPr>
              <a:r>
                <a:rPr lang="en-US" sz="1800">
                  <a:solidFill>
                    <a:schemeClr val="tx1">
                      <a:lumMod val="100000"/>
                    </a:schemeClr>
                  </a:solidFill>
                  <a:latin typeface="+mn-lt"/>
                </a:rPr>
                <a:t>Provides extensive library of pre-made elements including charts, diagrams, and boxes</a:t>
              </a:r>
            </a:p>
          </p:txBody>
        </p:sp>
        <p:grpSp>
          <p:nvGrpSpPr>
            <p:cNvPr id="22" name="Group 21">
              <a:extLst>
                <a:ext uri="{FF2B5EF4-FFF2-40B4-BE49-F238E27FC236}">
                  <a16:creationId xmlns:a16="http://schemas.microsoft.com/office/drawing/2014/main" id="{62F65540-6780-6417-BB24-AE93690E6ED8}"/>
                </a:ext>
              </a:extLst>
            </p:cNvPr>
            <p:cNvGrpSpPr/>
            <p:nvPr/>
          </p:nvGrpSpPr>
          <p:grpSpPr>
            <a:xfrm>
              <a:off x="7440584" y="3082842"/>
              <a:ext cx="269875" cy="269875"/>
              <a:chOff x="5937564" y="3833745"/>
              <a:chExt cx="306171" cy="306910"/>
            </a:xfrm>
          </p:grpSpPr>
          <p:sp>
            <p:nvSpPr>
              <p:cNvPr id="23" name="Freeform 94">
                <a:extLst>
                  <a:ext uri="{FF2B5EF4-FFF2-40B4-BE49-F238E27FC236}">
                    <a16:creationId xmlns:a16="http://schemas.microsoft.com/office/drawing/2014/main" id="{31D115FC-CB45-A5DA-05D7-89ED677D55EC}"/>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a:solidFill>
                  <a:schemeClr val="tx2"/>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24" name="Freeform 95">
                <a:extLst>
                  <a:ext uri="{FF2B5EF4-FFF2-40B4-BE49-F238E27FC236}">
                    <a16:creationId xmlns:a16="http://schemas.microsoft.com/office/drawing/2014/main" id="{4F6FE02E-EE76-803E-351C-346B4E531618}"/>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grpSp>
          <p:nvGrpSpPr>
            <p:cNvPr id="25" name="Group 24">
              <a:extLst>
                <a:ext uri="{FF2B5EF4-FFF2-40B4-BE49-F238E27FC236}">
                  <a16:creationId xmlns:a16="http://schemas.microsoft.com/office/drawing/2014/main" id="{3A2F61E7-B9F8-3090-FA2C-E3070A0B208C}"/>
                </a:ext>
              </a:extLst>
            </p:cNvPr>
            <p:cNvGrpSpPr/>
            <p:nvPr/>
          </p:nvGrpSpPr>
          <p:grpSpPr>
            <a:xfrm>
              <a:off x="7440584" y="4051497"/>
              <a:ext cx="269875" cy="269875"/>
              <a:chOff x="5937564" y="3833745"/>
              <a:chExt cx="306171" cy="306910"/>
            </a:xfrm>
          </p:grpSpPr>
          <p:sp>
            <p:nvSpPr>
              <p:cNvPr id="26" name="Freeform 94">
                <a:extLst>
                  <a:ext uri="{FF2B5EF4-FFF2-40B4-BE49-F238E27FC236}">
                    <a16:creationId xmlns:a16="http://schemas.microsoft.com/office/drawing/2014/main" id="{5531A4C7-9355-C96C-66B4-C8AC5B26C369}"/>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a:solidFill>
                  <a:schemeClr val="tx2"/>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27" name="Freeform 95">
                <a:extLst>
                  <a:ext uri="{FF2B5EF4-FFF2-40B4-BE49-F238E27FC236}">
                    <a16:creationId xmlns:a16="http://schemas.microsoft.com/office/drawing/2014/main" id="{EA77F3D1-6B75-4047-0EF7-846264ED0C8A}"/>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grpSp>
          <p:nvGrpSpPr>
            <p:cNvPr id="28" name="Group 27">
              <a:extLst>
                <a:ext uri="{FF2B5EF4-FFF2-40B4-BE49-F238E27FC236}">
                  <a16:creationId xmlns:a16="http://schemas.microsoft.com/office/drawing/2014/main" id="{F6A97A1B-1F65-CBE1-DB9C-CC1274BC9698}"/>
                </a:ext>
              </a:extLst>
            </p:cNvPr>
            <p:cNvGrpSpPr/>
            <p:nvPr/>
          </p:nvGrpSpPr>
          <p:grpSpPr>
            <a:xfrm>
              <a:off x="7440584" y="5020152"/>
              <a:ext cx="269875" cy="269875"/>
              <a:chOff x="5937564" y="3833745"/>
              <a:chExt cx="306171" cy="306910"/>
            </a:xfrm>
          </p:grpSpPr>
          <p:sp>
            <p:nvSpPr>
              <p:cNvPr id="29" name="Freeform 94">
                <a:extLst>
                  <a:ext uri="{FF2B5EF4-FFF2-40B4-BE49-F238E27FC236}">
                    <a16:creationId xmlns:a16="http://schemas.microsoft.com/office/drawing/2014/main" id="{04249401-EB74-C3EB-8B56-FF6437529F2C}"/>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a:solidFill>
                  <a:schemeClr val="tx2"/>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30" name="Freeform 95">
                <a:extLst>
                  <a:ext uri="{FF2B5EF4-FFF2-40B4-BE49-F238E27FC236}">
                    <a16:creationId xmlns:a16="http://schemas.microsoft.com/office/drawing/2014/main" id="{7BDC7F93-0F9C-FD58-AEF1-4776F6A14F5F}"/>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sp>
          <p:nvSpPr>
            <p:cNvPr id="44" name="Content Placeholder 5">
              <a:extLst>
                <a:ext uri="{FF2B5EF4-FFF2-40B4-BE49-F238E27FC236}">
                  <a16:creationId xmlns:a16="http://schemas.microsoft.com/office/drawing/2014/main" id="{DA6EE0A0-3C98-BBEF-3D51-043392D126C2}"/>
                </a:ext>
              </a:extLst>
            </p:cNvPr>
            <p:cNvSpPr txBox="1">
              <a:spLocks/>
            </p:cNvSpPr>
            <p:nvPr/>
          </p:nvSpPr>
          <p:spPr bwMode="gray">
            <a:xfrm>
              <a:off x="7533756" y="5949267"/>
              <a:ext cx="5557757" cy="61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ctr" anchorCtr="0" compatLnSpc="1">
              <a:prstTxWarp prst="textNoShape">
                <a:avLst/>
              </a:prstTxWarp>
            </a:bodyPr>
            <a:lstStyle>
              <a:lvl1pPr marL="0" indent="0" algn="l" defTabSz="1225551" rtl="0" eaLnBrk="1" fontAlgn="base" hangingPunct="1">
                <a:spcBef>
                  <a:spcPts val="1236"/>
                </a:spcBef>
                <a:spcAft>
                  <a:spcPct val="0"/>
                </a:spcAft>
                <a:buClr>
                  <a:schemeClr val="accent3"/>
                </a:buClr>
                <a:buSzPct val="70000"/>
                <a:buFont typeface="Wingdings" pitchFamily="2" charset="2"/>
                <a:buNone/>
                <a:defRPr sz="1600">
                  <a:solidFill>
                    <a:schemeClr val="tx1">
                      <a:lumMod val="85000"/>
                      <a:lumOff val="15000"/>
                    </a:schemeClr>
                  </a:solidFill>
                  <a:latin typeface="Arial" panose="020B0604020202020204" pitchFamily="34" charset="0"/>
                  <a:ea typeface="Roboto Lt" panose="02000000000000000000" pitchFamily="2" charset="0"/>
                  <a:cs typeface="Arial" panose="020B0604020202020204" pitchFamily="34" charset="0"/>
                </a:defRPr>
              </a:lvl1pPr>
              <a:lvl2pPr marL="628040" indent="-314020" algn="l" defTabSz="1225551" rtl="0" eaLnBrk="1" fontAlgn="base" hangingPunct="1">
                <a:spcBef>
                  <a:spcPts val="412"/>
                </a:spcBef>
                <a:spcAft>
                  <a:spcPct val="0"/>
                </a:spcAft>
                <a:buClr>
                  <a:schemeClr val="accent3"/>
                </a:buClr>
                <a:buSzPct val="70000"/>
                <a:buFont typeface="Wingdings" pitchFamily="2" charset="2"/>
                <a:buChar char="n"/>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2pPr>
              <a:lvl3pPr marL="937699" indent="-314020" algn="l" defTabSz="1225551" rtl="0" eaLnBrk="1" fontAlgn="base" hangingPunct="1">
                <a:spcBef>
                  <a:spcPts val="412"/>
                </a:spcBef>
                <a:spcAft>
                  <a:spcPct val="0"/>
                </a:spcAft>
                <a:buClr>
                  <a:schemeClr val="accent3"/>
                </a:buClr>
                <a:buFont typeface="Arial" charset="0"/>
                <a:buChar char="–"/>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3pPr>
              <a:lvl4pPr marL="1256079" indent="-314020" algn="l" defTabSz="1225551" rtl="0" eaLnBrk="1" fontAlgn="base" hangingPunct="1">
                <a:spcBef>
                  <a:spcPts val="412"/>
                </a:spcBef>
                <a:spcAft>
                  <a:spcPct val="0"/>
                </a:spcAft>
                <a:buClr>
                  <a:schemeClr val="accent3"/>
                </a:buClr>
                <a:buFont typeface="Wingdings" pitchFamily="2" charset="2"/>
                <a:buChar char="w"/>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4pPr>
              <a:lvl5pPr marL="1574462" indent="-314020" algn="l" defTabSz="1225551" rtl="0" eaLnBrk="1" fontAlgn="base" hangingPunct="1">
                <a:spcBef>
                  <a:spcPts val="412"/>
                </a:spcBef>
                <a:spcAft>
                  <a:spcPct val="0"/>
                </a:spcAft>
                <a:buClr>
                  <a:schemeClr val="accent3"/>
                </a:buClr>
                <a:buFont typeface="Arial" charset="0"/>
                <a:buChar char="&gt;"/>
                <a:defRPr sz="1600">
                  <a:solidFill>
                    <a:schemeClr val="tx1">
                      <a:lumMod val="75000"/>
                      <a:lumOff val="25000"/>
                    </a:schemeClr>
                  </a:solidFill>
                  <a:latin typeface="Arial" panose="020B0604020202020204" pitchFamily="34" charset="0"/>
                  <a:ea typeface="Roboto Lt" panose="02000000000000000000" pitchFamily="2" charset="0"/>
                  <a:cs typeface="Arial" panose="020B0604020202020204" pitchFamily="34" charset="0"/>
                </a:defRPr>
              </a:lvl5pPr>
              <a:lvl6pPr marL="220250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6pPr>
              <a:lvl7pPr marL="2830541"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7pPr>
              <a:lvl8pPr marL="3458582"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8pPr>
              <a:lvl9pPr marL="4086620" indent="-333646" algn="l" defTabSz="1225551" rtl="0" eaLnBrk="1" fontAlgn="base" hangingPunct="1">
                <a:spcBef>
                  <a:spcPct val="25000"/>
                </a:spcBef>
                <a:spcAft>
                  <a:spcPct val="0"/>
                </a:spcAft>
                <a:buClr>
                  <a:srgbClr val="83AED1"/>
                </a:buClr>
                <a:buFont typeface="Arial" charset="0"/>
                <a:buChar char="&gt;"/>
                <a:defRPr sz="1648">
                  <a:solidFill>
                    <a:schemeClr val="tx1"/>
                  </a:solidFill>
                  <a:latin typeface="+mn-lt"/>
                  <a:ea typeface="+mn-ea"/>
                </a:defRPr>
              </a:lvl9pPr>
            </a:lstStyle>
            <a:p>
              <a:pPr marL="324000" lvl="1" indent="-216000">
                <a:spcBef>
                  <a:spcPts val="0"/>
                </a:spcBef>
                <a:spcAft>
                  <a:spcPts val="0"/>
                </a:spcAft>
                <a:buClr>
                  <a:schemeClr val="accent1"/>
                </a:buClr>
                <a:buSzPct val="100000"/>
                <a:buFont typeface="Arial" panose="020B0604020202020204" pitchFamily="34" charset="0"/>
                <a:buChar char="•"/>
              </a:pPr>
              <a:r>
                <a:rPr lang="en-US" sz="1800">
                  <a:solidFill>
                    <a:schemeClr val="tx1">
                      <a:lumMod val="100000"/>
                    </a:schemeClr>
                  </a:solidFill>
                  <a:latin typeface="+mn-lt"/>
                </a:rPr>
                <a:t>Offers hundreds of icons, flags, and illustrations, and customization of layouts</a:t>
              </a:r>
            </a:p>
          </p:txBody>
        </p:sp>
        <p:grpSp>
          <p:nvGrpSpPr>
            <p:cNvPr id="45" name="Group 44">
              <a:extLst>
                <a:ext uri="{FF2B5EF4-FFF2-40B4-BE49-F238E27FC236}">
                  <a16:creationId xmlns:a16="http://schemas.microsoft.com/office/drawing/2014/main" id="{623720A5-BAF6-A210-0913-28D82548ECAD}"/>
                </a:ext>
              </a:extLst>
            </p:cNvPr>
            <p:cNvGrpSpPr/>
            <p:nvPr/>
          </p:nvGrpSpPr>
          <p:grpSpPr>
            <a:xfrm>
              <a:off x="7440584" y="5988806"/>
              <a:ext cx="269875" cy="269875"/>
              <a:chOff x="5937564" y="3833745"/>
              <a:chExt cx="306171" cy="306910"/>
            </a:xfrm>
          </p:grpSpPr>
          <p:sp>
            <p:nvSpPr>
              <p:cNvPr id="46" name="Freeform 94">
                <a:extLst>
                  <a:ext uri="{FF2B5EF4-FFF2-40B4-BE49-F238E27FC236}">
                    <a16:creationId xmlns:a16="http://schemas.microsoft.com/office/drawing/2014/main" id="{F8224F33-3A3B-BEED-944A-500B254FAB6B}"/>
                  </a:ext>
                </a:extLst>
              </p:cNvPr>
              <p:cNvSpPr>
                <a:spLocks/>
              </p:cNvSpPr>
              <p:nvPr/>
            </p:nvSpPr>
            <p:spPr bwMode="gray">
              <a:xfrm>
                <a:off x="5937564" y="3833745"/>
                <a:ext cx="306171" cy="306910"/>
              </a:xfrm>
              <a:custGeom>
                <a:avLst/>
                <a:gdLst>
                  <a:gd name="T0" fmla="*/ 0 w 1052"/>
                  <a:gd name="T1" fmla="*/ 526 h 1052"/>
                  <a:gd name="T2" fmla="*/ 0 w 1052"/>
                  <a:gd name="T3" fmla="*/ 526 h 1052"/>
                  <a:gd name="T4" fmla="*/ 526 w 1052"/>
                  <a:gd name="T5" fmla="*/ 0 h 1052"/>
                  <a:gd name="T6" fmla="*/ 1052 w 1052"/>
                  <a:gd name="T7" fmla="*/ 526 h 1052"/>
                  <a:gd name="T8" fmla="*/ 1052 w 1052"/>
                  <a:gd name="T9" fmla="*/ 526 h 1052"/>
                  <a:gd name="T10" fmla="*/ 526 w 1052"/>
                  <a:gd name="T11" fmla="*/ 1052 h 1052"/>
                  <a:gd name="T12" fmla="*/ 526 w 1052"/>
                  <a:gd name="T13" fmla="*/ 1052 h 1052"/>
                  <a:gd name="T14" fmla="*/ 0 w 1052"/>
                  <a:gd name="T15" fmla="*/ 526 h 10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2" h="1052">
                    <a:moveTo>
                      <a:pt x="0" y="526"/>
                    </a:moveTo>
                    <a:cubicBezTo>
                      <a:pt x="0" y="526"/>
                      <a:pt x="0" y="526"/>
                      <a:pt x="0" y="526"/>
                    </a:cubicBezTo>
                    <a:cubicBezTo>
                      <a:pt x="0" y="236"/>
                      <a:pt x="236" y="0"/>
                      <a:pt x="526" y="0"/>
                    </a:cubicBezTo>
                    <a:cubicBezTo>
                      <a:pt x="817" y="0"/>
                      <a:pt x="1052" y="236"/>
                      <a:pt x="1052" y="526"/>
                    </a:cubicBezTo>
                    <a:cubicBezTo>
                      <a:pt x="1052" y="526"/>
                      <a:pt x="1052" y="526"/>
                      <a:pt x="1052" y="526"/>
                    </a:cubicBezTo>
                    <a:cubicBezTo>
                      <a:pt x="1052" y="817"/>
                      <a:pt x="817" y="1052"/>
                      <a:pt x="526" y="1052"/>
                    </a:cubicBezTo>
                    <a:cubicBezTo>
                      <a:pt x="526" y="1052"/>
                      <a:pt x="526" y="1052"/>
                      <a:pt x="526" y="1052"/>
                    </a:cubicBezTo>
                    <a:cubicBezTo>
                      <a:pt x="236" y="1052"/>
                      <a:pt x="0" y="817"/>
                      <a:pt x="0" y="526"/>
                    </a:cubicBezTo>
                    <a:close/>
                  </a:path>
                </a:pathLst>
              </a:custGeom>
              <a:solidFill>
                <a:srgbClr val="1A0B60"/>
              </a:solidFill>
              <a:ln>
                <a:solidFill>
                  <a:schemeClr val="tx2"/>
                </a:solidFill>
              </a:ln>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sp>
            <p:nvSpPr>
              <p:cNvPr id="47" name="Freeform 95">
                <a:extLst>
                  <a:ext uri="{FF2B5EF4-FFF2-40B4-BE49-F238E27FC236}">
                    <a16:creationId xmlns:a16="http://schemas.microsoft.com/office/drawing/2014/main" id="{D00AA1CA-B27C-FB0B-6E15-28D486AD214E}"/>
                  </a:ext>
                </a:extLst>
              </p:cNvPr>
              <p:cNvSpPr>
                <a:spLocks/>
              </p:cNvSpPr>
              <p:nvPr/>
            </p:nvSpPr>
            <p:spPr bwMode="gray">
              <a:xfrm>
                <a:off x="6053995" y="3876005"/>
                <a:ext cx="120251" cy="224731"/>
              </a:xfrm>
              <a:custGeom>
                <a:avLst/>
                <a:gdLst>
                  <a:gd name="T0" fmla="*/ 66 w 976"/>
                  <a:gd name="T1" fmla="*/ 1824 h 1824"/>
                  <a:gd name="T2" fmla="*/ 0 w 976"/>
                  <a:gd name="T3" fmla="*/ 1758 h 1824"/>
                  <a:gd name="T4" fmla="*/ 843 w 976"/>
                  <a:gd name="T5" fmla="*/ 912 h 1824"/>
                  <a:gd name="T6" fmla="*/ 0 w 976"/>
                  <a:gd name="T7" fmla="*/ 66 h 1824"/>
                  <a:gd name="T8" fmla="*/ 66 w 976"/>
                  <a:gd name="T9" fmla="*/ 0 h 1824"/>
                  <a:gd name="T10" fmla="*/ 976 w 976"/>
                  <a:gd name="T11" fmla="*/ 912 h 1824"/>
                  <a:gd name="T12" fmla="*/ 66 w 976"/>
                  <a:gd name="T13" fmla="*/ 1824 h 1824"/>
                </a:gdLst>
                <a:ahLst/>
                <a:cxnLst>
                  <a:cxn ang="0">
                    <a:pos x="T0" y="T1"/>
                  </a:cxn>
                  <a:cxn ang="0">
                    <a:pos x="T2" y="T3"/>
                  </a:cxn>
                  <a:cxn ang="0">
                    <a:pos x="T4" y="T5"/>
                  </a:cxn>
                  <a:cxn ang="0">
                    <a:pos x="T6" y="T7"/>
                  </a:cxn>
                  <a:cxn ang="0">
                    <a:pos x="T8" y="T9"/>
                  </a:cxn>
                  <a:cxn ang="0">
                    <a:pos x="T10" y="T11"/>
                  </a:cxn>
                  <a:cxn ang="0">
                    <a:pos x="T12" y="T13"/>
                  </a:cxn>
                </a:cxnLst>
                <a:rect l="0" t="0" r="r" b="b"/>
                <a:pathLst>
                  <a:path w="976" h="1824">
                    <a:moveTo>
                      <a:pt x="66" y="1824"/>
                    </a:moveTo>
                    <a:lnTo>
                      <a:pt x="0" y="1758"/>
                    </a:lnTo>
                    <a:lnTo>
                      <a:pt x="843" y="912"/>
                    </a:lnTo>
                    <a:lnTo>
                      <a:pt x="0" y="66"/>
                    </a:lnTo>
                    <a:lnTo>
                      <a:pt x="66" y="0"/>
                    </a:lnTo>
                    <a:lnTo>
                      <a:pt x="976" y="912"/>
                    </a:lnTo>
                    <a:lnTo>
                      <a:pt x="66" y="182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8641" tIns="44321" rIns="88641" bIns="44321" numCol="1" anchor="t" anchorCtr="0" compatLnSpc="1">
                <a:prstTxWarp prst="textNoShape">
                  <a:avLst/>
                </a:prstTxWarp>
              </a:bodyPr>
              <a:lstStyle/>
              <a:p>
                <a:endParaRPr lang="en-US">
                  <a:solidFill>
                    <a:srgbClr val="6E6F73"/>
                  </a:solidFill>
                </a:endParaRPr>
              </a:p>
            </p:txBody>
          </p:sp>
        </p:grpSp>
      </p:grpSp>
      <p:grpSp>
        <p:nvGrpSpPr>
          <p:cNvPr id="49" name="Group 48">
            <a:extLst>
              <a:ext uri="{FF2B5EF4-FFF2-40B4-BE49-F238E27FC236}">
                <a16:creationId xmlns:a16="http://schemas.microsoft.com/office/drawing/2014/main" id="{6DCB9ACA-7522-1FBF-EC99-79FD22160439}"/>
              </a:ext>
            </a:extLst>
          </p:cNvPr>
          <p:cNvGrpSpPr/>
          <p:nvPr/>
        </p:nvGrpSpPr>
        <p:grpSpPr>
          <a:xfrm>
            <a:off x="10874499" y="0"/>
            <a:ext cx="2943101" cy="914400"/>
            <a:chOff x="10874499" y="0"/>
            <a:chExt cx="2943101" cy="914400"/>
          </a:xfrm>
        </p:grpSpPr>
        <p:grpSp>
          <p:nvGrpSpPr>
            <p:cNvPr id="50" name="Group 49">
              <a:extLst>
                <a:ext uri="{FF2B5EF4-FFF2-40B4-BE49-F238E27FC236}">
                  <a16:creationId xmlns:a16="http://schemas.microsoft.com/office/drawing/2014/main" id="{D40AC8B1-827A-3414-80BE-63B2885F30D0}"/>
                </a:ext>
              </a:extLst>
            </p:cNvPr>
            <p:cNvGrpSpPr/>
            <p:nvPr/>
          </p:nvGrpSpPr>
          <p:grpSpPr>
            <a:xfrm>
              <a:off x="12903200" y="0"/>
              <a:ext cx="914400" cy="914400"/>
              <a:chOff x="12903200" y="0"/>
              <a:chExt cx="914400" cy="914400"/>
            </a:xfrm>
          </p:grpSpPr>
          <p:sp>
            <p:nvSpPr>
              <p:cNvPr id="52" name="Right Triangle 51">
                <a:extLst>
                  <a:ext uri="{FF2B5EF4-FFF2-40B4-BE49-F238E27FC236}">
                    <a16:creationId xmlns:a16="http://schemas.microsoft.com/office/drawing/2014/main" id="{2D2AF2A7-E00D-49DC-E3BC-28E4E80E542F}"/>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53" name="Oval 20">
                <a:extLst>
                  <a:ext uri="{FF2B5EF4-FFF2-40B4-BE49-F238E27FC236}">
                    <a16:creationId xmlns:a16="http://schemas.microsoft.com/office/drawing/2014/main" id="{1807A6FA-6D09-D4C8-219C-368B12662845}"/>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51" name="TextBox 50">
              <a:extLst>
                <a:ext uri="{FF2B5EF4-FFF2-40B4-BE49-F238E27FC236}">
                  <a16:creationId xmlns:a16="http://schemas.microsoft.com/office/drawing/2014/main" id="{1CB80F10-23B8-7742-87B9-71A14ACAAC24}"/>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
        <p:nvSpPr>
          <p:cNvPr id="54" name="TextBox 53">
            <a:extLst>
              <a:ext uri="{FF2B5EF4-FFF2-40B4-BE49-F238E27FC236}">
                <a16:creationId xmlns:a16="http://schemas.microsoft.com/office/drawing/2014/main" id="{8119A97B-9C0D-D384-ED24-3A98A726D9C3}"/>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2) Efficient elements</a:t>
            </a:r>
          </a:p>
        </p:txBody>
      </p:sp>
    </p:spTree>
    <p:extLst>
      <p:ext uri="{BB962C8B-B14F-4D97-AF65-F5344CB8AC3E}">
        <p14:creationId xmlns:p14="http://schemas.microsoft.com/office/powerpoint/2010/main" val="8458248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 name="think-cell data - do not delete" hidden="1">
            <a:extLst>
              <a:ext uri="{FF2B5EF4-FFF2-40B4-BE49-F238E27FC236}">
                <a16:creationId xmlns:a16="http://schemas.microsoft.com/office/drawing/2014/main" id="{2E8BCEAB-069C-0B6E-30B2-7D81423BFF86}"/>
              </a:ext>
            </a:extLst>
          </p:cNvPr>
          <p:cNvGraphicFramePr>
            <a:graphicFrameLocks noChangeAspect="1"/>
          </p:cNvGraphicFramePr>
          <p:nvPr>
            <p:custDataLst>
              <p:tags r:id="rId1"/>
            </p:custDataLst>
            <p:extLst>
              <p:ext uri="{D42A27DB-BD31-4B8C-83A1-F6EECF244321}">
                <p14:modId xmlns:p14="http://schemas.microsoft.com/office/powerpoint/2010/main" val="8425798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5" name="think-cell data - do not delete" hidden="1">
                        <a:extLst>
                          <a:ext uri="{FF2B5EF4-FFF2-40B4-BE49-F238E27FC236}">
                            <a16:creationId xmlns:a16="http://schemas.microsoft.com/office/drawing/2014/main" id="{2E8BCEAB-069C-0B6E-30B2-7D81423BFF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550E04A-762D-D07D-C63D-26C527387323}"/>
              </a:ext>
            </a:extLst>
          </p:cNvPr>
          <p:cNvSpPr>
            <a:spLocks noGrp="1"/>
          </p:cNvSpPr>
          <p:nvPr>
            <p:ph type="title"/>
          </p:nvPr>
        </p:nvSpPr>
        <p:spPr/>
        <p:txBody>
          <a:bodyPr vert="horz"/>
          <a:lstStyle/>
          <a:p>
            <a:r>
              <a:rPr lang="en-US"/>
              <a:t>A list of Efficient Elements I use most frequently</a:t>
            </a:r>
          </a:p>
        </p:txBody>
      </p:sp>
      <p:sp>
        <p:nvSpPr>
          <p:cNvPr id="5" name="Footer Placeholder 4">
            <a:extLst>
              <a:ext uri="{FF2B5EF4-FFF2-40B4-BE49-F238E27FC236}">
                <a16:creationId xmlns:a16="http://schemas.microsoft.com/office/drawing/2014/main" id="{549FB1BA-F33E-2077-1406-E3B20B3E638A}"/>
              </a:ext>
            </a:extLst>
          </p:cNvPr>
          <p:cNvSpPr>
            <a:spLocks noGrp="1"/>
          </p:cNvSpPr>
          <p:nvPr>
            <p:ph type="ftr" sz="quarter" idx="3"/>
          </p:nvPr>
        </p:nvSpPr>
        <p:spPr/>
        <p:txBody>
          <a:bodyPr/>
          <a:lstStyle/>
          <a:p>
            <a:r>
              <a:rPr lang="en-CA"/>
              <a:t>2024</a:t>
            </a:r>
          </a:p>
        </p:txBody>
      </p:sp>
      <p:pic>
        <p:nvPicPr>
          <p:cNvPr id="7" name="Picture 6">
            <a:extLst>
              <a:ext uri="{FF2B5EF4-FFF2-40B4-BE49-F238E27FC236}">
                <a16:creationId xmlns:a16="http://schemas.microsoft.com/office/drawing/2014/main" id="{B0AA3FE7-3A31-FCA6-2E3A-34C095A28D3E}"/>
              </a:ext>
            </a:extLst>
          </p:cNvPr>
          <p:cNvPicPr>
            <a:picLocks noChangeAspect="1"/>
          </p:cNvPicPr>
          <p:nvPr/>
        </p:nvPicPr>
        <p:blipFill>
          <a:blip r:embed="rId5"/>
          <a:stretch>
            <a:fillRect/>
          </a:stretch>
        </p:blipFill>
        <p:spPr>
          <a:xfrm>
            <a:off x="764144" y="2830004"/>
            <a:ext cx="2473564" cy="619918"/>
          </a:xfrm>
          <a:prstGeom prst="rect">
            <a:avLst/>
          </a:prstGeom>
        </p:spPr>
      </p:pic>
      <p:sp>
        <p:nvSpPr>
          <p:cNvPr id="8" name="Rectangle 7">
            <a:extLst>
              <a:ext uri="{FF2B5EF4-FFF2-40B4-BE49-F238E27FC236}">
                <a16:creationId xmlns:a16="http://schemas.microsoft.com/office/drawing/2014/main" id="{744721DB-9068-2B25-F419-E5189D3E3079}"/>
              </a:ext>
            </a:extLst>
          </p:cNvPr>
          <p:cNvSpPr/>
          <p:nvPr/>
        </p:nvSpPr>
        <p:spPr>
          <a:xfrm flipH="1">
            <a:off x="754587" y="3096307"/>
            <a:ext cx="1108192" cy="340296"/>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aphicFrame>
        <p:nvGraphicFramePr>
          <p:cNvPr id="9" name="table_type_name">
            <a:extLst>
              <a:ext uri="{FF2B5EF4-FFF2-40B4-BE49-F238E27FC236}">
                <a16:creationId xmlns:a16="http://schemas.microsoft.com/office/drawing/2014/main" id="{F96FFD91-EEF3-AD72-9F6E-2B6BE93AB409}"/>
              </a:ext>
            </a:extLst>
          </p:cNvPr>
          <p:cNvGraphicFramePr>
            <a:graphicFrameLocks noGrp="1"/>
          </p:cNvGraphicFramePr>
          <p:nvPr>
            <p:extLst>
              <p:ext uri="{D42A27DB-BD31-4B8C-83A1-F6EECF244321}">
                <p14:modId xmlns:p14="http://schemas.microsoft.com/office/powerpoint/2010/main" val="3745502709"/>
              </p:ext>
            </p:extLst>
          </p:nvPr>
        </p:nvGraphicFramePr>
        <p:xfrm>
          <a:off x="5291580" y="1489828"/>
          <a:ext cx="6654297" cy="5699760"/>
        </p:xfrm>
        <a:graphic>
          <a:graphicData uri="http://schemas.openxmlformats.org/drawingml/2006/table">
            <a:tbl>
              <a:tblPr/>
              <a:tblGrid>
                <a:gridCol w="282587">
                  <a:extLst>
                    <a:ext uri="{9D8B030D-6E8A-4147-A177-3AD203B41FA5}">
                      <a16:colId xmlns:a16="http://schemas.microsoft.com/office/drawing/2014/main" val="2131089681"/>
                    </a:ext>
                  </a:extLst>
                </a:gridCol>
                <a:gridCol w="2786537">
                  <a:extLst>
                    <a:ext uri="{9D8B030D-6E8A-4147-A177-3AD203B41FA5}">
                      <a16:colId xmlns:a16="http://schemas.microsoft.com/office/drawing/2014/main" val="20000"/>
                    </a:ext>
                  </a:extLst>
                </a:gridCol>
                <a:gridCol w="3585173">
                  <a:extLst>
                    <a:ext uri="{9D8B030D-6E8A-4147-A177-3AD203B41FA5}">
                      <a16:colId xmlns:a16="http://schemas.microsoft.com/office/drawing/2014/main" val="20001"/>
                    </a:ext>
                  </a:extLst>
                </a:gridCol>
              </a:tblGrid>
              <a:tr h="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400" b="0" i="0" u="none" strike="noStrike" cap="none" normalizeH="0" baseline="0">
                          <a:ln>
                            <a:noFill/>
                          </a:ln>
                          <a:solidFill>
                            <a:schemeClr val="tx2"/>
                          </a:solidFill>
                          <a:effectLst/>
                          <a:latin typeface="+mn-lt"/>
                          <a:cs typeface="Arial" charset="0"/>
                          <a:sym typeface="Trebuchet MS" panose="020B0603020202020204" pitchFamily="34" charset="0"/>
                        </a:rPr>
                        <a:t>#</a:t>
                      </a:r>
                    </a:p>
                  </a:txBody>
                  <a:tcPr marL="45720" marR="45720" horzOverflow="overflow">
                    <a:lnL cap="flat">
                      <a:noFill/>
                    </a:lnL>
                    <a:lnR>
                      <a:noFill/>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1400" b="0" i="0" u="none" strike="noStrike" cap="none" normalizeH="0" baseline="0">
                          <a:ln>
                            <a:noFill/>
                          </a:ln>
                          <a:solidFill>
                            <a:schemeClr val="tx2"/>
                          </a:solidFill>
                          <a:effectLst/>
                          <a:latin typeface="+mn-lt"/>
                          <a:cs typeface="Arial" charset="0"/>
                          <a:sym typeface="Trebuchet MS" panose="020B0603020202020204" pitchFamily="34" charset="0"/>
                        </a:rPr>
                        <a:t>Efficient element</a:t>
                      </a:r>
                    </a:p>
                  </a:txBody>
                  <a:tcPr marL="45720" marR="45720" horzOverflow="overflow">
                    <a:lnL cap="flat">
                      <a:noFill/>
                    </a:lnL>
                    <a:lnR>
                      <a:noFill/>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400" b="0" i="0" u="none" strike="noStrike" cap="none" normalizeH="0" baseline="0">
                          <a:ln>
                            <a:noFill/>
                          </a:ln>
                          <a:solidFill>
                            <a:schemeClr val="tx2"/>
                          </a:solidFill>
                          <a:effectLst/>
                          <a:latin typeface="+mn-lt"/>
                          <a:cs typeface="Arial" charset="0"/>
                          <a:sym typeface="Trebuchet MS" panose="020B0603020202020204" pitchFamily="34" charset="0"/>
                        </a:rPr>
                        <a:t>Description/ Use Case</a:t>
                      </a:r>
                    </a:p>
                  </a:txBody>
                  <a:tcPr marL="45720" marR="45720" horzOverflow="overflow">
                    <a:lnL>
                      <a:noFill/>
                    </a:lnL>
                    <a:lnR>
                      <a:noFill/>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marL="0" marR="0" lvl="0" indent="0" algn="l" defTabSz="914400" rtl="0" eaLnBrk="1" fontAlgn="auto" latinLnBrk="0" hangingPunct="1">
                        <a:lnSpc>
                          <a:spcPct val="100000"/>
                        </a:lnSpc>
                        <a:spcBef>
                          <a:spcPts val="0"/>
                        </a:spcBef>
                        <a:spcAft>
                          <a:spcPts val="0"/>
                        </a:spcAft>
                        <a:buClr>
                          <a:schemeClr val="tx2"/>
                        </a:buClr>
                        <a:buSzPct val="100000"/>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1</a:t>
                      </a:r>
                    </a:p>
                  </a:txBody>
                  <a:tcPr marL="45720" marR="45720" horzOverflow="overflow">
                    <a:lnL cap="flat">
                      <a:noFill/>
                    </a:lnL>
                    <a:lnR>
                      <a:noFill/>
                    </a:lnR>
                    <a:lnT w="12700" cap="flat" cmpd="sng" algn="ctr">
                      <a:solidFill>
                        <a:schemeClr val="tx2"/>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
                          <a:schemeClr val="tx2"/>
                        </a:buClr>
                        <a:buSzPct val="100000"/>
                        <a:buFontTx/>
                        <a:buNone/>
                        <a:tabLst/>
                      </a:pPr>
                      <a:r>
                        <a:rPr kumimoji="0" lang="en-US" sz="1200" b="0" i="0" u="none" strike="noStrike" kern="1200" cap="none" normalizeH="0" baseline="0">
                          <a:ln>
                            <a:noFill/>
                          </a:ln>
                          <a:solidFill>
                            <a:schemeClr val="tx1"/>
                          </a:solidFill>
                          <a:effectLst/>
                          <a:latin typeface="+mn-lt"/>
                          <a:ea typeface="+mn-ea"/>
                          <a:cs typeface="Arial" charset="0"/>
                          <a:sym typeface="Trebuchet MS" panose="020B0603020202020204" pitchFamily="34" charset="0"/>
                        </a:rPr>
                        <a:t>Save selected slides</a:t>
                      </a:r>
                      <a:endParaRPr kumimoji="0" lang="en-US" sz="1200" b="0" i="1" u="none" strike="noStrike" kern="1200" cap="none" normalizeH="0" baseline="0">
                        <a:ln>
                          <a:noFill/>
                        </a:ln>
                        <a:solidFill>
                          <a:schemeClr val="accent1"/>
                        </a:solidFill>
                        <a:effectLst/>
                        <a:latin typeface="+mn-lt"/>
                        <a:ea typeface="+mn-ea"/>
                        <a:cs typeface="Arial" charset="0"/>
                        <a:sym typeface="Trebuchet MS" panose="020B0603020202020204" pitchFamily="34" charset="0"/>
                      </a:endParaRPr>
                    </a:p>
                    <a:p>
                      <a:pPr marL="0" marR="0" lvl="0" indent="0" algn="l" defTabSz="914400" rtl="0" eaLnBrk="1" fontAlgn="auto" latinLnBrk="0" hangingPunct="1">
                        <a:lnSpc>
                          <a:spcPct val="100000"/>
                        </a:lnSpc>
                        <a:spcBef>
                          <a:spcPts val="0"/>
                        </a:spcBef>
                        <a:spcAft>
                          <a:spcPts val="0"/>
                        </a:spcAft>
                        <a:buClr>
                          <a:schemeClr val="tx2"/>
                        </a:buClr>
                        <a:buSzPct val="100000"/>
                        <a:buFontTx/>
                        <a:buNone/>
                        <a:tabLst/>
                      </a:pPr>
                      <a:endParaRPr kumimoji="0" lang="en-US" sz="1200" b="0" i="0" u="none" strike="noStrike" kern="1200" cap="none" normalizeH="0" baseline="0">
                        <a:ln>
                          <a:noFill/>
                        </a:ln>
                        <a:solidFill>
                          <a:schemeClr val="tx1"/>
                        </a:solidFill>
                        <a:effectLst/>
                        <a:latin typeface="+mn-lt"/>
                        <a:ea typeface="+mn-ea"/>
                        <a:cs typeface="Arial" charset="0"/>
                        <a:sym typeface="Trebuchet MS" panose="020B0603020202020204" pitchFamily="34" charset="0"/>
                      </a:endParaRPr>
                    </a:p>
                  </a:txBody>
                  <a:tcPr marL="45720" marR="45720" horzOverflow="overflow">
                    <a:lnL cap="flat">
                      <a:noFill/>
                    </a:lnL>
                    <a:lnR>
                      <a:noFill/>
                    </a:lnR>
                    <a:lnT w="12700" cap="flat" cmpd="sng" algn="ctr">
                      <a:solidFill>
                        <a:schemeClr val="tx2"/>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Char char="​"/>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Helpful for saving select slides as a distinct presentation</a:t>
                      </a:r>
                    </a:p>
                  </a:txBody>
                  <a:tcPr marL="45720" marR="45720" anchor="ctr" horzOverflow="overflow">
                    <a:lnL>
                      <a:noFill/>
                    </a:lnL>
                    <a:lnR>
                      <a:noFill/>
                    </a:lnR>
                    <a:lnT w="12700" cap="flat" cmpd="sng" algn="ctr">
                      <a:solidFill>
                        <a:schemeClr val="tx2"/>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n-US" sz="1200" b="0" i="0" u="none" strike="noStrike" kern="1200" cap="none" spc="0" normalizeH="0" baseline="0" noProof="0">
                          <a:ln>
                            <a:noFill/>
                          </a:ln>
                          <a:solidFill>
                            <a:schemeClr val="tx1"/>
                          </a:solidFill>
                          <a:effectLst/>
                          <a:uLnTx/>
                          <a:uFillTx/>
                          <a:latin typeface="+mn-lt"/>
                          <a:ea typeface="+mn-ea"/>
                          <a:cs typeface="Arial" charset="0"/>
                          <a:sym typeface="Trebuchet MS" panose="020B0603020202020204" pitchFamily="34" charset="0"/>
                        </a:rPr>
                        <a:t>2</a:t>
                      </a:r>
                      <a:endParaRPr kumimoji="0" lang="en-US" sz="1200" b="0" i="0" u="none" strike="noStrike" kern="1200" cap="none" spc="0" normalizeH="0" baseline="0" noProof="0">
                        <a:ln>
                          <a:noFill/>
                        </a:ln>
                        <a:solidFill>
                          <a:srgbClr val="A0A0A0"/>
                        </a:solidFill>
                        <a:effectLst/>
                        <a:uLnTx/>
                        <a:uFillTx/>
                        <a:latin typeface="+mn-lt"/>
                        <a:ea typeface="+mn-ea"/>
                        <a:cs typeface="Arial" pitchFamily="34" charset="0"/>
                        <a:sym typeface="Trebuchet MS" panose="020B0603020202020204" pitchFamily="34" charset="0"/>
                      </a:endParaRP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
                          <a:schemeClr val="tx2"/>
                        </a:buClr>
                        <a:buSzPct val="100000"/>
                        <a:buFontTx/>
                        <a:buNone/>
                        <a:tabLst/>
                      </a:pPr>
                      <a:r>
                        <a:rPr kumimoji="0" lang="en-US" sz="1200" b="0" i="0" u="none" strike="noStrike" cap="none" normalizeH="0" baseline="0">
                          <a:ln>
                            <a:noFill/>
                          </a:ln>
                          <a:solidFill>
                            <a:schemeClr val="accent1"/>
                          </a:solidFill>
                          <a:effectLst/>
                          <a:latin typeface="+mn-lt"/>
                          <a:cs typeface="Arial" charset="0"/>
                          <a:sym typeface="Trebuchet MS" panose="020B0603020202020204" pitchFamily="34" charset="0"/>
                        </a:rPr>
                        <a:t>E</a:t>
                      </a: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mail selected slides</a:t>
                      </a:r>
                    </a:p>
                    <a:p>
                      <a:pPr marL="0" marR="0" lvl="0" indent="0" algn="l" defTabSz="914400" rtl="0" eaLnBrk="1" fontAlgn="auto" latinLnBrk="0" hangingPunct="1">
                        <a:lnSpc>
                          <a:spcPct val="100000"/>
                        </a:lnSpc>
                        <a:spcBef>
                          <a:spcPts val="0"/>
                        </a:spcBef>
                        <a:spcAft>
                          <a:spcPts val="0"/>
                        </a:spcAft>
                        <a:buClr>
                          <a:schemeClr val="tx2"/>
                        </a:buClr>
                        <a:buSzPct val="100000"/>
                        <a:buFontTx/>
                        <a:buNone/>
                        <a:tabLst/>
                      </a:pPr>
                      <a:r>
                        <a:rPr kumimoji="0" lang="en-US" sz="1200" b="0" i="1" u="none" strike="noStrike" cap="none" normalizeH="0" baseline="0">
                          <a:ln>
                            <a:noFill/>
                          </a:ln>
                          <a:solidFill>
                            <a:schemeClr val="accent1"/>
                          </a:solidFill>
                          <a:effectLst/>
                          <a:latin typeface="+mn-lt"/>
                          <a:cs typeface="Arial" charset="0"/>
                          <a:sym typeface="Trebuchet MS" panose="020B0603020202020204" pitchFamily="34" charset="0"/>
                        </a:rPr>
                        <a:t>"Ctrl + Shift + E"</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Char char="​"/>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Helpful for sending select slides quickly</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9617246"/>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3</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Agenda Wizard</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Char char="​"/>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A quick and efficient way to create agenda slides</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97965996"/>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4</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Align </a:t>
                      </a:r>
                      <a:r>
                        <a:rPr kumimoji="0" lang="en-US" sz="1200" b="0" i="1"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"Ctrl + Alt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 </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L</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eft,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enter,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R</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ight,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T</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op,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M</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iddle,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B</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ottom)</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Align object(s) to the left, center, right, etc. of the last  object selected</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10282481"/>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5</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Distribute horizontally/vertically</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Evenly space out selected shapes </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29097612"/>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6</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Align in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T</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able </a:t>
                      </a:r>
                      <a:r>
                        <a:rPr kumimoji="0" lang="en-US" sz="1200" b="0" i="1"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"Ctrl + Shift + T"</a:t>
                      </a:r>
                      <a:endPar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endParaRP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Align icons/images to a cell in a table</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17570961"/>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7</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Swap </a:t>
                      </a:r>
                      <a:r>
                        <a:rPr kumimoji="0" lang="en-US" sz="1200" b="0" i="1"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"Ctrl + Alt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 </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(horizontally, vertically or direct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S</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wap)</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Useful when reordering or replacing objects of the same dimensions</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07589556"/>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8</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Align </a:t>
                      </a:r>
                      <a:r>
                        <a:rPr kumimoji="0" lang="en-US" sz="1200" b="0" i="1"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"Ctrl + Alt +"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W</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idth and/or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H</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eight</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Matches the size of the last object selected</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99622687"/>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9</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Magic Resizer </a:t>
                      </a:r>
                      <a:r>
                        <a:rPr kumimoji="0" lang="en-US" sz="1200" b="0" i="1"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"Ctrl + Shift + Z"</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Allows you to resize a group of objects without distorting them</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0289526"/>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10</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Insert select slides as pictures</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Useful for proposals/decks where you want to show illustrative output</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4237100"/>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11</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Select similar types</a:t>
                      </a:r>
                    </a:p>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1"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"Ctrl + Shift + L"</a:t>
                      </a:r>
                      <a:endPar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endParaRP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After clicking one object (e.g., a circle) you can select all the other similar objects – great for aligning and formatting</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82013501"/>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12</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Set Style for New Slide Elements</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Helpful when the right color palette isn't showing because you copy pasted slides from other decks</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02470300"/>
                  </a:ext>
                </a:extLst>
              </a:tr>
              <a:tr h="0">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13</a:t>
                      </a: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Show / hide </a:t>
                      </a:r>
                      <a:r>
                        <a:rPr kumimoji="0" lang="en-US" sz="1200" b="0" i="0"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C</a:t>
                      </a:r>
                      <a:r>
                        <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rPr>
                        <a:t>olor bar</a:t>
                      </a:r>
                    </a:p>
                    <a:p>
                      <a:pPr marL="0" marR="0" lvl="1" indent="-25200" algn="l" defTabSz="914400" rtl="0" eaLnBrk="1" fontAlgn="auto" latinLnBrk="0" hangingPunct="1">
                        <a:lnSpc>
                          <a:spcPct val="100000"/>
                        </a:lnSpc>
                        <a:spcBef>
                          <a:spcPts val="0"/>
                        </a:spcBef>
                        <a:spcAft>
                          <a:spcPts val="0"/>
                        </a:spcAft>
                        <a:buClr>
                          <a:schemeClr val="tx2">
                            <a:lumMod val="100000"/>
                          </a:schemeClr>
                        </a:buClr>
                        <a:buSzPct val="100000"/>
                        <a:buFont typeface="Trebuchet MS" panose="020B0603020202020204" pitchFamily="34" charset="0"/>
                        <a:buNone/>
                        <a:tabLst/>
                        <a:defRPr/>
                      </a:pPr>
                      <a:r>
                        <a:rPr kumimoji="0" lang="en-US" sz="1200" b="0" i="1" u="none" strike="noStrike" kern="1200" cap="none" spc="0" normalizeH="0" baseline="0" noProof="0">
                          <a:ln>
                            <a:noFill/>
                          </a:ln>
                          <a:solidFill>
                            <a:schemeClr val="accent1"/>
                          </a:solidFill>
                          <a:effectLst/>
                          <a:uLnTx/>
                          <a:uFillTx/>
                          <a:latin typeface="+mn-lt"/>
                          <a:ea typeface="+mn-ea"/>
                          <a:cs typeface="Arial" pitchFamily="34" charset="0"/>
                          <a:sym typeface="Trebuchet MS" panose="020B0603020202020204" pitchFamily="34" charset="0"/>
                        </a:rPr>
                        <a:t>“Alt + Shift + C"</a:t>
                      </a:r>
                      <a:endParaRPr kumimoji="0" lang="en-US" sz="1200" b="0" i="0" u="none" strike="noStrike" kern="1200" cap="none" spc="0" normalizeH="0" baseline="0" noProof="0">
                        <a:ln>
                          <a:noFill/>
                        </a:ln>
                        <a:solidFill>
                          <a:schemeClr val="tx1"/>
                        </a:solidFill>
                        <a:effectLst/>
                        <a:uLnTx/>
                        <a:uFillTx/>
                        <a:latin typeface="+mn-lt"/>
                        <a:ea typeface="+mn-ea"/>
                        <a:cs typeface="Arial" pitchFamily="34" charset="0"/>
                        <a:sym typeface="Trebuchet MS" panose="020B0603020202020204" pitchFamily="34" charset="0"/>
                      </a:endParaRPr>
                    </a:p>
                  </a:txBody>
                  <a:tcPr marL="45720" marR="45720" horzOverflow="overflow">
                    <a:lnL cap="flat">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pPr>
                      <a:r>
                        <a:rPr kumimoji="0" lang="en-US" sz="1200" b="0" i="0" u="none" strike="noStrike" cap="none" normalizeH="0" baseline="0">
                          <a:ln>
                            <a:noFill/>
                          </a:ln>
                          <a:solidFill>
                            <a:schemeClr val="tx1"/>
                          </a:solidFill>
                          <a:effectLst/>
                          <a:latin typeface="+mn-lt"/>
                          <a:cs typeface="Arial" charset="0"/>
                          <a:sym typeface="Trebuchet MS" panose="020B0603020202020204" pitchFamily="34" charset="0"/>
                        </a:rPr>
                        <a:t>Allows you to select colors from the approved theme of colors</a:t>
                      </a:r>
                    </a:p>
                  </a:txBody>
                  <a:tcPr marL="45720" marR="45720" anchor="ctr" horzOverflow="overflow">
                    <a:lnL>
                      <a:noFill/>
                    </a:lnL>
                    <a:lnR>
                      <a:noFill/>
                    </a:lnR>
                    <a:lnT w="9525" cap="flat" cmpd="sng" algn="ctr">
                      <a:solidFill>
                        <a:srgbClr val="9A9A9A">
                          <a:lumMod val="100000"/>
                        </a:srgbClr>
                      </a:solidFill>
                      <a:prstDash val="solid"/>
                      <a:round/>
                      <a:headEnd type="none" w="med" len="med"/>
                      <a:tailEnd type="none" w="med" len="med"/>
                    </a:lnT>
                    <a:lnB w="9525" cap="flat" cmpd="sng" algn="ctr">
                      <a:solidFill>
                        <a:srgbClr val="9A9A9A">
                          <a:lumMod val="100000"/>
                        </a:srgb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2618202"/>
                  </a:ext>
                </a:extLst>
              </a:tr>
            </a:tbl>
          </a:graphicData>
        </a:graphic>
      </p:graphicFrame>
      <p:pic>
        <p:nvPicPr>
          <p:cNvPr id="76" name="Picture 75">
            <a:extLst>
              <a:ext uri="{FF2B5EF4-FFF2-40B4-BE49-F238E27FC236}">
                <a16:creationId xmlns:a16="http://schemas.microsoft.com/office/drawing/2014/main" id="{A10DF17F-7C8E-343A-444D-0A406974CA83}"/>
              </a:ext>
            </a:extLst>
          </p:cNvPr>
          <p:cNvPicPr>
            <a:picLocks noChangeAspect="1"/>
          </p:cNvPicPr>
          <p:nvPr/>
        </p:nvPicPr>
        <p:blipFill>
          <a:blip r:embed="rId6"/>
          <a:stretch>
            <a:fillRect/>
          </a:stretch>
        </p:blipFill>
        <p:spPr>
          <a:xfrm>
            <a:off x="629465" y="2016552"/>
            <a:ext cx="2662704" cy="449548"/>
          </a:xfrm>
          <a:prstGeom prst="rect">
            <a:avLst/>
          </a:prstGeom>
        </p:spPr>
      </p:pic>
      <p:sp>
        <p:nvSpPr>
          <p:cNvPr id="12" name="Rectangle 11">
            <a:extLst>
              <a:ext uri="{FF2B5EF4-FFF2-40B4-BE49-F238E27FC236}">
                <a16:creationId xmlns:a16="http://schemas.microsoft.com/office/drawing/2014/main" id="{988E0459-112B-4DCA-FD72-41D0CBAAFABC}"/>
              </a:ext>
            </a:extLst>
          </p:cNvPr>
          <p:cNvSpPr/>
          <p:nvPr/>
        </p:nvSpPr>
        <p:spPr>
          <a:xfrm flipH="1">
            <a:off x="1359373" y="2094500"/>
            <a:ext cx="456024" cy="346862"/>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3" name="Oval 20">
            <a:extLst>
              <a:ext uri="{FF2B5EF4-FFF2-40B4-BE49-F238E27FC236}">
                <a16:creationId xmlns:a16="http://schemas.microsoft.com/office/drawing/2014/main" id="{9381574D-12BD-B415-982B-242FC53BD682}"/>
              </a:ext>
            </a:extLst>
          </p:cNvPr>
          <p:cNvSpPr>
            <a:spLocks noChangeArrowheads="1"/>
          </p:cNvSpPr>
          <p:nvPr/>
        </p:nvSpPr>
        <p:spPr bwMode="auto">
          <a:xfrm flipH="1">
            <a:off x="1263258" y="2012435"/>
            <a:ext cx="182231" cy="182231"/>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sz="1100">
                <a:solidFill>
                  <a:srgbClr val="FFFFFF"/>
                </a:solidFill>
              </a:rPr>
              <a:t>1</a:t>
            </a:r>
            <a:endParaRPr lang="en-US" sz="1100">
              <a:solidFill>
                <a:srgbClr val="FFFFFF"/>
              </a:solidFill>
            </a:endParaRPr>
          </a:p>
        </p:txBody>
      </p:sp>
      <p:sp>
        <p:nvSpPr>
          <p:cNvPr id="15" name="Rectangle 14">
            <a:extLst>
              <a:ext uri="{FF2B5EF4-FFF2-40B4-BE49-F238E27FC236}">
                <a16:creationId xmlns:a16="http://schemas.microsoft.com/office/drawing/2014/main" id="{5E0C75EC-1962-54F1-113D-C9DD920AF1E3}"/>
              </a:ext>
            </a:extLst>
          </p:cNvPr>
          <p:cNvSpPr/>
          <p:nvPr/>
        </p:nvSpPr>
        <p:spPr>
          <a:xfrm flipH="1">
            <a:off x="2116342" y="2096204"/>
            <a:ext cx="456024" cy="346862"/>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6" name="Oval 20">
            <a:extLst>
              <a:ext uri="{FF2B5EF4-FFF2-40B4-BE49-F238E27FC236}">
                <a16:creationId xmlns:a16="http://schemas.microsoft.com/office/drawing/2014/main" id="{5E55AA82-A35E-751B-F622-AD3A0A908893}"/>
              </a:ext>
            </a:extLst>
          </p:cNvPr>
          <p:cNvSpPr>
            <a:spLocks noChangeArrowheads="1"/>
          </p:cNvSpPr>
          <p:nvPr/>
        </p:nvSpPr>
        <p:spPr bwMode="auto">
          <a:xfrm flipH="1">
            <a:off x="2020227" y="2014139"/>
            <a:ext cx="182231" cy="182231"/>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sz="1100">
                <a:solidFill>
                  <a:srgbClr val="FFFFFF"/>
                </a:solidFill>
              </a:rPr>
              <a:t>2</a:t>
            </a:r>
            <a:endParaRPr lang="en-US" sz="1100">
              <a:solidFill>
                <a:srgbClr val="FFFFFF"/>
              </a:solidFill>
            </a:endParaRPr>
          </a:p>
        </p:txBody>
      </p:sp>
      <p:pic>
        <p:nvPicPr>
          <p:cNvPr id="17" name="Picture 16">
            <a:extLst>
              <a:ext uri="{FF2B5EF4-FFF2-40B4-BE49-F238E27FC236}">
                <a16:creationId xmlns:a16="http://schemas.microsoft.com/office/drawing/2014/main" id="{FD5C9A84-5C2D-A030-5BCE-023ED4767E75}"/>
              </a:ext>
            </a:extLst>
          </p:cNvPr>
          <p:cNvPicPr>
            <a:picLocks noChangeAspect="1"/>
          </p:cNvPicPr>
          <p:nvPr/>
        </p:nvPicPr>
        <p:blipFill>
          <a:blip r:embed="rId7"/>
          <a:stretch>
            <a:fillRect/>
          </a:stretch>
        </p:blipFill>
        <p:spPr>
          <a:xfrm>
            <a:off x="729992" y="3584424"/>
            <a:ext cx="2471304" cy="1325667"/>
          </a:xfrm>
          <a:prstGeom prst="rect">
            <a:avLst/>
          </a:prstGeom>
        </p:spPr>
      </p:pic>
      <p:sp>
        <p:nvSpPr>
          <p:cNvPr id="18" name="Rectangle 17">
            <a:extLst>
              <a:ext uri="{FF2B5EF4-FFF2-40B4-BE49-F238E27FC236}">
                <a16:creationId xmlns:a16="http://schemas.microsoft.com/office/drawing/2014/main" id="{D020973A-CA77-81D1-BE03-5841E915E29F}"/>
              </a:ext>
            </a:extLst>
          </p:cNvPr>
          <p:cNvSpPr/>
          <p:nvPr/>
        </p:nvSpPr>
        <p:spPr>
          <a:xfrm flipH="1">
            <a:off x="739549" y="3806470"/>
            <a:ext cx="1098635" cy="667485"/>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9" name="Oval 20">
            <a:extLst>
              <a:ext uri="{FF2B5EF4-FFF2-40B4-BE49-F238E27FC236}">
                <a16:creationId xmlns:a16="http://schemas.microsoft.com/office/drawing/2014/main" id="{25C3EB02-426F-E186-C078-6E31B636A69E}"/>
              </a:ext>
            </a:extLst>
          </p:cNvPr>
          <p:cNvSpPr>
            <a:spLocks noChangeArrowheads="1"/>
          </p:cNvSpPr>
          <p:nvPr/>
        </p:nvSpPr>
        <p:spPr bwMode="auto">
          <a:xfrm flipH="1">
            <a:off x="650378" y="3717079"/>
            <a:ext cx="178341" cy="178782"/>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en-US" sz="1100">
                <a:solidFill>
                  <a:srgbClr val="FFFFFF"/>
                </a:solidFill>
              </a:rPr>
              <a:t>4</a:t>
            </a:r>
          </a:p>
        </p:txBody>
      </p:sp>
      <p:sp>
        <p:nvSpPr>
          <p:cNvPr id="20" name="Rectangle 19">
            <a:extLst>
              <a:ext uri="{FF2B5EF4-FFF2-40B4-BE49-F238E27FC236}">
                <a16:creationId xmlns:a16="http://schemas.microsoft.com/office/drawing/2014/main" id="{F276E9EC-F831-696B-957E-CC4A59926D48}"/>
              </a:ext>
            </a:extLst>
          </p:cNvPr>
          <p:cNvSpPr/>
          <p:nvPr/>
        </p:nvSpPr>
        <p:spPr>
          <a:xfrm flipH="1">
            <a:off x="1865062" y="4531735"/>
            <a:ext cx="1064859" cy="359217"/>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1" name="Oval 20">
            <a:extLst>
              <a:ext uri="{FF2B5EF4-FFF2-40B4-BE49-F238E27FC236}">
                <a16:creationId xmlns:a16="http://schemas.microsoft.com/office/drawing/2014/main" id="{9C9D9DCA-77A9-81F2-765C-F48FC4B41199}"/>
              </a:ext>
            </a:extLst>
          </p:cNvPr>
          <p:cNvSpPr>
            <a:spLocks noChangeArrowheads="1"/>
          </p:cNvSpPr>
          <p:nvPr/>
        </p:nvSpPr>
        <p:spPr bwMode="auto">
          <a:xfrm flipH="1">
            <a:off x="648707" y="3015795"/>
            <a:ext cx="178341" cy="178782"/>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en-US" sz="1100">
                <a:solidFill>
                  <a:srgbClr val="FFFFFF"/>
                </a:solidFill>
              </a:rPr>
              <a:t>3</a:t>
            </a:r>
          </a:p>
        </p:txBody>
      </p:sp>
      <p:sp>
        <p:nvSpPr>
          <p:cNvPr id="22" name="Rectangle 21">
            <a:extLst>
              <a:ext uri="{FF2B5EF4-FFF2-40B4-BE49-F238E27FC236}">
                <a16:creationId xmlns:a16="http://schemas.microsoft.com/office/drawing/2014/main" id="{4E604FC0-0256-5F37-63A3-56D1CB4A1F4C}"/>
              </a:ext>
            </a:extLst>
          </p:cNvPr>
          <p:cNvSpPr/>
          <p:nvPr/>
        </p:nvSpPr>
        <p:spPr>
          <a:xfrm flipH="1">
            <a:off x="1450787" y="4531735"/>
            <a:ext cx="369687" cy="359217"/>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3" name="Oval 20">
            <a:extLst>
              <a:ext uri="{FF2B5EF4-FFF2-40B4-BE49-F238E27FC236}">
                <a16:creationId xmlns:a16="http://schemas.microsoft.com/office/drawing/2014/main" id="{673545F0-925E-A6C1-9E7D-DA62D5416809}"/>
              </a:ext>
            </a:extLst>
          </p:cNvPr>
          <p:cNvSpPr>
            <a:spLocks noChangeArrowheads="1"/>
          </p:cNvSpPr>
          <p:nvPr/>
        </p:nvSpPr>
        <p:spPr bwMode="auto">
          <a:xfrm flipH="1">
            <a:off x="562970" y="4433979"/>
            <a:ext cx="182231" cy="195512"/>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en-US" sz="1100">
                <a:solidFill>
                  <a:srgbClr val="FFFFFF"/>
                </a:solidFill>
              </a:rPr>
              <a:t>5</a:t>
            </a:r>
          </a:p>
        </p:txBody>
      </p:sp>
      <p:pic>
        <p:nvPicPr>
          <p:cNvPr id="24" name="Picture 23">
            <a:extLst>
              <a:ext uri="{FF2B5EF4-FFF2-40B4-BE49-F238E27FC236}">
                <a16:creationId xmlns:a16="http://schemas.microsoft.com/office/drawing/2014/main" id="{A8DEC52C-F728-485F-AAFD-EF8DC2686978}"/>
              </a:ext>
            </a:extLst>
          </p:cNvPr>
          <p:cNvPicPr>
            <a:picLocks noChangeAspect="1"/>
          </p:cNvPicPr>
          <p:nvPr/>
        </p:nvPicPr>
        <p:blipFill>
          <a:blip r:embed="rId8"/>
          <a:stretch>
            <a:fillRect/>
          </a:stretch>
        </p:blipFill>
        <p:spPr>
          <a:xfrm>
            <a:off x="729243" y="5042746"/>
            <a:ext cx="2488014" cy="955661"/>
          </a:xfrm>
          <a:prstGeom prst="rect">
            <a:avLst/>
          </a:prstGeom>
        </p:spPr>
      </p:pic>
      <p:sp>
        <p:nvSpPr>
          <p:cNvPr id="25" name="Rectangle 24">
            <a:extLst>
              <a:ext uri="{FF2B5EF4-FFF2-40B4-BE49-F238E27FC236}">
                <a16:creationId xmlns:a16="http://schemas.microsoft.com/office/drawing/2014/main" id="{89D6FA02-9FD0-7C0B-4991-F6A9D42088E2}"/>
              </a:ext>
            </a:extLst>
          </p:cNvPr>
          <p:cNvSpPr/>
          <p:nvPr/>
        </p:nvSpPr>
        <p:spPr>
          <a:xfrm flipH="1">
            <a:off x="1274975" y="5620472"/>
            <a:ext cx="456024" cy="346862"/>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6" name="Rectangle 25">
            <a:extLst>
              <a:ext uri="{FF2B5EF4-FFF2-40B4-BE49-F238E27FC236}">
                <a16:creationId xmlns:a16="http://schemas.microsoft.com/office/drawing/2014/main" id="{C7367A9A-E495-EA9C-A16F-00AF5E6EDA0E}"/>
              </a:ext>
            </a:extLst>
          </p:cNvPr>
          <p:cNvSpPr/>
          <p:nvPr/>
        </p:nvSpPr>
        <p:spPr>
          <a:xfrm flipH="1">
            <a:off x="736188" y="5248703"/>
            <a:ext cx="368496" cy="749703"/>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27" name="Oval 20">
            <a:extLst>
              <a:ext uri="{FF2B5EF4-FFF2-40B4-BE49-F238E27FC236}">
                <a16:creationId xmlns:a16="http://schemas.microsoft.com/office/drawing/2014/main" id="{E10770E4-561B-744D-5477-BDAC65496466}"/>
              </a:ext>
            </a:extLst>
          </p:cNvPr>
          <p:cNvSpPr>
            <a:spLocks noChangeArrowheads="1"/>
          </p:cNvSpPr>
          <p:nvPr/>
        </p:nvSpPr>
        <p:spPr bwMode="auto">
          <a:xfrm flipH="1">
            <a:off x="640073" y="5166639"/>
            <a:ext cx="182231" cy="182231"/>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sz="1100">
                <a:solidFill>
                  <a:srgbClr val="FFFFFF"/>
                </a:solidFill>
              </a:rPr>
              <a:t>8</a:t>
            </a:r>
            <a:endParaRPr lang="en-US" sz="1100">
              <a:solidFill>
                <a:srgbClr val="FFFFFF"/>
              </a:solidFill>
            </a:endParaRPr>
          </a:p>
        </p:txBody>
      </p:sp>
      <p:pic>
        <p:nvPicPr>
          <p:cNvPr id="29" name="Picture 28" descr="Graphical user interface, application, Word&#10;&#10;Description automatically generated">
            <a:extLst>
              <a:ext uri="{FF2B5EF4-FFF2-40B4-BE49-F238E27FC236}">
                <a16:creationId xmlns:a16="http://schemas.microsoft.com/office/drawing/2014/main" id="{166B71CD-02E4-FD96-C129-AC6696BC2AE2}"/>
              </a:ext>
            </a:extLst>
          </p:cNvPr>
          <p:cNvPicPr>
            <a:picLocks noChangeAspect="1"/>
          </p:cNvPicPr>
          <p:nvPr/>
        </p:nvPicPr>
        <p:blipFill rotWithShape="1">
          <a:blip r:embed="rId9"/>
          <a:srcRect t="58764"/>
          <a:stretch/>
        </p:blipFill>
        <p:spPr>
          <a:xfrm>
            <a:off x="3508934" y="1758766"/>
            <a:ext cx="1521071" cy="1963018"/>
          </a:xfrm>
          <a:prstGeom prst="rect">
            <a:avLst/>
          </a:prstGeom>
        </p:spPr>
      </p:pic>
      <p:sp>
        <p:nvSpPr>
          <p:cNvPr id="30" name="Rectangle 29">
            <a:extLst>
              <a:ext uri="{FF2B5EF4-FFF2-40B4-BE49-F238E27FC236}">
                <a16:creationId xmlns:a16="http://schemas.microsoft.com/office/drawing/2014/main" id="{68E8FC22-2F2B-17C8-9FCB-82B2B5FF4302}"/>
              </a:ext>
            </a:extLst>
          </p:cNvPr>
          <p:cNvSpPr/>
          <p:nvPr/>
        </p:nvSpPr>
        <p:spPr>
          <a:xfrm flipH="1">
            <a:off x="3520749" y="3193098"/>
            <a:ext cx="1521071" cy="168087"/>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1" name="Oval 20">
            <a:extLst>
              <a:ext uri="{FF2B5EF4-FFF2-40B4-BE49-F238E27FC236}">
                <a16:creationId xmlns:a16="http://schemas.microsoft.com/office/drawing/2014/main" id="{E6FA693B-9FEB-7387-71CF-097CA78A383D}"/>
              </a:ext>
            </a:extLst>
          </p:cNvPr>
          <p:cNvSpPr>
            <a:spLocks noChangeArrowheads="1"/>
          </p:cNvSpPr>
          <p:nvPr/>
        </p:nvSpPr>
        <p:spPr bwMode="auto">
          <a:xfrm flipH="1">
            <a:off x="3398208" y="3078473"/>
            <a:ext cx="221451" cy="221999"/>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en-US" sz="1100">
                <a:solidFill>
                  <a:srgbClr val="FFFFFF"/>
                </a:solidFill>
              </a:rPr>
              <a:t>12</a:t>
            </a:r>
          </a:p>
        </p:txBody>
      </p:sp>
      <p:pic>
        <p:nvPicPr>
          <p:cNvPr id="32" name="Picture 31">
            <a:extLst>
              <a:ext uri="{FF2B5EF4-FFF2-40B4-BE49-F238E27FC236}">
                <a16:creationId xmlns:a16="http://schemas.microsoft.com/office/drawing/2014/main" id="{8430AD5B-4359-60E4-123C-D22352F3E3F0}"/>
              </a:ext>
            </a:extLst>
          </p:cNvPr>
          <p:cNvPicPr>
            <a:picLocks noChangeAspect="1"/>
          </p:cNvPicPr>
          <p:nvPr/>
        </p:nvPicPr>
        <p:blipFill>
          <a:blip r:embed="rId10"/>
          <a:stretch>
            <a:fillRect/>
          </a:stretch>
        </p:blipFill>
        <p:spPr>
          <a:xfrm>
            <a:off x="715834" y="6214487"/>
            <a:ext cx="2446719" cy="591690"/>
          </a:xfrm>
          <a:prstGeom prst="rect">
            <a:avLst/>
          </a:prstGeom>
        </p:spPr>
      </p:pic>
      <p:sp>
        <p:nvSpPr>
          <p:cNvPr id="33" name="Rectangle 32">
            <a:extLst>
              <a:ext uri="{FF2B5EF4-FFF2-40B4-BE49-F238E27FC236}">
                <a16:creationId xmlns:a16="http://schemas.microsoft.com/office/drawing/2014/main" id="{9C737879-89B4-9D50-93FB-AB96A69072D7}"/>
              </a:ext>
            </a:extLst>
          </p:cNvPr>
          <p:cNvSpPr/>
          <p:nvPr/>
        </p:nvSpPr>
        <p:spPr>
          <a:xfrm flipH="1">
            <a:off x="661875" y="6459315"/>
            <a:ext cx="456024" cy="346862"/>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4" name="Oval 20">
            <a:extLst>
              <a:ext uri="{FF2B5EF4-FFF2-40B4-BE49-F238E27FC236}">
                <a16:creationId xmlns:a16="http://schemas.microsoft.com/office/drawing/2014/main" id="{531581EE-199A-FE66-0B5A-485B244F044C}"/>
              </a:ext>
            </a:extLst>
          </p:cNvPr>
          <p:cNvSpPr>
            <a:spLocks noChangeArrowheads="1"/>
          </p:cNvSpPr>
          <p:nvPr/>
        </p:nvSpPr>
        <p:spPr bwMode="auto">
          <a:xfrm flipH="1">
            <a:off x="546626" y="6358116"/>
            <a:ext cx="220499" cy="220499"/>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en-US" sz="1100">
                <a:solidFill>
                  <a:srgbClr val="FFFFFF"/>
                </a:solidFill>
              </a:rPr>
              <a:t>10</a:t>
            </a:r>
          </a:p>
        </p:txBody>
      </p:sp>
      <p:sp>
        <p:nvSpPr>
          <p:cNvPr id="35" name="Rectangle 34">
            <a:extLst>
              <a:ext uri="{FF2B5EF4-FFF2-40B4-BE49-F238E27FC236}">
                <a16:creationId xmlns:a16="http://schemas.microsoft.com/office/drawing/2014/main" id="{729E4072-8B09-A26C-6E94-BE43F5A03AC8}"/>
              </a:ext>
            </a:extLst>
          </p:cNvPr>
          <p:cNvSpPr/>
          <p:nvPr/>
        </p:nvSpPr>
        <p:spPr>
          <a:xfrm flipH="1">
            <a:off x="1439137" y="6446861"/>
            <a:ext cx="342617" cy="346862"/>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6" name="Oval 20">
            <a:extLst>
              <a:ext uri="{FF2B5EF4-FFF2-40B4-BE49-F238E27FC236}">
                <a16:creationId xmlns:a16="http://schemas.microsoft.com/office/drawing/2014/main" id="{F1242EB9-C98C-9A66-5A35-3D570355CC88}"/>
              </a:ext>
            </a:extLst>
          </p:cNvPr>
          <p:cNvSpPr>
            <a:spLocks noChangeArrowheads="1"/>
          </p:cNvSpPr>
          <p:nvPr/>
        </p:nvSpPr>
        <p:spPr bwMode="auto">
          <a:xfrm flipH="1">
            <a:off x="1404702" y="4442344"/>
            <a:ext cx="178341" cy="178782"/>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sz="1100">
                <a:solidFill>
                  <a:srgbClr val="FFFFFF"/>
                </a:solidFill>
              </a:rPr>
              <a:t>6</a:t>
            </a:r>
            <a:endParaRPr lang="en-US" sz="1100">
              <a:solidFill>
                <a:srgbClr val="FFFFFF"/>
              </a:solidFill>
            </a:endParaRPr>
          </a:p>
        </p:txBody>
      </p:sp>
      <p:sp>
        <p:nvSpPr>
          <p:cNvPr id="37" name="Oval 20">
            <a:extLst>
              <a:ext uri="{FF2B5EF4-FFF2-40B4-BE49-F238E27FC236}">
                <a16:creationId xmlns:a16="http://schemas.microsoft.com/office/drawing/2014/main" id="{D1218C6E-8416-A1D9-9595-02BCB10F5805}"/>
              </a:ext>
            </a:extLst>
          </p:cNvPr>
          <p:cNvSpPr>
            <a:spLocks noChangeArrowheads="1"/>
          </p:cNvSpPr>
          <p:nvPr/>
        </p:nvSpPr>
        <p:spPr bwMode="auto">
          <a:xfrm flipH="1">
            <a:off x="1837996" y="4433979"/>
            <a:ext cx="182231" cy="195512"/>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en-US" sz="1100">
                <a:solidFill>
                  <a:srgbClr val="FFFFFF"/>
                </a:solidFill>
              </a:rPr>
              <a:t>7</a:t>
            </a:r>
          </a:p>
        </p:txBody>
      </p:sp>
      <p:sp>
        <p:nvSpPr>
          <p:cNvPr id="38" name="Rectangle 37">
            <a:extLst>
              <a:ext uri="{FF2B5EF4-FFF2-40B4-BE49-F238E27FC236}">
                <a16:creationId xmlns:a16="http://schemas.microsoft.com/office/drawing/2014/main" id="{4635457D-BBA0-23C2-FFAB-0790BB291266}"/>
              </a:ext>
            </a:extLst>
          </p:cNvPr>
          <p:cNvSpPr/>
          <p:nvPr/>
        </p:nvSpPr>
        <p:spPr>
          <a:xfrm flipH="1">
            <a:off x="725003" y="4521171"/>
            <a:ext cx="702699" cy="359217"/>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2" name="Rectangle 41">
            <a:extLst>
              <a:ext uri="{FF2B5EF4-FFF2-40B4-BE49-F238E27FC236}">
                <a16:creationId xmlns:a16="http://schemas.microsoft.com/office/drawing/2014/main" id="{44061974-FB94-408C-57D1-CB2128DD220F}"/>
              </a:ext>
            </a:extLst>
          </p:cNvPr>
          <p:cNvSpPr/>
          <p:nvPr/>
        </p:nvSpPr>
        <p:spPr>
          <a:xfrm flipH="1">
            <a:off x="1100605" y="5256936"/>
            <a:ext cx="630393" cy="346862"/>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3" name="Oval 20">
            <a:extLst>
              <a:ext uri="{FF2B5EF4-FFF2-40B4-BE49-F238E27FC236}">
                <a16:creationId xmlns:a16="http://schemas.microsoft.com/office/drawing/2014/main" id="{E4C89E21-0D29-8578-61AA-E8C313376B81}"/>
              </a:ext>
            </a:extLst>
          </p:cNvPr>
          <p:cNvSpPr>
            <a:spLocks noChangeArrowheads="1"/>
          </p:cNvSpPr>
          <p:nvPr/>
        </p:nvSpPr>
        <p:spPr bwMode="auto">
          <a:xfrm flipH="1">
            <a:off x="1178860" y="5873381"/>
            <a:ext cx="182231" cy="182231"/>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de-DE" sz="1100">
                <a:solidFill>
                  <a:srgbClr val="FFFFFF"/>
                </a:solidFill>
              </a:rPr>
              <a:t>9</a:t>
            </a:r>
            <a:endParaRPr lang="en-US" sz="1100">
              <a:solidFill>
                <a:srgbClr val="FFFFFF"/>
              </a:solidFill>
            </a:endParaRPr>
          </a:p>
        </p:txBody>
      </p:sp>
      <p:grpSp>
        <p:nvGrpSpPr>
          <p:cNvPr id="44" name="Group 43">
            <a:extLst>
              <a:ext uri="{FF2B5EF4-FFF2-40B4-BE49-F238E27FC236}">
                <a16:creationId xmlns:a16="http://schemas.microsoft.com/office/drawing/2014/main" id="{8D83DC0C-6E33-F097-6718-EF2A08043BD5}"/>
              </a:ext>
            </a:extLst>
          </p:cNvPr>
          <p:cNvGrpSpPr>
            <a:grpSpLocks noChangeAspect="1"/>
          </p:cNvGrpSpPr>
          <p:nvPr/>
        </p:nvGrpSpPr>
        <p:grpSpPr>
          <a:xfrm>
            <a:off x="5107434" y="2293965"/>
            <a:ext cx="184146" cy="184146"/>
            <a:chOff x="5961063" y="3294063"/>
            <a:chExt cx="269875" cy="269875"/>
          </a:xfrm>
        </p:grpSpPr>
        <p:sp>
          <p:nvSpPr>
            <p:cNvPr id="45" name="Oval 14">
              <a:extLst>
                <a:ext uri="{FF2B5EF4-FFF2-40B4-BE49-F238E27FC236}">
                  <a16:creationId xmlns:a16="http://schemas.microsoft.com/office/drawing/2014/main" id="{FF8FD72E-4B49-A54F-E162-4F9BC7C72F16}"/>
                </a:ext>
              </a:extLst>
            </p:cNvPr>
            <p:cNvSpPr>
              <a:spLocks noChangeArrowheads="1"/>
            </p:cNvSpPr>
            <p:nvPr/>
          </p:nvSpPr>
          <p:spPr bwMode="auto">
            <a:xfrm>
              <a:off x="5961063" y="3294063"/>
              <a:ext cx="269875" cy="269875"/>
            </a:xfrm>
            <a:prstGeom prst="ellipse">
              <a:avLst/>
            </a:prstGeom>
            <a:solidFill>
              <a:srgbClr val="E71C57"/>
            </a:solidFill>
            <a:ln>
              <a:noFill/>
            </a:ln>
          </p:spPr>
          <p:txBody>
            <a:bodyPr vert="horz" wrap="square" lIns="54864" tIns="27432" rIns="54864" bIns="27432" numCol="1" anchor="t" anchorCtr="0" compatLnSpc="1">
              <a:prstTxWarp prst="textNoShape">
                <a:avLst/>
              </a:prstTxWarp>
            </a:bodyPr>
            <a:lstStyle/>
            <a:p>
              <a:endParaRPr lang="en-US"/>
            </a:p>
          </p:txBody>
        </p:sp>
        <p:sp>
          <p:nvSpPr>
            <p:cNvPr id="46" name="Freeform 15">
              <a:extLst>
                <a:ext uri="{FF2B5EF4-FFF2-40B4-BE49-F238E27FC236}">
                  <a16:creationId xmlns:a16="http://schemas.microsoft.com/office/drawing/2014/main" id="{40786A80-921A-EFB6-C6A6-4ADE13E045CE}"/>
                </a:ext>
              </a:extLst>
            </p:cNvPr>
            <p:cNvSpPr>
              <a:spLocks noEditPoints="1"/>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54864" tIns="27432" rIns="54864" bIns="27432" numCol="1" anchor="t" anchorCtr="0" compatLnSpc="1">
              <a:prstTxWarp prst="textNoShape">
                <a:avLst/>
              </a:prstTxWarp>
            </a:bodyPr>
            <a:lstStyle/>
            <a:p>
              <a:endParaRPr lang="en-US"/>
            </a:p>
          </p:txBody>
        </p:sp>
      </p:grpSp>
      <p:grpSp>
        <p:nvGrpSpPr>
          <p:cNvPr id="47" name="Group 46">
            <a:extLst>
              <a:ext uri="{FF2B5EF4-FFF2-40B4-BE49-F238E27FC236}">
                <a16:creationId xmlns:a16="http://schemas.microsoft.com/office/drawing/2014/main" id="{9EDC57D1-AF27-B017-F513-134E4F72B197}"/>
              </a:ext>
            </a:extLst>
          </p:cNvPr>
          <p:cNvGrpSpPr>
            <a:grpSpLocks noChangeAspect="1"/>
          </p:cNvGrpSpPr>
          <p:nvPr/>
        </p:nvGrpSpPr>
        <p:grpSpPr>
          <a:xfrm>
            <a:off x="5095619" y="2782476"/>
            <a:ext cx="184146" cy="184146"/>
            <a:chOff x="5961063" y="3294063"/>
            <a:chExt cx="269875" cy="269875"/>
          </a:xfrm>
        </p:grpSpPr>
        <p:sp>
          <p:nvSpPr>
            <p:cNvPr id="48" name="Oval 14">
              <a:extLst>
                <a:ext uri="{FF2B5EF4-FFF2-40B4-BE49-F238E27FC236}">
                  <a16:creationId xmlns:a16="http://schemas.microsoft.com/office/drawing/2014/main" id="{5CAE8D49-883B-3FE1-9F78-6DB16063C783}"/>
                </a:ext>
              </a:extLst>
            </p:cNvPr>
            <p:cNvSpPr>
              <a:spLocks noChangeArrowheads="1"/>
            </p:cNvSpPr>
            <p:nvPr/>
          </p:nvSpPr>
          <p:spPr bwMode="auto">
            <a:xfrm>
              <a:off x="5961063" y="3294063"/>
              <a:ext cx="269875" cy="269875"/>
            </a:xfrm>
            <a:prstGeom prst="ellipse">
              <a:avLst/>
            </a:prstGeom>
            <a:solidFill>
              <a:srgbClr val="E71C57"/>
            </a:solidFill>
            <a:ln>
              <a:noFill/>
            </a:ln>
          </p:spPr>
          <p:txBody>
            <a:bodyPr vert="horz" wrap="square" lIns="54864" tIns="27432" rIns="54864" bIns="27432" numCol="1" anchor="t" anchorCtr="0" compatLnSpc="1">
              <a:prstTxWarp prst="textNoShape">
                <a:avLst/>
              </a:prstTxWarp>
            </a:bodyPr>
            <a:lstStyle/>
            <a:p>
              <a:endParaRPr lang="en-US"/>
            </a:p>
          </p:txBody>
        </p:sp>
        <p:sp>
          <p:nvSpPr>
            <p:cNvPr id="49" name="Freeform 15">
              <a:extLst>
                <a:ext uri="{FF2B5EF4-FFF2-40B4-BE49-F238E27FC236}">
                  <a16:creationId xmlns:a16="http://schemas.microsoft.com/office/drawing/2014/main" id="{AD7F16AF-DD2C-A190-5911-B5D7EC46859B}"/>
                </a:ext>
              </a:extLst>
            </p:cNvPr>
            <p:cNvSpPr>
              <a:spLocks noEditPoints="1"/>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54864" tIns="27432" rIns="54864" bIns="27432" numCol="1" anchor="t" anchorCtr="0" compatLnSpc="1">
              <a:prstTxWarp prst="textNoShape">
                <a:avLst/>
              </a:prstTxWarp>
            </a:bodyPr>
            <a:lstStyle/>
            <a:p>
              <a:endParaRPr lang="en-US"/>
            </a:p>
          </p:txBody>
        </p:sp>
      </p:grpSp>
      <p:grpSp>
        <p:nvGrpSpPr>
          <p:cNvPr id="50" name="Group 49">
            <a:extLst>
              <a:ext uri="{FF2B5EF4-FFF2-40B4-BE49-F238E27FC236}">
                <a16:creationId xmlns:a16="http://schemas.microsoft.com/office/drawing/2014/main" id="{E7C99061-5763-6437-44D0-C75C0B347368}"/>
              </a:ext>
            </a:extLst>
          </p:cNvPr>
          <p:cNvGrpSpPr>
            <a:grpSpLocks noChangeAspect="1"/>
          </p:cNvGrpSpPr>
          <p:nvPr/>
        </p:nvGrpSpPr>
        <p:grpSpPr>
          <a:xfrm>
            <a:off x="5095619" y="3030871"/>
            <a:ext cx="184146" cy="184146"/>
            <a:chOff x="5961063" y="3294063"/>
            <a:chExt cx="269875" cy="269875"/>
          </a:xfrm>
        </p:grpSpPr>
        <p:sp>
          <p:nvSpPr>
            <p:cNvPr id="51" name="Oval 14">
              <a:extLst>
                <a:ext uri="{FF2B5EF4-FFF2-40B4-BE49-F238E27FC236}">
                  <a16:creationId xmlns:a16="http://schemas.microsoft.com/office/drawing/2014/main" id="{6DF7C15A-F7F9-A78D-84DC-222242EFDE47}"/>
                </a:ext>
              </a:extLst>
            </p:cNvPr>
            <p:cNvSpPr>
              <a:spLocks noChangeArrowheads="1"/>
            </p:cNvSpPr>
            <p:nvPr/>
          </p:nvSpPr>
          <p:spPr bwMode="auto">
            <a:xfrm>
              <a:off x="5961063" y="3294063"/>
              <a:ext cx="269875" cy="269875"/>
            </a:xfrm>
            <a:prstGeom prst="ellipse">
              <a:avLst/>
            </a:prstGeom>
            <a:solidFill>
              <a:srgbClr val="E71C57"/>
            </a:solidFill>
            <a:ln>
              <a:noFill/>
            </a:ln>
          </p:spPr>
          <p:txBody>
            <a:bodyPr vert="horz" wrap="square" lIns="54864" tIns="27432" rIns="54864" bIns="27432" numCol="1" anchor="t" anchorCtr="0" compatLnSpc="1">
              <a:prstTxWarp prst="textNoShape">
                <a:avLst/>
              </a:prstTxWarp>
            </a:bodyPr>
            <a:lstStyle/>
            <a:p>
              <a:endParaRPr lang="en-US"/>
            </a:p>
          </p:txBody>
        </p:sp>
        <p:sp>
          <p:nvSpPr>
            <p:cNvPr id="52" name="Freeform 15">
              <a:extLst>
                <a:ext uri="{FF2B5EF4-FFF2-40B4-BE49-F238E27FC236}">
                  <a16:creationId xmlns:a16="http://schemas.microsoft.com/office/drawing/2014/main" id="{A93798DD-973C-44B9-C374-8A74A672490B}"/>
                </a:ext>
              </a:extLst>
            </p:cNvPr>
            <p:cNvSpPr>
              <a:spLocks noEditPoints="1"/>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54864" tIns="27432" rIns="54864" bIns="27432" numCol="1" anchor="t" anchorCtr="0" compatLnSpc="1">
              <a:prstTxWarp prst="textNoShape">
                <a:avLst/>
              </a:prstTxWarp>
            </a:bodyPr>
            <a:lstStyle/>
            <a:p>
              <a:endParaRPr lang="en-US"/>
            </a:p>
          </p:txBody>
        </p:sp>
      </p:grpSp>
      <p:grpSp>
        <p:nvGrpSpPr>
          <p:cNvPr id="53" name="Group 52">
            <a:extLst>
              <a:ext uri="{FF2B5EF4-FFF2-40B4-BE49-F238E27FC236}">
                <a16:creationId xmlns:a16="http://schemas.microsoft.com/office/drawing/2014/main" id="{35BE4E94-A3DD-B75C-08E9-AD6FF24D2E60}"/>
              </a:ext>
            </a:extLst>
          </p:cNvPr>
          <p:cNvGrpSpPr>
            <a:grpSpLocks noChangeAspect="1"/>
          </p:cNvGrpSpPr>
          <p:nvPr/>
        </p:nvGrpSpPr>
        <p:grpSpPr>
          <a:xfrm>
            <a:off x="5093208" y="3983686"/>
            <a:ext cx="184146" cy="184146"/>
            <a:chOff x="5961063" y="3294063"/>
            <a:chExt cx="269875" cy="269875"/>
          </a:xfrm>
        </p:grpSpPr>
        <p:sp>
          <p:nvSpPr>
            <p:cNvPr id="54" name="Oval 14">
              <a:extLst>
                <a:ext uri="{FF2B5EF4-FFF2-40B4-BE49-F238E27FC236}">
                  <a16:creationId xmlns:a16="http://schemas.microsoft.com/office/drawing/2014/main" id="{B5945ACA-FB24-8147-203D-F73304CC7484}"/>
                </a:ext>
              </a:extLst>
            </p:cNvPr>
            <p:cNvSpPr>
              <a:spLocks noChangeArrowheads="1"/>
            </p:cNvSpPr>
            <p:nvPr/>
          </p:nvSpPr>
          <p:spPr bwMode="auto">
            <a:xfrm>
              <a:off x="5961063" y="3294063"/>
              <a:ext cx="269875" cy="269875"/>
            </a:xfrm>
            <a:prstGeom prst="ellipse">
              <a:avLst/>
            </a:prstGeom>
            <a:solidFill>
              <a:srgbClr val="E71C57"/>
            </a:solidFill>
            <a:ln>
              <a:noFill/>
            </a:ln>
          </p:spPr>
          <p:txBody>
            <a:bodyPr vert="horz" wrap="square" lIns="54864" tIns="27432" rIns="54864" bIns="27432" numCol="1" anchor="t" anchorCtr="0" compatLnSpc="1">
              <a:prstTxWarp prst="textNoShape">
                <a:avLst/>
              </a:prstTxWarp>
            </a:bodyPr>
            <a:lstStyle/>
            <a:p>
              <a:endParaRPr lang="en-US"/>
            </a:p>
          </p:txBody>
        </p:sp>
        <p:sp>
          <p:nvSpPr>
            <p:cNvPr id="55" name="Freeform 15">
              <a:extLst>
                <a:ext uri="{FF2B5EF4-FFF2-40B4-BE49-F238E27FC236}">
                  <a16:creationId xmlns:a16="http://schemas.microsoft.com/office/drawing/2014/main" id="{C78AF2A2-69AB-E7E6-97C6-B86F38AD6FBF}"/>
                </a:ext>
              </a:extLst>
            </p:cNvPr>
            <p:cNvSpPr>
              <a:spLocks noEditPoints="1"/>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54864" tIns="27432" rIns="54864" bIns="27432" numCol="1" anchor="t" anchorCtr="0" compatLnSpc="1">
              <a:prstTxWarp prst="textNoShape">
                <a:avLst/>
              </a:prstTxWarp>
            </a:bodyPr>
            <a:lstStyle/>
            <a:p>
              <a:endParaRPr lang="en-US"/>
            </a:p>
          </p:txBody>
        </p:sp>
      </p:grpSp>
      <p:grpSp>
        <p:nvGrpSpPr>
          <p:cNvPr id="56" name="Group 55">
            <a:extLst>
              <a:ext uri="{FF2B5EF4-FFF2-40B4-BE49-F238E27FC236}">
                <a16:creationId xmlns:a16="http://schemas.microsoft.com/office/drawing/2014/main" id="{E3BB60BF-3EF6-8B15-1AA8-26455770D6BC}"/>
              </a:ext>
            </a:extLst>
          </p:cNvPr>
          <p:cNvGrpSpPr>
            <a:grpSpLocks noChangeAspect="1"/>
          </p:cNvGrpSpPr>
          <p:nvPr/>
        </p:nvGrpSpPr>
        <p:grpSpPr>
          <a:xfrm>
            <a:off x="5093208" y="3492351"/>
            <a:ext cx="184146" cy="184146"/>
            <a:chOff x="5961063" y="3294063"/>
            <a:chExt cx="269875" cy="269875"/>
          </a:xfrm>
        </p:grpSpPr>
        <p:sp>
          <p:nvSpPr>
            <p:cNvPr id="57" name="Oval 14">
              <a:extLst>
                <a:ext uri="{FF2B5EF4-FFF2-40B4-BE49-F238E27FC236}">
                  <a16:creationId xmlns:a16="http://schemas.microsoft.com/office/drawing/2014/main" id="{448E3E1A-2EE4-6FC9-0853-EAEE3E93E8D7}"/>
                </a:ext>
              </a:extLst>
            </p:cNvPr>
            <p:cNvSpPr>
              <a:spLocks noChangeArrowheads="1"/>
            </p:cNvSpPr>
            <p:nvPr/>
          </p:nvSpPr>
          <p:spPr bwMode="auto">
            <a:xfrm>
              <a:off x="5961063" y="3294063"/>
              <a:ext cx="269875" cy="269875"/>
            </a:xfrm>
            <a:prstGeom prst="ellipse">
              <a:avLst/>
            </a:prstGeom>
            <a:solidFill>
              <a:srgbClr val="E71C57"/>
            </a:solidFill>
            <a:ln>
              <a:noFill/>
            </a:ln>
          </p:spPr>
          <p:txBody>
            <a:bodyPr vert="horz" wrap="square" lIns="54864" tIns="27432" rIns="54864" bIns="27432" numCol="1" anchor="t" anchorCtr="0" compatLnSpc="1">
              <a:prstTxWarp prst="textNoShape">
                <a:avLst/>
              </a:prstTxWarp>
            </a:bodyPr>
            <a:lstStyle/>
            <a:p>
              <a:endParaRPr lang="en-US"/>
            </a:p>
          </p:txBody>
        </p:sp>
        <p:sp>
          <p:nvSpPr>
            <p:cNvPr id="58" name="Freeform 15">
              <a:extLst>
                <a:ext uri="{FF2B5EF4-FFF2-40B4-BE49-F238E27FC236}">
                  <a16:creationId xmlns:a16="http://schemas.microsoft.com/office/drawing/2014/main" id="{78A8C0E2-B609-7891-37CA-C59F276E2A5F}"/>
                </a:ext>
              </a:extLst>
            </p:cNvPr>
            <p:cNvSpPr>
              <a:spLocks noEditPoints="1"/>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54864" tIns="27432" rIns="54864" bIns="27432" numCol="1" anchor="t" anchorCtr="0" compatLnSpc="1">
              <a:prstTxWarp prst="textNoShape">
                <a:avLst/>
              </a:prstTxWarp>
            </a:bodyPr>
            <a:lstStyle/>
            <a:p>
              <a:endParaRPr lang="en-US"/>
            </a:p>
          </p:txBody>
        </p:sp>
      </p:grpSp>
      <p:grpSp>
        <p:nvGrpSpPr>
          <p:cNvPr id="59" name="Group 58">
            <a:extLst>
              <a:ext uri="{FF2B5EF4-FFF2-40B4-BE49-F238E27FC236}">
                <a16:creationId xmlns:a16="http://schemas.microsoft.com/office/drawing/2014/main" id="{C864211A-D937-D449-1B42-12BBEA758F56}"/>
              </a:ext>
            </a:extLst>
          </p:cNvPr>
          <p:cNvGrpSpPr>
            <a:grpSpLocks noChangeAspect="1"/>
          </p:cNvGrpSpPr>
          <p:nvPr/>
        </p:nvGrpSpPr>
        <p:grpSpPr>
          <a:xfrm>
            <a:off x="5096683" y="4516633"/>
            <a:ext cx="184146" cy="184146"/>
            <a:chOff x="5961063" y="3294063"/>
            <a:chExt cx="269875" cy="269875"/>
          </a:xfrm>
        </p:grpSpPr>
        <p:sp>
          <p:nvSpPr>
            <p:cNvPr id="60" name="Oval 14">
              <a:extLst>
                <a:ext uri="{FF2B5EF4-FFF2-40B4-BE49-F238E27FC236}">
                  <a16:creationId xmlns:a16="http://schemas.microsoft.com/office/drawing/2014/main" id="{ABE8F9B5-54A8-C2E4-1620-5FF8BAA7C191}"/>
                </a:ext>
              </a:extLst>
            </p:cNvPr>
            <p:cNvSpPr>
              <a:spLocks noChangeArrowheads="1"/>
            </p:cNvSpPr>
            <p:nvPr/>
          </p:nvSpPr>
          <p:spPr bwMode="auto">
            <a:xfrm>
              <a:off x="5961063" y="3294063"/>
              <a:ext cx="269875" cy="269875"/>
            </a:xfrm>
            <a:prstGeom prst="ellipse">
              <a:avLst/>
            </a:prstGeom>
            <a:solidFill>
              <a:srgbClr val="E71C57"/>
            </a:solidFill>
            <a:ln>
              <a:noFill/>
            </a:ln>
          </p:spPr>
          <p:txBody>
            <a:bodyPr vert="horz" wrap="square" lIns="54864" tIns="27432" rIns="54864" bIns="27432" numCol="1" anchor="t" anchorCtr="0" compatLnSpc="1">
              <a:prstTxWarp prst="textNoShape">
                <a:avLst/>
              </a:prstTxWarp>
            </a:bodyPr>
            <a:lstStyle/>
            <a:p>
              <a:endParaRPr lang="en-US"/>
            </a:p>
          </p:txBody>
        </p:sp>
        <p:sp>
          <p:nvSpPr>
            <p:cNvPr id="61" name="Freeform 15">
              <a:extLst>
                <a:ext uri="{FF2B5EF4-FFF2-40B4-BE49-F238E27FC236}">
                  <a16:creationId xmlns:a16="http://schemas.microsoft.com/office/drawing/2014/main" id="{5DE13263-EB7B-F816-D5CA-4293362833EF}"/>
                </a:ext>
              </a:extLst>
            </p:cNvPr>
            <p:cNvSpPr>
              <a:spLocks noEditPoints="1"/>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54864" tIns="27432" rIns="54864" bIns="27432" numCol="1" anchor="t" anchorCtr="0" compatLnSpc="1">
              <a:prstTxWarp prst="textNoShape">
                <a:avLst/>
              </a:prstTxWarp>
            </a:bodyPr>
            <a:lstStyle/>
            <a:p>
              <a:endParaRPr lang="en-US"/>
            </a:p>
          </p:txBody>
        </p:sp>
      </p:grpSp>
      <p:grpSp>
        <p:nvGrpSpPr>
          <p:cNvPr id="62" name="Group 61">
            <a:extLst>
              <a:ext uri="{FF2B5EF4-FFF2-40B4-BE49-F238E27FC236}">
                <a16:creationId xmlns:a16="http://schemas.microsoft.com/office/drawing/2014/main" id="{2CCBDC8B-901C-3E74-C476-4F717B77D979}"/>
              </a:ext>
            </a:extLst>
          </p:cNvPr>
          <p:cNvGrpSpPr>
            <a:grpSpLocks noChangeAspect="1"/>
          </p:cNvGrpSpPr>
          <p:nvPr/>
        </p:nvGrpSpPr>
        <p:grpSpPr>
          <a:xfrm>
            <a:off x="5088478" y="4740858"/>
            <a:ext cx="184146" cy="184146"/>
            <a:chOff x="5961063" y="3294063"/>
            <a:chExt cx="269875" cy="269875"/>
          </a:xfrm>
        </p:grpSpPr>
        <p:sp>
          <p:nvSpPr>
            <p:cNvPr id="63" name="Oval 14">
              <a:extLst>
                <a:ext uri="{FF2B5EF4-FFF2-40B4-BE49-F238E27FC236}">
                  <a16:creationId xmlns:a16="http://schemas.microsoft.com/office/drawing/2014/main" id="{35813877-28DF-4674-F6A2-86FE91209082}"/>
                </a:ext>
              </a:extLst>
            </p:cNvPr>
            <p:cNvSpPr>
              <a:spLocks noChangeArrowheads="1"/>
            </p:cNvSpPr>
            <p:nvPr/>
          </p:nvSpPr>
          <p:spPr bwMode="auto">
            <a:xfrm>
              <a:off x="5961063" y="3294063"/>
              <a:ext cx="269875" cy="269875"/>
            </a:xfrm>
            <a:prstGeom prst="ellipse">
              <a:avLst/>
            </a:prstGeom>
            <a:solidFill>
              <a:srgbClr val="E71C57"/>
            </a:solidFill>
            <a:ln>
              <a:noFill/>
            </a:ln>
          </p:spPr>
          <p:txBody>
            <a:bodyPr vert="horz" wrap="square" lIns="54864" tIns="27432" rIns="54864" bIns="27432" numCol="1" anchor="t" anchorCtr="0" compatLnSpc="1">
              <a:prstTxWarp prst="textNoShape">
                <a:avLst/>
              </a:prstTxWarp>
            </a:bodyPr>
            <a:lstStyle/>
            <a:p>
              <a:endParaRPr lang="en-US"/>
            </a:p>
          </p:txBody>
        </p:sp>
        <p:sp>
          <p:nvSpPr>
            <p:cNvPr id="64" name="Freeform 15">
              <a:extLst>
                <a:ext uri="{FF2B5EF4-FFF2-40B4-BE49-F238E27FC236}">
                  <a16:creationId xmlns:a16="http://schemas.microsoft.com/office/drawing/2014/main" id="{2CB09F3B-4B46-1C2C-EA1D-DA9ED7704721}"/>
                </a:ext>
              </a:extLst>
            </p:cNvPr>
            <p:cNvSpPr>
              <a:spLocks noEditPoints="1"/>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54864" tIns="27432" rIns="54864" bIns="27432" numCol="1" anchor="t" anchorCtr="0" compatLnSpc="1">
              <a:prstTxWarp prst="textNoShape">
                <a:avLst/>
              </a:prstTxWarp>
            </a:bodyPr>
            <a:lstStyle/>
            <a:p>
              <a:endParaRPr lang="en-US"/>
            </a:p>
          </p:txBody>
        </p:sp>
      </p:grpSp>
      <p:grpSp>
        <p:nvGrpSpPr>
          <p:cNvPr id="65" name="Group 64">
            <a:extLst>
              <a:ext uri="{FF2B5EF4-FFF2-40B4-BE49-F238E27FC236}">
                <a16:creationId xmlns:a16="http://schemas.microsoft.com/office/drawing/2014/main" id="{432B9407-3AC4-08DC-EA15-8CF089F622CA}"/>
              </a:ext>
            </a:extLst>
          </p:cNvPr>
          <p:cNvGrpSpPr>
            <a:grpSpLocks noChangeAspect="1"/>
          </p:cNvGrpSpPr>
          <p:nvPr/>
        </p:nvGrpSpPr>
        <p:grpSpPr>
          <a:xfrm>
            <a:off x="5085717" y="5690328"/>
            <a:ext cx="184146" cy="184146"/>
            <a:chOff x="5961063" y="3294063"/>
            <a:chExt cx="269875" cy="269875"/>
          </a:xfrm>
        </p:grpSpPr>
        <p:sp>
          <p:nvSpPr>
            <p:cNvPr id="66" name="Oval 14">
              <a:extLst>
                <a:ext uri="{FF2B5EF4-FFF2-40B4-BE49-F238E27FC236}">
                  <a16:creationId xmlns:a16="http://schemas.microsoft.com/office/drawing/2014/main" id="{D4FAB370-360C-5582-6A53-A483A8B762CF}"/>
                </a:ext>
              </a:extLst>
            </p:cNvPr>
            <p:cNvSpPr>
              <a:spLocks noChangeArrowheads="1"/>
            </p:cNvSpPr>
            <p:nvPr/>
          </p:nvSpPr>
          <p:spPr bwMode="auto">
            <a:xfrm>
              <a:off x="5961063" y="3294063"/>
              <a:ext cx="269875" cy="269875"/>
            </a:xfrm>
            <a:prstGeom prst="ellipse">
              <a:avLst/>
            </a:prstGeom>
            <a:solidFill>
              <a:srgbClr val="E71C57"/>
            </a:solidFill>
            <a:ln>
              <a:noFill/>
            </a:ln>
          </p:spPr>
          <p:txBody>
            <a:bodyPr vert="horz" wrap="square" lIns="54864" tIns="27432" rIns="54864" bIns="27432" numCol="1" anchor="t" anchorCtr="0" compatLnSpc="1">
              <a:prstTxWarp prst="textNoShape">
                <a:avLst/>
              </a:prstTxWarp>
            </a:bodyPr>
            <a:lstStyle/>
            <a:p>
              <a:endParaRPr lang="en-US"/>
            </a:p>
          </p:txBody>
        </p:sp>
        <p:sp>
          <p:nvSpPr>
            <p:cNvPr id="67" name="Freeform 15">
              <a:extLst>
                <a:ext uri="{FF2B5EF4-FFF2-40B4-BE49-F238E27FC236}">
                  <a16:creationId xmlns:a16="http://schemas.microsoft.com/office/drawing/2014/main" id="{AA986460-4ABB-742D-FE44-29D0D8DACFCC}"/>
                </a:ext>
              </a:extLst>
            </p:cNvPr>
            <p:cNvSpPr>
              <a:spLocks noEditPoints="1"/>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54864" tIns="27432" rIns="54864" bIns="27432" numCol="1" anchor="t" anchorCtr="0" compatLnSpc="1">
              <a:prstTxWarp prst="textNoShape">
                <a:avLst/>
              </a:prstTxWarp>
            </a:bodyPr>
            <a:lstStyle/>
            <a:p>
              <a:endParaRPr lang="en-US"/>
            </a:p>
          </p:txBody>
        </p:sp>
      </p:grpSp>
      <p:sp>
        <p:nvSpPr>
          <p:cNvPr id="68" name="Oval 20">
            <a:extLst>
              <a:ext uri="{FF2B5EF4-FFF2-40B4-BE49-F238E27FC236}">
                <a16:creationId xmlns:a16="http://schemas.microsoft.com/office/drawing/2014/main" id="{5ABDEB44-A1F1-955C-C1EA-4AC2DB74FEA6}"/>
              </a:ext>
            </a:extLst>
          </p:cNvPr>
          <p:cNvSpPr>
            <a:spLocks noChangeArrowheads="1"/>
          </p:cNvSpPr>
          <p:nvPr/>
        </p:nvSpPr>
        <p:spPr bwMode="auto">
          <a:xfrm flipH="1">
            <a:off x="1287107" y="6357366"/>
            <a:ext cx="221451" cy="221999"/>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en-US" sz="1100">
                <a:solidFill>
                  <a:srgbClr val="FFFFFF"/>
                </a:solidFill>
              </a:rPr>
              <a:t>11</a:t>
            </a:r>
          </a:p>
        </p:txBody>
      </p:sp>
      <p:grpSp>
        <p:nvGrpSpPr>
          <p:cNvPr id="69" name="Group 68">
            <a:extLst>
              <a:ext uri="{FF2B5EF4-FFF2-40B4-BE49-F238E27FC236}">
                <a16:creationId xmlns:a16="http://schemas.microsoft.com/office/drawing/2014/main" id="{5CBA066B-A85F-C721-992D-CF0940DB5E7D}"/>
              </a:ext>
            </a:extLst>
          </p:cNvPr>
          <p:cNvGrpSpPr/>
          <p:nvPr/>
        </p:nvGrpSpPr>
        <p:grpSpPr>
          <a:xfrm>
            <a:off x="5085717" y="7262405"/>
            <a:ext cx="2199689" cy="269129"/>
            <a:chOff x="644394" y="45806"/>
            <a:chExt cx="2199689" cy="269129"/>
          </a:xfrm>
        </p:grpSpPr>
        <p:grpSp>
          <p:nvGrpSpPr>
            <p:cNvPr id="70" name="Group 69">
              <a:extLst>
                <a:ext uri="{FF2B5EF4-FFF2-40B4-BE49-F238E27FC236}">
                  <a16:creationId xmlns:a16="http://schemas.microsoft.com/office/drawing/2014/main" id="{137546F9-8367-2731-4CDB-A68FC1620EE1}"/>
                </a:ext>
              </a:extLst>
            </p:cNvPr>
            <p:cNvGrpSpPr>
              <a:grpSpLocks noChangeAspect="1"/>
            </p:cNvGrpSpPr>
            <p:nvPr/>
          </p:nvGrpSpPr>
          <p:grpSpPr>
            <a:xfrm>
              <a:off x="644394" y="94660"/>
              <a:ext cx="184146" cy="184146"/>
              <a:chOff x="5961063" y="3294063"/>
              <a:chExt cx="269875" cy="269875"/>
            </a:xfrm>
          </p:grpSpPr>
          <p:sp>
            <p:nvSpPr>
              <p:cNvPr id="72" name="Oval 14">
                <a:extLst>
                  <a:ext uri="{FF2B5EF4-FFF2-40B4-BE49-F238E27FC236}">
                    <a16:creationId xmlns:a16="http://schemas.microsoft.com/office/drawing/2014/main" id="{019E00B0-67D7-A15E-0F72-4E2D4EA7B912}"/>
                  </a:ext>
                </a:extLst>
              </p:cNvPr>
              <p:cNvSpPr>
                <a:spLocks noChangeArrowheads="1"/>
              </p:cNvSpPr>
              <p:nvPr/>
            </p:nvSpPr>
            <p:spPr bwMode="auto">
              <a:xfrm>
                <a:off x="5961063" y="3294063"/>
                <a:ext cx="269875" cy="269875"/>
              </a:xfrm>
              <a:prstGeom prst="ellipse">
                <a:avLst/>
              </a:prstGeom>
              <a:solidFill>
                <a:srgbClr val="E71C57"/>
              </a:solidFill>
              <a:ln>
                <a:noFill/>
              </a:ln>
            </p:spPr>
            <p:txBody>
              <a:bodyPr vert="horz" wrap="square" lIns="54864" tIns="27432" rIns="54864" bIns="27432" numCol="1" anchor="t" anchorCtr="0" compatLnSpc="1">
                <a:prstTxWarp prst="textNoShape">
                  <a:avLst/>
                </a:prstTxWarp>
              </a:bodyPr>
              <a:lstStyle/>
              <a:p>
                <a:endParaRPr lang="en-US"/>
              </a:p>
            </p:txBody>
          </p:sp>
          <p:sp>
            <p:nvSpPr>
              <p:cNvPr id="73" name="Freeform 15">
                <a:extLst>
                  <a:ext uri="{FF2B5EF4-FFF2-40B4-BE49-F238E27FC236}">
                    <a16:creationId xmlns:a16="http://schemas.microsoft.com/office/drawing/2014/main" id="{BF2C0065-6DB7-74CB-9506-5FBCB3EFB415}"/>
                  </a:ext>
                </a:extLst>
              </p:cNvPr>
              <p:cNvSpPr>
                <a:spLocks noEditPoints="1"/>
              </p:cNvSpPr>
              <p:nvPr/>
            </p:nvSpPr>
            <p:spPr bwMode="auto">
              <a:xfrm>
                <a:off x="6018213" y="3352801"/>
                <a:ext cx="157162" cy="150812"/>
              </a:xfrm>
              <a:custGeom>
                <a:avLst/>
                <a:gdLst>
                  <a:gd name="T0" fmla="*/ 704 w 736"/>
                  <a:gd name="T1" fmla="*/ 250 h 709"/>
                  <a:gd name="T2" fmla="*/ 496 w 736"/>
                  <a:gd name="T3" fmla="*/ 218 h 709"/>
                  <a:gd name="T4" fmla="*/ 392 w 736"/>
                  <a:gd name="T5" fmla="*/ 24 h 709"/>
                  <a:gd name="T6" fmla="*/ 336 w 736"/>
                  <a:gd name="T7" fmla="*/ 24 h 709"/>
                  <a:gd name="T8" fmla="*/ 240 w 736"/>
                  <a:gd name="T9" fmla="*/ 218 h 709"/>
                  <a:gd name="T10" fmla="*/ 24 w 736"/>
                  <a:gd name="T11" fmla="*/ 242 h 709"/>
                  <a:gd name="T12" fmla="*/ 0 w 736"/>
                  <a:gd name="T13" fmla="*/ 266 h 709"/>
                  <a:gd name="T14" fmla="*/ 8 w 736"/>
                  <a:gd name="T15" fmla="*/ 290 h 709"/>
                  <a:gd name="T16" fmla="*/ 168 w 736"/>
                  <a:gd name="T17" fmla="*/ 451 h 709"/>
                  <a:gd name="T18" fmla="*/ 128 w 736"/>
                  <a:gd name="T19" fmla="*/ 661 h 709"/>
                  <a:gd name="T20" fmla="*/ 144 w 736"/>
                  <a:gd name="T21" fmla="*/ 693 h 709"/>
                  <a:gd name="T22" fmla="*/ 176 w 736"/>
                  <a:gd name="T23" fmla="*/ 701 h 709"/>
                  <a:gd name="T24" fmla="*/ 360 w 736"/>
                  <a:gd name="T25" fmla="*/ 597 h 709"/>
                  <a:gd name="T26" fmla="*/ 552 w 736"/>
                  <a:gd name="T27" fmla="*/ 709 h 709"/>
                  <a:gd name="T28" fmla="*/ 568 w 736"/>
                  <a:gd name="T29" fmla="*/ 709 h 709"/>
                  <a:gd name="T30" fmla="*/ 584 w 736"/>
                  <a:gd name="T31" fmla="*/ 709 h 709"/>
                  <a:gd name="T32" fmla="*/ 600 w 736"/>
                  <a:gd name="T33" fmla="*/ 677 h 709"/>
                  <a:gd name="T34" fmla="*/ 568 w 736"/>
                  <a:gd name="T35" fmla="*/ 451 h 709"/>
                  <a:gd name="T36" fmla="*/ 720 w 736"/>
                  <a:gd name="T37" fmla="*/ 306 h 709"/>
                  <a:gd name="T38" fmla="*/ 728 w 736"/>
                  <a:gd name="T39" fmla="*/ 274 h 709"/>
                  <a:gd name="T40" fmla="*/ 704 w 736"/>
                  <a:gd name="T41" fmla="*/ 250 h 709"/>
                  <a:gd name="T42" fmla="*/ 512 w 736"/>
                  <a:gd name="T43" fmla="*/ 419 h 709"/>
                  <a:gd name="T44" fmla="*/ 504 w 736"/>
                  <a:gd name="T45" fmla="*/ 443 h 709"/>
                  <a:gd name="T46" fmla="*/ 528 w 736"/>
                  <a:gd name="T47" fmla="*/ 621 h 709"/>
                  <a:gd name="T48" fmla="*/ 384 w 736"/>
                  <a:gd name="T49" fmla="*/ 532 h 709"/>
                  <a:gd name="T50" fmla="*/ 360 w 736"/>
                  <a:gd name="T51" fmla="*/ 532 h 709"/>
                  <a:gd name="T52" fmla="*/ 352 w 736"/>
                  <a:gd name="T53" fmla="*/ 532 h 709"/>
                  <a:gd name="T54" fmla="*/ 208 w 736"/>
                  <a:gd name="T55" fmla="*/ 613 h 709"/>
                  <a:gd name="T56" fmla="*/ 232 w 736"/>
                  <a:gd name="T57" fmla="*/ 443 h 709"/>
                  <a:gd name="T58" fmla="*/ 224 w 736"/>
                  <a:gd name="T59" fmla="*/ 419 h 709"/>
                  <a:gd name="T60" fmla="*/ 104 w 736"/>
                  <a:gd name="T61" fmla="*/ 298 h 709"/>
                  <a:gd name="T62" fmla="*/ 264 w 736"/>
                  <a:gd name="T63" fmla="*/ 282 h 709"/>
                  <a:gd name="T64" fmla="*/ 288 w 736"/>
                  <a:gd name="T65" fmla="*/ 266 h 709"/>
                  <a:gd name="T66" fmla="*/ 360 w 736"/>
                  <a:gd name="T67" fmla="*/ 105 h 709"/>
                  <a:gd name="T68" fmla="*/ 440 w 736"/>
                  <a:gd name="T69" fmla="*/ 266 h 709"/>
                  <a:gd name="T70" fmla="*/ 464 w 736"/>
                  <a:gd name="T71" fmla="*/ 282 h 709"/>
                  <a:gd name="T72" fmla="*/ 632 w 736"/>
                  <a:gd name="T73" fmla="*/ 306 h 709"/>
                  <a:gd name="T74" fmla="*/ 512 w 736"/>
                  <a:gd name="T75" fmla="*/ 41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36" h="709">
                    <a:moveTo>
                      <a:pt x="704" y="250"/>
                    </a:moveTo>
                    <a:cubicBezTo>
                      <a:pt x="704" y="250"/>
                      <a:pt x="704" y="250"/>
                      <a:pt x="496" y="218"/>
                    </a:cubicBezTo>
                    <a:cubicBezTo>
                      <a:pt x="496" y="218"/>
                      <a:pt x="496" y="218"/>
                      <a:pt x="392" y="24"/>
                    </a:cubicBezTo>
                    <a:cubicBezTo>
                      <a:pt x="384" y="0"/>
                      <a:pt x="352" y="0"/>
                      <a:pt x="336" y="24"/>
                    </a:cubicBezTo>
                    <a:cubicBezTo>
                      <a:pt x="336" y="24"/>
                      <a:pt x="336" y="24"/>
                      <a:pt x="240" y="218"/>
                    </a:cubicBezTo>
                    <a:cubicBezTo>
                      <a:pt x="240" y="218"/>
                      <a:pt x="240" y="218"/>
                      <a:pt x="24" y="242"/>
                    </a:cubicBezTo>
                    <a:cubicBezTo>
                      <a:pt x="16" y="242"/>
                      <a:pt x="8" y="250"/>
                      <a:pt x="0" y="266"/>
                    </a:cubicBezTo>
                    <a:cubicBezTo>
                      <a:pt x="0" y="274"/>
                      <a:pt x="0" y="290"/>
                      <a:pt x="8" y="290"/>
                    </a:cubicBezTo>
                    <a:cubicBezTo>
                      <a:pt x="8" y="290"/>
                      <a:pt x="8" y="290"/>
                      <a:pt x="168" y="451"/>
                    </a:cubicBezTo>
                    <a:cubicBezTo>
                      <a:pt x="168" y="451"/>
                      <a:pt x="168" y="451"/>
                      <a:pt x="128" y="661"/>
                    </a:cubicBezTo>
                    <a:cubicBezTo>
                      <a:pt x="128" y="677"/>
                      <a:pt x="136" y="685"/>
                      <a:pt x="144" y="693"/>
                    </a:cubicBezTo>
                    <a:cubicBezTo>
                      <a:pt x="160" y="701"/>
                      <a:pt x="168" y="701"/>
                      <a:pt x="176" y="701"/>
                    </a:cubicBezTo>
                    <a:cubicBezTo>
                      <a:pt x="176" y="701"/>
                      <a:pt x="176" y="701"/>
                      <a:pt x="360" y="597"/>
                    </a:cubicBezTo>
                    <a:cubicBezTo>
                      <a:pt x="360" y="597"/>
                      <a:pt x="360" y="597"/>
                      <a:pt x="552" y="709"/>
                    </a:cubicBezTo>
                    <a:cubicBezTo>
                      <a:pt x="560" y="709"/>
                      <a:pt x="560" y="709"/>
                      <a:pt x="568" y="709"/>
                    </a:cubicBezTo>
                    <a:cubicBezTo>
                      <a:pt x="576" y="709"/>
                      <a:pt x="584" y="709"/>
                      <a:pt x="584" y="709"/>
                    </a:cubicBezTo>
                    <a:cubicBezTo>
                      <a:pt x="600" y="701"/>
                      <a:pt x="600" y="685"/>
                      <a:pt x="600" y="677"/>
                    </a:cubicBezTo>
                    <a:cubicBezTo>
                      <a:pt x="600" y="677"/>
                      <a:pt x="600" y="677"/>
                      <a:pt x="568" y="451"/>
                    </a:cubicBezTo>
                    <a:cubicBezTo>
                      <a:pt x="568" y="451"/>
                      <a:pt x="568" y="451"/>
                      <a:pt x="720" y="306"/>
                    </a:cubicBezTo>
                    <a:cubicBezTo>
                      <a:pt x="728" y="298"/>
                      <a:pt x="736" y="290"/>
                      <a:pt x="728" y="274"/>
                    </a:cubicBezTo>
                    <a:cubicBezTo>
                      <a:pt x="728" y="266"/>
                      <a:pt x="712" y="250"/>
                      <a:pt x="704" y="250"/>
                    </a:cubicBezTo>
                    <a:close/>
                    <a:moveTo>
                      <a:pt x="512" y="419"/>
                    </a:moveTo>
                    <a:cubicBezTo>
                      <a:pt x="504" y="419"/>
                      <a:pt x="504" y="435"/>
                      <a:pt x="504" y="443"/>
                    </a:cubicBezTo>
                    <a:cubicBezTo>
                      <a:pt x="504" y="443"/>
                      <a:pt x="504" y="443"/>
                      <a:pt x="528" y="621"/>
                    </a:cubicBezTo>
                    <a:cubicBezTo>
                      <a:pt x="528" y="621"/>
                      <a:pt x="528" y="621"/>
                      <a:pt x="384" y="532"/>
                    </a:cubicBezTo>
                    <a:cubicBezTo>
                      <a:pt x="376" y="532"/>
                      <a:pt x="376" y="532"/>
                      <a:pt x="360" y="532"/>
                    </a:cubicBezTo>
                    <a:cubicBezTo>
                      <a:pt x="352" y="532"/>
                      <a:pt x="352" y="532"/>
                      <a:pt x="352" y="532"/>
                    </a:cubicBezTo>
                    <a:cubicBezTo>
                      <a:pt x="352" y="532"/>
                      <a:pt x="352" y="532"/>
                      <a:pt x="208" y="613"/>
                    </a:cubicBezTo>
                    <a:cubicBezTo>
                      <a:pt x="208" y="613"/>
                      <a:pt x="208" y="613"/>
                      <a:pt x="232" y="443"/>
                    </a:cubicBezTo>
                    <a:cubicBezTo>
                      <a:pt x="232" y="435"/>
                      <a:pt x="224" y="419"/>
                      <a:pt x="224" y="419"/>
                    </a:cubicBezTo>
                    <a:cubicBezTo>
                      <a:pt x="224" y="419"/>
                      <a:pt x="224" y="419"/>
                      <a:pt x="104" y="298"/>
                    </a:cubicBezTo>
                    <a:cubicBezTo>
                      <a:pt x="104" y="298"/>
                      <a:pt x="104" y="298"/>
                      <a:pt x="264" y="282"/>
                    </a:cubicBezTo>
                    <a:cubicBezTo>
                      <a:pt x="272" y="282"/>
                      <a:pt x="280" y="274"/>
                      <a:pt x="288" y="266"/>
                    </a:cubicBezTo>
                    <a:cubicBezTo>
                      <a:pt x="288" y="266"/>
                      <a:pt x="288" y="266"/>
                      <a:pt x="360" y="105"/>
                    </a:cubicBezTo>
                    <a:cubicBezTo>
                      <a:pt x="360" y="105"/>
                      <a:pt x="360" y="105"/>
                      <a:pt x="440" y="266"/>
                    </a:cubicBezTo>
                    <a:cubicBezTo>
                      <a:pt x="448" y="274"/>
                      <a:pt x="456" y="282"/>
                      <a:pt x="464" y="282"/>
                    </a:cubicBezTo>
                    <a:cubicBezTo>
                      <a:pt x="464" y="282"/>
                      <a:pt x="464" y="282"/>
                      <a:pt x="632" y="306"/>
                    </a:cubicBezTo>
                    <a:cubicBezTo>
                      <a:pt x="632" y="306"/>
                      <a:pt x="632" y="306"/>
                      <a:pt x="512" y="419"/>
                    </a:cubicBezTo>
                    <a:close/>
                  </a:path>
                </a:pathLst>
              </a:custGeom>
              <a:solidFill>
                <a:schemeClr val="bg1"/>
              </a:solidFill>
              <a:ln>
                <a:noFill/>
              </a:ln>
            </p:spPr>
            <p:txBody>
              <a:bodyPr vert="horz" wrap="square" lIns="54864" tIns="27432" rIns="54864" bIns="27432" numCol="1" anchor="t" anchorCtr="0" compatLnSpc="1">
                <a:prstTxWarp prst="textNoShape">
                  <a:avLst/>
                </a:prstTxWarp>
              </a:bodyPr>
              <a:lstStyle/>
              <a:p>
                <a:endParaRPr lang="en-US"/>
              </a:p>
            </p:txBody>
          </p:sp>
        </p:grpSp>
        <p:sp>
          <p:nvSpPr>
            <p:cNvPr id="71" name="TextBox 70">
              <a:extLst>
                <a:ext uri="{FF2B5EF4-FFF2-40B4-BE49-F238E27FC236}">
                  <a16:creationId xmlns:a16="http://schemas.microsoft.com/office/drawing/2014/main" id="{2256F769-644D-3A61-5920-E3451B3E30ED}"/>
                </a:ext>
              </a:extLst>
            </p:cNvPr>
            <p:cNvSpPr txBox="1"/>
            <p:nvPr/>
          </p:nvSpPr>
          <p:spPr>
            <a:xfrm>
              <a:off x="908472" y="45806"/>
              <a:ext cx="1935611" cy="269129"/>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400">
                  <a:solidFill>
                    <a:srgbClr val="575757"/>
                  </a:solidFill>
                </a:rPr>
                <a:t>Most used (and loved)</a:t>
              </a:r>
            </a:p>
          </p:txBody>
        </p:sp>
      </p:grpSp>
      <p:grpSp>
        <p:nvGrpSpPr>
          <p:cNvPr id="77" name="Group 76">
            <a:extLst>
              <a:ext uri="{FF2B5EF4-FFF2-40B4-BE49-F238E27FC236}">
                <a16:creationId xmlns:a16="http://schemas.microsoft.com/office/drawing/2014/main" id="{13549AAF-5B22-26EC-E752-9ACE8F759EF0}"/>
              </a:ext>
            </a:extLst>
          </p:cNvPr>
          <p:cNvGrpSpPr/>
          <p:nvPr/>
        </p:nvGrpSpPr>
        <p:grpSpPr>
          <a:xfrm>
            <a:off x="10874499" y="0"/>
            <a:ext cx="2943101" cy="914400"/>
            <a:chOff x="10874499" y="0"/>
            <a:chExt cx="2943101" cy="914400"/>
          </a:xfrm>
        </p:grpSpPr>
        <p:grpSp>
          <p:nvGrpSpPr>
            <p:cNvPr id="78" name="Group 77">
              <a:extLst>
                <a:ext uri="{FF2B5EF4-FFF2-40B4-BE49-F238E27FC236}">
                  <a16:creationId xmlns:a16="http://schemas.microsoft.com/office/drawing/2014/main" id="{0A6AF7ED-1422-9503-8F39-2612833EF291}"/>
                </a:ext>
              </a:extLst>
            </p:cNvPr>
            <p:cNvGrpSpPr/>
            <p:nvPr/>
          </p:nvGrpSpPr>
          <p:grpSpPr>
            <a:xfrm>
              <a:off x="12903200" y="0"/>
              <a:ext cx="914400" cy="914400"/>
              <a:chOff x="12903200" y="0"/>
              <a:chExt cx="914400" cy="914400"/>
            </a:xfrm>
          </p:grpSpPr>
          <p:sp>
            <p:nvSpPr>
              <p:cNvPr id="80" name="Right Triangle 79">
                <a:extLst>
                  <a:ext uri="{FF2B5EF4-FFF2-40B4-BE49-F238E27FC236}">
                    <a16:creationId xmlns:a16="http://schemas.microsoft.com/office/drawing/2014/main" id="{0794C372-14BE-6E26-B46D-D00385E95CF0}"/>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81" name="Oval 20">
                <a:extLst>
                  <a:ext uri="{FF2B5EF4-FFF2-40B4-BE49-F238E27FC236}">
                    <a16:creationId xmlns:a16="http://schemas.microsoft.com/office/drawing/2014/main" id="{B6F4D30A-CFCD-8C02-EBE7-125DBE4E49E1}"/>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79" name="TextBox 78">
              <a:extLst>
                <a:ext uri="{FF2B5EF4-FFF2-40B4-BE49-F238E27FC236}">
                  <a16:creationId xmlns:a16="http://schemas.microsoft.com/office/drawing/2014/main" id="{23088D46-EE40-F114-EA42-E0F85E19AA84}"/>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pic>
        <p:nvPicPr>
          <p:cNvPr id="39" name="Picture 38">
            <a:extLst>
              <a:ext uri="{FF2B5EF4-FFF2-40B4-BE49-F238E27FC236}">
                <a16:creationId xmlns:a16="http://schemas.microsoft.com/office/drawing/2014/main" id="{41079635-2D57-D8D1-4F0C-FCE7A58CB466}"/>
              </a:ext>
            </a:extLst>
          </p:cNvPr>
          <p:cNvPicPr>
            <a:picLocks noChangeAspect="1"/>
          </p:cNvPicPr>
          <p:nvPr/>
        </p:nvPicPr>
        <p:blipFill>
          <a:blip r:embed="rId11"/>
          <a:stretch>
            <a:fillRect/>
          </a:stretch>
        </p:blipFill>
        <p:spPr>
          <a:xfrm>
            <a:off x="3330137" y="3871465"/>
            <a:ext cx="1660486" cy="307763"/>
          </a:xfrm>
          <a:prstGeom prst="rect">
            <a:avLst/>
          </a:prstGeom>
        </p:spPr>
      </p:pic>
      <p:sp>
        <p:nvSpPr>
          <p:cNvPr id="40" name="Rectangle 39">
            <a:extLst>
              <a:ext uri="{FF2B5EF4-FFF2-40B4-BE49-F238E27FC236}">
                <a16:creationId xmlns:a16="http://schemas.microsoft.com/office/drawing/2014/main" id="{C93A44F6-E8A5-9B1A-3C2F-016E3ECB0D8A}"/>
              </a:ext>
            </a:extLst>
          </p:cNvPr>
          <p:cNvSpPr/>
          <p:nvPr/>
        </p:nvSpPr>
        <p:spPr>
          <a:xfrm flipH="1">
            <a:off x="4737747" y="3876281"/>
            <a:ext cx="369687" cy="359217"/>
          </a:xfrm>
          <a:prstGeom prst="rect">
            <a:avLst/>
          </a:prstGeom>
          <a:noFill/>
          <a:ln w="2857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1" name="Oval 20">
            <a:extLst>
              <a:ext uri="{FF2B5EF4-FFF2-40B4-BE49-F238E27FC236}">
                <a16:creationId xmlns:a16="http://schemas.microsoft.com/office/drawing/2014/main" id="{3E2F7A7E-F709-7CFC-EA1B-949AA3E483C8}"/>
              </a:ext>
            </a:extLst>
          </p:cNvPr>
          <p:cNvSpPr>
            <a:spLocks noChangeArrowheads="1"/>
          </p:cNvSpPr>
          <p:nvPr/>
        </p:nvSpPr>
        <p:spPr bwMode="auto">
          <a:xfrm flipH="1">
            <a:off x="4631137" y="3751352"/>
            <a:ext cx="221451" cy="221999"/>
          </a:xfrm>
          <a:prstGeom prst="ellipse">
            <a:avLst/>
          </a:prstGeom>
          <a:solidFill>
            <a:schemeClr val="accent1"/>
          </a:solidFill>
          <a:ln>
            <a:noFill/>
          </a:ln>
        </p:spPr>
        <p:txBody>
          <a:bodyPr vert="horz" wrap="square" lIns="0" tIns="0" rIns="0" bIns="0" numCol="1" anchor="ctr" anchorCtr="0" compatLnSpc="1">
            <a:prstTxWarp prst="textNoShape">
              <a:avLst/>
            </a:prstTxWarp>
          </a:bodyPr>
          <a:lstStyle/>
          <a:p>
            <a:pPr algn="ctr"/>
            <a:r>
              <a:rPr lang="en-US" sz="1100">
                <a:solidFill>
                  <a:srgbClr val="FFFFFF"/>
                </a:solidFill>
              </a:rPr>
              <a:t>13</a:t>
            </a:r>
          </a:p>
        </p:txBody>
      </p:sp>
      <p:sp>
        <p:nvSpPr>
          <p:cNvPr id="3" name="TextBox 2">
            <a:extLst>
              <a:ext uri="{FF2B5EF4-FFF2-40B4-BE49-F238E27FC236}">
                <a16:creationId xmlns:a16="http://schemas.microsoft.com/office/drawing/2014/main" id="{E6409992-886F-0B32-D831-99EC1785C788}"/>
              </a:ext>
            </a:extLst>
          </p:cNvPr>
          <p:cNvSpPr txBox="1"/>
          <p:nvPr/>
        </p:nvSpPr>
        <p:spPr>
          <a:xfrm>
            <a:off x="449263" y="51368"/>
            <a:ext cx="2043004" cy="276999"/>
          </a:xfrm>
          <a:prstGeom prst="rect">
            <a:avLst/>
          </a:prstGeom>
          <a:noFill/>
        </p:spPr>
        <p:txBody>
          <a:bodyPr wrap="square" lIns="0" tIns="45720" rIns="0" bIns="45720" rtlCol="0" anchor="ctr">
            <a:spAutoFit/>
          </a:bodyPr>
          <a:lstStyle/>
          <a:p>
            <a:pPr algn="l"/>
            <a:r>
              <a:rPr lang="en-US" b="1"/>
              <a:t>2) Efficient elements</a:t>
            </a:r>
          </a:p>
        </p:txBody>
      </p:sp>
    </p:spTree>
    <p:extLst>
      <p:ext uri="{BB962C8B-B14F-4D97-AF65-F5344CB8AC3E}">
        <p14:creationId xmlns:p14="http://schemas.microsoft.com/office/powerpoint/2010/main" val="2960217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105C5D7-1DEA-4807-2293-12572F4E2CDF}"/>
              </a:ext>
            </a:extLst>
          </p:cNvPr>
          <p:cNvGraphicFramePr>
            <a:graphicFrameLocks noChangeAspect="1"/>
          </p:cNvGraphicFramePr>
          <p:nvPr>
            <p:custDataLst>
              <p:tags r:id="rId1"/>
            </p:custDataLst>
            <p:extLst>
              <p:ext uri="{D42A27DB-BD31-4B8C-83A1-F6EECF244321}">
                <p14:modId xmlns:p14="http://schemas.microsoft.com/office/powerpoint/2010/main" val="12248214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C105C5D7-1DEA-4807-2293-12572F4E2C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34BB688-92AA-3ACD-38C7-A82CBF0FA110}"/>
              </a:ext>
            </a:extLst>
          </p:cNvPr>
          <p:cNvSpPr>
            <a:spLocks noGrp="1"/>
          </p:cNvSpPr>
          <p:nvPr>
            <p:ph type="title"/>
          </p:nvPr>
        </p:nvSpPr>
        <p:spPr/>
        <p:txBody>
          <a:bodyPr vert="horz"/>
          <a:lstStyle/>
          <a:p>
            <a:r>
              <a:rPr lang="en-US">
                <a:solidFill>
                  <a:schemeClr val="accent2"/>
                </a:solidFill>
              </a:rPr>
              <a:t>Charting | </a:t>
            </a:r>
            <a:r>
              <a:rPr lang="en-US"/>
              <a:t>Objectives and tactics (I/III)</a:t>
            </a:r>
          </a:p>
        </p:txBody>
      </p:sp>
      <p:sp>
        <p:nvSpPr>
          <p:cNvPr id="3" name="Subtitle 2">
            <a:extLst>
              <a:ext uri="{FF2B5EF4-FFF2-40B4-BE49-F238E27FC236}">
                <a16:creationId xmlns:a16="http://schemas.microsoft.com/office/drawing/2014/main" id="{DA3EBCC5-8DC9-A761-74A4-61342E6647D2}"/>
              </a:ext>
            </a:extLst>
          </p:cNvPr>
          <p:cNvSpPr>
            <a:spLocks noGrp="1"/>
          </p:cNvSpPr>
          <p:nvPr>
            <p:ph type="subTitle" idx="1"/>
          </p:nvPr>
        </p:nvSpPr>
        <p:spPr/>
        <p:txBody>
          <a:bodyPr/>
          <a:lstStyle/>
          <a:p>
            <a:endParaRPr lang="en-US"/>
          </a:p>
        </p:txBody>
      </p:sp>
      <p:sp>
        <p:nvSpPr>
          <p:cNvPr id="5" name="Footer Placeholder 4">
            <a:extLst>
              <a:ext uri="{FF2B5EF4-FFF2-40B4-BE49-F238E27FC236}">
                <a16:creationId xmlns:a16="http://schemas.microsoft.com/office/drawing/2014/main" id="{2621DFEF-5EDB-9C64-373F-88D5CE6B2928}"/>
              </a:ext>
            </a:extLst>
          </p:cNvPr>
          <p:cNvSpPr>
            <a:spLocks noGrp="1"/>
          </p:cNvSpPr>
          <p:nvPr>
            <p:ph type="ftr" sz="quarter" idx="3"/>
          </p:nvPr>
        </p:nvSpPr>
        <p:spPr/>
        <p:txBody>
          <a:bodyPr/>
          <a:lstStyle/>
          <a:p>
            <a:r>
              <a:rPr lang="en-CA"/>
              <a:t>2024</a:t>
            </a:r>
          </a:p>
        </p:txBody>
      </p:sp>
      <p:sp>
        <p:nvSpPr>
          <p:cNvPr id="22" name="Rectangle 3">
            <a:extLst>
              <a:ext uri="{FF2B5EF4-FFF2-40B4-BE49-F238E27FC236}">
                <a16:creationId xmlns:a16="http://schemas.microsoft.com/office/drawing/2014/main" id="{11664854-EEAB-0B3C-9658-DFFE528919A5}"/>
              </a:ext>
            </a:extLst>
          </p:cNvPr>
          <p:cNvSpPr>
            <a:spLocks noChangeArrowheads="1"/>
          </p:cNvSpPr>
          <p:nvPr/>
        </p:nvSpPr>
        <p:spPr bwMode="auto">
          <a:xfrm>
            <a:off x="448969" y="1476891"/>
            <a:ext cx="4381204" cy="313522"/>
          </a:xfrm>
          <a:prstGeom prst="rect">
            <a:avLst/>
          </a:prstGeom>
          <a:solidFill>
            <a:schemeClr val="accent2"/>
          </a:solidFill>
          <a:ln w="12700" cap="flat" cmpd="sng" algn="ctr">
            <a:solidFill>
              <a:schemeClr val="accent2"/>
            </a:solidFill>
            <a:prstDash val="solid"/>
            <a:miter lim="800000"/>
            <a:headEnd type="none" w="med" len="med"/>
            <a:tailEnd type="none" w="med" len="med"/>
          </a:ln>
        </p:spPr>
        <p:txBody>
          <a:bodyPr wrap="none" lIns="87312" tIns="44450" rIns="87312" bIns="44450" anchor="ct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r>
              <a:rPr lang="en-US" altLang="en-US" sz="1800" b="0">
                <a:solidFill>
                  <a:srgbClr val="FFFFFF"/>
                </a:solidFill>
                <a:latin typeface="+mn-lt"/>
              </a:rPr>
              <a:t>Goals</a:t>
            </a:r>
          </a:p>
        </p:txBody>
      </p:sp>
      <p:sp>
        <p:nvSpPr>
          <p:cNvPr id="23" name="Rectangle 4">
            <a:extLst>
              <a:ext uri="{FF2B5EF4-FFF2-40B4-BE49-F238E27FC236}">
                <a16:creationId xmlns:a16="http://schemas.microsoft.com/office/drawing/2014/main" id="{08E01291-3A67-2289-4424-6F847F30EB5F}"/>
              </a:ext>
            </a:extLst>
          </p:cNvPr>
          <p:cNvSpPr>
            <a:spLocks noChangeArrowheads="1"/>
          </p:cNvSpPr>
          <p:nvPr/>
        </p:nvSpPr>
        <p:spPr bwMode="auto">
          <a:xfrm>
            <a:off x="448969" y="1788960"/>
            <a:ext cx="4381204" cy="2422202"/>
          </a:xfrm>
          <a:prstGeom prst="rect">
            <a:avLst/>
          </a:prstGeom>
          <a:noFill/>
          <a:ln w="12700" cap="flat" cmpd="sng" algn="ctr">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87312" tIns="44450" rIns="87312" bIns="44450"/>
          <a:lstStyle>
            <a:lvl1pPr marL="220663" indent="-220663"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marL="342900" indent="-342900" algn="l">
              <a:buAutoNum type="arabicPeriod"/>
            </a:pPr>
            <a:r>
              <a:rPr lang="en-US" altLang="en-US" b="0">
                <a:solidFill>
                  <a:srgbClr val="575757"/>
                </a:solidFill>
                <a:latin typeface="+mn-lt"/>
              </a:rPr>
              <a:t>Data integrity</a:t>
            </a:r>
          </a:p>
          <a:p>
            <a:pPr marL="342900" indent="-342900" algn="l">
              <a:buAutoNum type="arabicPeriod"/>
            </a:pPr>
            <a:endParaRPr lang="en-US" altLang="en-US" b="0">
              <a:solidFill>
                <a:srgbClr val="575757"/>
              </a:solidFill>
              <a:latin typeface="+mn-lt"/>
            </a:endParaRPr>
          </a:p>
          <a:p>
            <a:pPr marL="0" indent="0" algn="l"/>
            <a:endParaRPr lang="en-US" altLang="en-US" b="0">
              <a:solidFill>
                <a:srgbClr val="575757"/>
              </a:solidFill>
              <a:latin typeface="+mn-lt"/>
            </a:endParaRPr>
          </a:p>
          <a:p>
            <a:pPr marL="0" indent="0" algn="l"/>
            <a:endParaRPr lang="en-US" altLang="en-US" b="0">
              <a:solidFill>
                <a:srgbClr val="575757"/>
              </a:solidFill>
              <a:latin typeface="+mn-lt"/>
            </a:endParaRPr>
          </a:p>
          <a:p>
            <a:pPr marL="0" indent="0" algn="l"/>
            <a:endParaRPr lang="en-US" altLang="en-US" b="0">
              <a:solidFill>
                <a:srgbClr val="575757"/>
              </a:solidFill>
              <a:latin typeface="+mn-lt"/>
            </a:endParaRPr>
          </a:p>
          <a:p>
            <a:pPr marL="0" indent="0" algn="l"/>
            <a:endParaRPr lang="en-US" altLang="en-US" b="0">
              <a:solidFill>
                <a:srgbClr val="575757"/>
              </a:solidFill>
              <a:latin typeface="+mn-lt"/>
            </a:endParaRPr>
          </a:p>
          <a:p>
            <a:pPr marL="0" indent="0" algn="l"/>
            <a:r>
              <a:rPr lang="en-US"/>
              <a:t>No visual distortion or misrepresentation of data</a:t>
            </a:r>
            <a:endParaRPr lang="en-US" altLang="en-US" b="0">
              <a:solidFill>
                <a:srgbClr val="575757"/>
              </a:solidFill>
              <a:latin typeface="+mn-lt"/>
            </a:endParaRPr>
          </a:p>
        </p:txBody>
      </p:sp>
      <p:sp>
        <p:nvSpPr>
          <p:cNvPr id="24" name="Rectangle 9">
            <a:extLst>
              <a:ext uri="{FF2B5EF4-FFF2-40B4-BE49-F238E27FC236}">
                <a16:creationId xmlns:a16="http://schemas.microsoft.com/office/drawing/2014/main" id="{DC97F0A7-7E81-6633-4A03-2A590F2DC210}"/>
              </a:ext>
            </a:extLst>
          </p:cNvPr>
          <p:cNvSpPr>
            <a:spLocks noChangeArrowheads="1"/>
          </p:cNvSpPr>
          <p:nvPr/>
        </p:nvSpPr>
        <p:spPr bwMode="auto">
          <a:xfrm>
            <a:off x="4048788" y="2586429"/>
            <a:ext cx="424795" cy="298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400" b="0">
                <a:solidFill>
                  <a:srgbClr val="575757"/>
                </a:solidFill>
                <a:latin typeface="+mn-lt"/>
              </a:rPr>
              <a:t>1.0</a:t>
            </a:r>
          </a:p>
        </p:txBody>
      </p:sp>
      <p:cxnSp>
        <p:nvCxnSpPr>
          <p:cNvPr id="25" name="Straight Arrow Connector 24">
            <a:extLst>
              <a:ext uri="{FF2B5EF4-FFF2-40B4-BE49-F238E27FC236}">
                <a16:creationId xmlns:a16="http://schemas.microsoft.com/office/drawing/2014/main" id="{183B2AD0-9180-2843-F4C1-DC163FD26CE8}"/>
              </a:ext>
            </a:extLst>
          </p:cNvPr>
          <p:cNvCxnSpPr/>
          <p:nvPr/>
        </p:nvCxnSpPr>
        <p:spPr>
          <a:xfrm>
            <a:off x="3428395" y="2736522"/>
            <a:ext cx="519847" cy="0"/>
          </a:xfrm>
          <a:prstGeom prst="straightConnector1">
            <a:avLst/>
          </a:prstGeom>
          <a:ln w="9525" cap="rnd" cmpd="sng" algn="ctr">
            <a:solidFill>
              <a:srgbClr val="9A9A9A"/>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13">
            <a:extLst>
              <a:ext uri="{FF2B5EF4-FFF2-40B4-BE49-F238E27FC236}">
                <a16:creationId xmlns:a16="http://schemas.microsoft.com/office/drawing/2014/main" id="{F8CEA4ED-FCFF-5AD0-B8D6-F2C6EBF384B2}"/>
              </a:ext>
            </a:extLst>
          </p:cNvPr>
          <p:cNvSpPr>
            <a:spLocks noChangeArrowheads="1"/>
          </p:cNvSpPr>
          <p:nvPr/>
        </p:nvSpPr>
        <p:spPr bwMode="auto">
          <a:xfrm>
            <a:off x="1620983" y="2441400"/>
            <a:ext cx="1287146" cy="59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400" b="0">
                <a:solidFill>
                  <a:srgbClr val="575757"/>
                </a:solidFill>
                <a:latin typeface="+mn-lt"/>
              </a:rPr>
              <a:t>Graphic effect</a:t>
            </a:r>
          </a:p>
          <a:p>
            <a:pPr algn="ctr">
              <a:lnSpc>
                <a:spcPct val="97000"/>
              </a:lnSpc>
              <a:spcBef>
                <a:spcPct val="39000"/>
              </a:spcBef>
            </a:pPr>
            <a:r>
              <a:rPr lang="en-US" altLang="en-US" sz="1400" b="0">
                <a:solidFill>
                  <a:srgbClr val="575757"/>
                </a:solidFill>
                <a:latin typeface="+mn-lt"/>
              </a:rPr>
              <a:t>Data effect</a:t>
            </a:r>
          </a:p>
        </p:txBody>
      </p:sp>
      <p:sp>
        <p:nvSpPr>
          <p:cNvPr id="27" name="Freeform 14">
            <a:extLst>
              <a:ext uri="{FF2B5EF4-FFF2-40B4-BE49-F238E27FC236}">
                <a16:creationId xmlns:a16="http://schemas.microsoft.com/office/drawing/2014/main" id="{10497965-504D-AF80-3265-0D839309BA82}"/>
              </a:ext>
            </a:extLst>
          </p:cNvPr>
          <p:cNvSpPr>
            <a:spLocks/>
          </p:cNvSpPr>
          <p:nvPr/>
        </p:nvSpPr>
        <p:spPr bwMode="auto">
          <a:xfrm>
            <a:off x="1248137" y="2560892"/>
            <a:ext cx="121557" cy="320779"/>
          </a:xfrm>
          <a:custGeom>
            <a:avLst/>
            <a:gdLst>
              <a:gd name="T0" fmla="*/ 73025 w 47"/>
              <a:gd name="T1" fmla="*/ 0 h 221"/>
              <a:gd name="T2" fmla="*/ 0 w 47"/>
              <a:gd name="T3" fmla="*/ 0 h 221"/>
              <a:gd name="T4" fmla="*/ 0 w 47"/>
              <a:gd name="T5" fmla="*/ 349250 h 221"/>
              <a:gd name="T6" fmla="*/ 73025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46" y="0"/>
                </a:moveTo>
                <a:lnTo>
                  <a:pt x="0" y="0"/>
                </a:lnTo>
                <a:lnTo>
                  <a:pt x="0" y="220"/>
                </a:lnTo>
                <a:lnTo>
                  <a:pt x="46"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2000"/>
          </a:p>
        </p:txBody>
      </p:sp>
      <p:sp>
        <p:nvSpPr>
          <p:cNvPr id="28" name="Line 15">
            <a:extLst>
              <a:ext uri="{FF2B5EF4-FFF2-40B4-BE49-F238E27FC236}">
                <a16:creationId xmlns:a16="http://schemas.microsoft.com/office/drawing/2014/main" id="{95DFEC73-9579-3A34-D374-03D68370F719}"/>
              </a:ext>
            </a:extLst>
          </p:cNvPr>
          <p:cNvSpPr>
            <a:spLocks noChangeShapeType="1"/>
          </p:cNvSpPr>
          <p:nvPr/>
        </p:nvSpPr>
        <p:spPr bwMode="auto">
          <a:xfrm>
            <a:off x="1496423" y="2729265"/>
            <a:ext cx="1510403" cy="0"/>
          </a:xfrm>
          <a:prstGeom prst="line">
            <a:avLst/>
          </a:prstGeom>
          <a:noFill/>
          <a:ln w="12700" cap="flat" cmpd="sng" algn="ctr">
            <a:solidFill>
              <a:srgbClr val="9A9A9A"/>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29" name="Freeform 16">
            <a:extLst>
              <a:ext uri="{FF2B5EF4-FFF2-40B4-BE49-F238E27FC236}">
                <a16:creationId xmlns:a16="http://schemas.microsoft.com/office/drawing/2014/main" id="{B0840B1B-DEDA-01BA-D6B3-9D77D34FE9EF}"/>
              </a:ext>
            </a:extLst>
          </p:cNvPr>
          <p:cNvSpPr>
            <a:spLocks/>
          </p:cNvSpPr>
          <p:nvPr/>
        </p:nvSpPr>
        <p:spPr bwMode="auto">
          <a:xfrm>
            <a:off x="3136141" y="2560892"/>
            <a:ext cx="121557" cy="320779"/>
          </a:xfrm>
          <a:custGeom>
            <a:avLst/>
            <a:gdLst>
              <a:gd name="T0" fmla="*/ 0 w 47"/>
              <a:gd name="T1" fmla="*/ 0 h 221"/>
              <a:gd name="T2" fmla="*/ 73025 w 47"/>
              <a:gd name="T3" fmla="*/ 0 h 221"/>
              <a:gd name="T4" fmla="*/ 73025 w 47"/>
              <a:gd name="T5" fmla="*/ 349250 h 221"/>
              <a:gd name="T6" fmla="*/ 0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0" y="0"/>
                </a:moveTo>
                <a:lnTo>
                  <a:pt x="46" y="0"/>
                </a:lnTo>
                <a:lnTo>
                  <a:pt x="46" y="220"/>
                </a:lnTo>
                <a:lnTo>
                  <a:pt x="0"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2000"/>
          </a:p>
        </p:txBody>
      </p:sp>
      <p:sp>
        <p:nvSpPr>
          <p:cNvPr id="30" name="Rectangle 6">
            <a:extLst>
              <a:ext uri="{FF2B5EF4-FFF2-40B4-BE49-F238E27FC236}">
                <a16:creationId xmlns:a16="http://schemas.microsoft.com/office/drawing/2014/main" id="{305B92C4-0E7F-E043-40C5-3F8D3486675D}"/>
              </a:ext>
            </a:extLst>
          </p:cNvPr>
          <p:cNvSpPr>
            <a:spLocks noChangeArrowheads="1"/>
          </p:cNvSpPr>
          <p:nvPr/>
        </p:nvSpPr>
        <p:spPr bwMode="auto">
          <a:xfrm>
            <a:off x="5078319" y="1476891"/>
            <a:ext cx="8035796" cy="313522"/>
          </a:xfrm>
          <a:prstGeom prst="rect">
            <a:avLst/>
          </a:prstGeom>
          <a:solidFill>
            <a:schemeClr val="accent2"/>
          </a:solidFill>
          <a:ln w="12700" cap="flat" cmpd="sng" algn="ctr">
            <a:solidFill>
              <a:schemeClr val="accent2"/>
            </a:solidFill>
            <a:prstDash val="solid"/>
            <a:miter lim="800000"/>
            <a:headEnd type="none" w="med" len="med"/>
            <a:tailEnd type="none" w="med" len="med"/>
          </a:ln>
        </p:spPr>
        <p:txBody>
          <a:bodyPr wrap="none" lIns="87312" tIns="44450" rIns="87312" bIns="44450" anchor="ct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r>
              <a:rPr lang="en-US" altLang="en-US" sz="1800" b="0">
                <a:solidFill>
                  <a:srgbClr val="FFFFFF"/>
                </a:solidFill>
                <a:latin typeface="+mn-lt"/>
              </a:rPr>
              <a:t>Tactics</a:t>
            </a:r>
          </a:p>
        </p:txBody>
      </p:sp>
      <p:sp>
        <p:nvSpPr>
          <p:cNvPr id="31" name="Rectangle 7">
            <a:extLst>
              <a:ext uri="{FF2B5EF4-FFF2-40B4-BE49-F238E27FC236}">
                <a16:creationId xmlns:a16="http://schemas.microsoft.com/office/drawing/2014/main" id="{16A2F3CB-F097-FF44-87A7-5DC652CD8B99}"/>
              </a:ext>
            </a:extLst>
          </p:cNvPr>
          <p:cNvSpPr>
            <a:spLocks noChangeArrowheads="1"/>
          </p:cNvSpPr>
          <p:nvPr/>
        </p:nvSpPr>
        <p:spPr bwMode="auto">
          <a:xfrm>
            <a:off x="5078319" y="1788961"/>
            <a:ext cx="8035796" cy="2422202"/>
          </a:xfrm>
          <a:prstGeom prst="rect">
            <a:avLst/>
          </a:prstGeom>
          <a:noFill/>
          <a:ln w="12700" cap="flat" cmpd="sng" algn="ctr">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91440" tIns="18288" rIns="87312" bIns="18288">
            <a:spAutoFit/>
          </a:bodyPr>
          <a:lstStyle>
            <a:lvl1pPr defTabSz="825500">
              <a:defRPr sz="1600" b="1">
                <a:solidFill>
                  <a:schemeClr val="tx1"/>
                </a:solidFill>
                <a:latin typeface="Arial" panose="020B0604020202020204" pitchFamily="34" charset="0"/>
              </a:defRPr>
            </a:lvl1pPr>
            <a:lvl2pPr marL="434975" indent="-214313"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l">
              <a:buSzPct val="100000"/>
              <a:buFont typeface="Trebuchet MS" panose="020B0603020202020204" pitchFamily="34" charset="0"/>
              <a:buChar char="​"/>
            </a:pPr>
            <a:r>
              <a:rPr lang="en-US" altLang="en-US" sz="1400">
                <a:solidFill>
                  <a:srgbClr val="575757"/>
                </a:solidFill>
                <a:latin typeface="+mn-lt"/>
              </a:rPr>
              <a:t>Normalize data series</a:t>
            </a:r>
          </a:p>
          <a:p>
            <a:pPr marL="324000" lvl="1" indent="-216000" algn="l">
              <a:spcBef>
                <a:spcPts val="200"/>
              </a:spcBef>
              <a:spcAft>
                <a:spcPts val="200"/>
              </a:spcAft>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Standardize units of measure</a:t>
            </a:r>
          </a:p>
          <a:p>
            <a:pPr marL="324000" lvl="1" indent="-216000" algn="l">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Deflate nominal currencies (esp. over long periods of time)</a:t>
            </a:r>
          </a:p>
          <a:p>
            <a:pPr algn="l">
              <a:spcBef>
                <a:spcPts val="200"/>
              </a:spcBef>
              <a:spcAft>
                <a:spcPts val="200"/>
              </a:spcAft>
            </a:pPr>
            <a:r>
              <a:rPr lang="en-US" altLang="en-US" sz="1400">
                <a:solidFill>
                  <a:srgbClr val="575757"/>
                </a:solidFill>
                <a:latin typeface="+mn-lt"/>
              </a:rPr>
              <a:t>Ensure graphic impressions are proportional to underlying data</a:t>
            </a:r>
          </a:p>
          <a:p>
            <a:pPr marL="324000" lvl="1" indent="-216000" algn="l">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Zero-base Y-axes</a:t>
            </a:r>
          </a:p>
          <a:p>
            <a:pPr marL="324000" lvl="1" indent="-216000" algn="l">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Use consistent axis increments (and scales)</a:t>
            </a:r>
          </a:p>
          <a:p>
            <a:pPr marL="324000" lvl="1" indent="-216000" algn="l">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Scale bubble area (not radius) to data magnitude</a:t>
            </a:r>
          </a:p>
          <a:p>
            <a:pPr marL="324000" lvl="1" indent="-216000" algn="l">
              <a:spcBef>
                <a:spcPts val="200"/>
              </a:spcBef>
              <a:spcAft>
                <a:spcPts val="200"/>
              </a:spcAft>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Avoid “cartoon” legends</a:t>
            </a:r>
          </a:p>
          <a:p>
            <a:pPr algn="l">
              <a:spcBef>
                <a:spcPts val="200"/>
              </a:spcBef>
              <a:spcAft>
                <a:spcPts val="200"/>
              </a:spcAft>
            </a:pPr>
            <a:r>
              <a:rPr lang="en-US" altLang="en-US" sz="1400">
                <a:solidFill>
                  <a:srgbClr val="575757"/>
                </a:solidFill>
                <a:latin typeface="+mn-lt"/>
              </a:rPr>
              <a:t>Validate/investigate/annotate outliers and anomalies</a:t>
            </a:r>
          </a:p>
          <a:p>
            <a:pPr algn="l">
              <a:spcBef>
                <a:spcPts val="200"/>
              </a:spcBef>
              <a:spcAft>
                <a:spcPts val="200"/>
              </a:spcAft>
            </a:pPr>
            <a:r>
              <a:rPr lang="en-US" altLang="en-US" sz="1400">
                <a:solidFill>
                  <a:srgbClr val="575757"/>
                </a:solidFill>
                <a:latin typeface="+mn-lt"/>
              </a:rPr>
              <a:t>Accurately, completely footnote </a:t>
            </a:r>
            <a:r>
              <a:rPr lang="en-US" altLang="en-US" sz="1400" b="0">
                <a:solidFill>
                  <a:srgbClr val="575757"/>
                </a:solidFill>
                <a:latin typeface="+mn-lt"/>
              </a:rPr>
              <a:t>(N=, exact source, source date, data limitations, methodology)</a:t>
            </a:r>
          </a:p>
        </p:txBody>
      </p:sp>
      <p:sp>
        <p:nvSpPr>
          <p:cNvPr id="13" name="TextBox 12">
            <a:extLst>
              <a:ext uri="{FF2B5EF4-FFF2-40B4-BE49-F238E27FC236}">
                <a16:creationId xmlns:a16="http://schemas.microsoft.com/office/drawing/2014/main" id="{98A497FC-4665-6917-2FA0-50E9D3FA8BFD}"/>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3) Charting</a:t>
            </a:r>
          </a:p>
        </p:txBody>
      </p:sp>
      <p:grpSp>
        <p:nvGrpSpPr>
          <p:cNvPr id="16" name="Group 15">
            <a:extLst>
              <a:ext uri="{FF2B5EF4-FFF2-40B4-BE49-F238E27FC236}">
                <a16:creationId xmlns:a16="http://schemas.microsoft.com/office/drawing/2014/main" id="{0C2C0711-F1C0-A844-5B11-3DB06C74662F}"/>
              </a:ext>
            </a:extLst>
          </p:cNvPr>
          <p:cNvGrpSpPr/>
          <p:nvPr/>
        </p:nvGrpSpPr>
        <p:grpSpPr>
          <a:xfrm>
            <a:off x="10874499" y="0"/>
            <a:ext cx="2943101" cy="914400"/>
            <a:chOff x="10874499" y="0"/>
            <a:chExt cx="2943101" cy="914400"/>
          </a:xfrm>
        </p:grpSpPr>
        <p:grpSp>
          <p:nvGrpSpPr>
            <p:cNvPr id="17" name="Group 16">
              <a:extLst>
                <a:ext uri="{FF2B5EF4-FFF2-40B4-BE49-F238E27FC236}">
                  <a16:creationId xmlns:a16="http://schemas.microsoft.com/office/drawing/2014/main" id="{4021E5D7-E5E8-6230-006D-A89604D602BD}"/>
                </a:ext>
              </a:extLst>
            </p:cNvPr>
            <p:cNvGrpSpPr/>
            <p:nvPr/>
          </p:nvGrpSpPr>
          <p:grpSpPr>
            <a:xfrm>
              <a:off x="12903200" y="0"/>
              <a:ext cx="914400" cy="914400"/>
              <a:chOff x="12903200" y="0"/>
              <a:chExt cx="914400" cy="914400"/>
            </a:xfrm>
          </p:grpSpPr>
          <p:sp>
            <p:nvSpPr>
              <p:cNvPr id="19" name="Right Triangle 18">
                <a:extLst>
                  <a:ext uri="{FF2B5EF4-FFF2-40B4-BE49-F238E27FC236}">
                    <a16:creationId xmlns:a16="http://schemas.microsoft.com/office/drawing/2014/main" id="{BD4A50DE-E73E-48E6-9E13-C3D75A86F4BD}"/>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20" name="Oval 20">
                <a:extLst>
                  <a:ext uri="{FF2B5EF4-FFF2-40B4-BE49-F238E27FC236}">
                    <a16:creationId xmlns:a16="http://schemas.microsoft.com/office/drawing/2014/main" id="{8936BD4B-6B0D-C22D-1F88-46564DA003F4}"/>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18" name="TextBox 17">
              <a:extLst>
                <a:ext uri="{FF2B5EF4-FFF2-40B4-BE49-F238E27FC236}">
                  <a16:creationId xmlns:a16="http://schemas.microsoft.com/office/drawing/2014/main" id="{B6352229-F376-4477-A7FD-0FBEABF378BF}"/>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Tree>
    <p:extLst>
      <p:ext uri="{BB962C8B-B14F-4D97-AF65-F5344CB8AC3E}">
        <p14:creationId xmlns:p14="http://schemas.microsoft.com/office/powerpoint/2010/main" val="21128353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B515E-DAE9-0546-500A-801524ADD5A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C302D611-760E-DBDB-42BA-193C585B1A53}"/>
              </a:ext>
            </a:extLst>
          </p:cNvPr>
          <p:cNvGraphicFramePr>
            <a:graphicFrameLocks noChangeAspect="1"/>
          </p:cNvGraphicFramePr>
          <p:nvPr>
            <p:custDataLst>
              <p:tags r:id="rId1"/>
            </p:custDataLst>
            <p:extLst>
              <p:ext uri="{D42A27DB-BD31-4B8C-83A1-F6EECF244321}">
                <p14:modId xmlns:p14="http://schemas.microsoft.com/office/powerpoint/2010/main" val="35314352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C302D611-760E-DBDB-42BA-193C585B1A5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A57DB41-CE53-70AA-6EFC-7CF49718C7EC}"/>
              </a:ext>
            </a:extLst>
          </p:cNvPr>
          <p:cNvSpPr>
            <a:spLocks noGrp="1"/>
          </p:cNvSpPr>
          <p:nvPr>
            <p:ph type="title"/>
          </p:nvPr>
        </p:nvSpPr>
        <p:spPr/>
        <p:txBody>
          <a:bodyPr vert="horz"/>
          <a:lstStyle/>
          <a:p>
            <a:r>
              <a:rPr lang="en-US">
                <a:solidFill>
                  <a:schemeClr val="accent2"/>
                </a:solidFill>
              </a:rPr>
              <a:t>Charting | </a:t>
            </a:r>
            <a:r>
              <a:rPr lang="en-US"/>
              <a:t>Objectives and tactics (II/III)</a:t>
            </a:r>
          </a:p>
        </p:txBody>
      </p:sp>
      <p:sp>
        <p:nvSpPr>
          <p:cNvPr id="3" name="Subtitle 2">
            <a:extLst>
              <a:ext uri="{FF2B5EF4-FFF2-40B4-BE49-F238E27FC236}">
                <a16:creationId xmlns:a16="http://schemas.microsoft.com/office/drawing/2014/main" id="{ECBA755C-131A-5E5B-6166-D5CFD430C2EE}"/>
              </a:ext>
            </a:extLst>
          </p:cNvPr>
          <p:cNvSpPr>
            <a:spLocks noGrp="1"/>
          </p:cNvSpPr>
          <p:nvPr>
            <p:ph type="subTitle" idx="1"/>
          </p:nvPr>
        </p:nvSpPr>
        <p:spPr/>
        <p:txBody>
          <a:bodyPr/>
          <a:lstStyle/>
          <a:p>
            <a:endParaRPr lang="en-US"/>
          </a:p>
        </p:txBody>
      </p:sp>
      <p:sp>
        <p:nvSpPr>
          <p:cNvPr id="5" name="Footer Placeholder 4">
            <a:extLst>
              <a:ext uri="{FF2B5EF4-FFF2-40B4-BE49-F238E27FC236}">
                <a16:creationId xmlns:a16="http://schemas.microsoft.com/office/drawing/2014/main" id="{09C66865-8533-7F04-0634-F1644DF78344}"/>
              </a:ext>
            </a:extLst>
          </p:cNvPr>
          <p:cNvSpPr>
            <a:spLocks noGrp="1"/>
          </p:cNvSpPr>
          <p:nvPr>
            <p:ph type="ftr" sz="quarter" idx="3"/>
          </p:nvPr>
        </p:nvSpPr>
        <p:spPr/>
        <p:txBody>
          <a:bodyPr/>
          <a:lstStyle/>
          <a:p>
            <a:r>
              <a:rPr lang="en-CA"/>
              <a:t>2024</a:t>
            </a:r>
          </a:p>
        </p:txBody>
      </p:sp>
      <p:sp>
        <p:nvSpPr>
          <p:cNvPr id="22" name="Rectangle 3">
            <a:extLst>
              <a:ext uri="{FF2B5EF4-FFF2-40B4-BE49-F238E27FC236}">
                <a16:creationId xmlns:a16="http://schemas.microsoft.com/office/drawing/2014/main" id="{95324657-76B2-DA93-0025-8DF09E9AE073}"/>
              </a:ext>
            </a:extLst>
          </p:cNvPr>
          <p:cNvSpPr>
            <a:spLocks noChangeArrowheads="1"/>
          </p:cNvSpPr>
          <p:nvPr/>
        </p:nvSpPr>
        <p:spPr bwMode="auto">
          <a:xfrm>
            <a:off x="448969" y="1476891"/>
            <a:ext cx="4381204" cy="313522"/>
          </a:xfrm>
          <a:prstGeom prst="rect">
            <a:avLst/>
          </a:prstGeom>
          <a:solidFill>
            <a:schemeClr val="accent2"/>
          </a:solidFill>
          <a:ln w="12700" cap="flat" cmpd="sng" algn="ctr">
            <a:solidFill>
              <a:schemeClr val="accent2"/>
            </a:solidFill>
            <a:prstDash val="solid"/>
            <a:miter lim="800000"/>
            <a:headEnd type="none" w="med" len="med"/>
            <a:tailEnd type="none" w="med" len="med"/>
          </a:ln>
        </p:spPr>
        <p:txBody>
          <a:bodyPr wrap="none" lIns="87312" tIns="44450" rIns="87312" bIns="44450" anchor="ct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r>
              <a:rPr lang="en-US" altLang="en-US" sz="1800" b="0">
                <a:solidFill>
                  <a:srgbClr val="FFFFFF"/>
                </a:solidFill>
                <a:latin typeface="+mn-lt"/>
              </a:rPr>
              <a:t>Goals</a:t>
            </a:r>
          </a:p>
        </p:txBody>
      </p:sp>
      <p:sp>
        <p:nvSpPr>
          <p:cNvPr id="23" name="Rectangle 4">
            <a:extLst>
              <a:ext uri="{FF2B5EF4-FFF2-40B4-BE49-F238E27FC236}">
                <a16:creationId xmlns:a16="http://schemas.microsoft.com/office/drawing/2014/main" id="{38996457-04A8-6E2A-BC67-6FEDD03F0B6D}"/>
              </a:ext>
            </a:extLst>
          </p:cNvPr>
          <p:cNvSpPr>
            <a:spLocks noChangeArrowheads="1"/>
          </p:cNvSpPr>
          <p:nvPr/>
        </p:nvSpPr>
        <p:spPr bwMode="auto">
          <a:xfrm>
            <a:off x="448969" y="1788960"/>
            <a:ext cx="4381204" cy="2422202"/>
          </a:xfrm>
          <a:prstGeom prst="rect">
            <a:avLst/>
          </a:prstGeom>
          <a:noFill/>
          <a:ln w="12700" cap="flat" cmpd="sng" algn="ctr">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87312" tIns="44450" rIns="87312" bIns="44450"/>
          <a:lstStyle>
            <a:lvl1pPr marL="220663" indent="-220663"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marL="342900" indent="-342900" algn="l">
              <a:buAutoNum type="arabicPeriod"/>
            </a:pPr>
            <a:r>
              <a:rPr lang="en-US" altLang="en-US" b="0">
                <a:solidFill>
                  <a:schemeClr val="accent1"/>
                </a:solidFill>
                <a:latin typeface="+mn-lt"/>
              </a:rPr>
              <a:t>Data integrity</a:t>
            </a:r>
          </a:p>
          <a:p>
            <a:pPr marL="0" indent="0" algn="l"/>
            <a:endParaRPr lang="en-US" altLang="en-US" b="0">
              <a:solidFill>
                <a:schemeClr val="accent1"/>
              </a:solidFill>
              <a:latin typeface="+mn-lt"/>
            </a:endParaRPr>
          </a:p>
        </p:txBody>
      </p:sp>
      <p:grpSp>
        <p:nvGrpSpPr>
          <p:cNvPr id="19" name="Group 18">
            <a:extLst>
              <a:ext uri="{FF2B5EF4-FFF2-40B4-BE49-F238E27FC236}">
                <a16:creationId xmlns:a16="http://schemas.microsoft.com/office/drawing/2014/main" id="{06DA73FF-63B3-1C60-C416-BD00CBCE43D1}"/>
              </a:ext>
            </a:extLst>
          </p:cNvPr>
          <p:cNvGrpSpPr/>
          <p:nvPr/>
        </p:nvGrpSpPr>
        <p:grpSpPr>
          <a:xfrm>
            <a:off x="1248137" y="2441400"/>
            <a:ext cx="3225446" cy="591700"/>
            <a:chOff x="1248137" y="2776680"/>
            <a:chExt cx="3225446" cy="591700"/>
          </a:xfrm>
        </p:grpSpPr>
        <p:sp>
          <p:nvSpPr>
            <p:cNvPr id="24" name="Rectangle 9">
              <a:extLst>
                <a:ext uri="{FF2B5EF4-FFF2-40B4-BE49-F238E27FC236}">
                  <a16:creationId xmlns:a16="http://schemas.microsoft.com/office/drawing/2014/main" id="{FA643514-C8C0-596F-C069-8F0B91FE73C9}"/>
                </a:ext>
              </a:extLst>
            </p:cNvPr>
            <p:cNvSpPr>
              <a:spLocks noChangeArrowheads="1"/>
            </p:cNvSpPr>
            <p:nvPr/>
          </p:nvSpPr>
          <p:spPr bwMode="auto">
            <a:xfrm>
              <a:off x="4048788" y="2921709"/>
              <a:ext cx="424795" cy="298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400" b="0">
                  <a:solidFill>
                    <a:schemeClr val="accent1"/>
                  </a:solidFill>
                  <a:latin typeface="+mn-lt"/>
                </a:rPr>
                <a:t>1.0</a:t>
              </a:r>
            </a:p>
          </p:txBody>
        </p:sp>
        <p:cxnSp>
          <p:nvCxnSpPr>
            <p:cNvPr id="25" name="Straight Arrow Connector 24">
              <a:extLst>
                <a:ext uri="{FF2B5EF4-FFF2-40B4-BE49-F238E27FC236}">
                  <a16:creationId xmlns:a16="http://schemas.microsoft.com/office/drawing/2014/main" id="{9A897780-7ED2-C8AA-2FE9-82550D3685F3}"/>
                </a:ext>
              </a:extLst>
            </p:cNvPr>
            <p:cNvCxnSpPr/>
            <p:nvPr/>
          </p:nvCxnSpPr>
          <p:spPr>
            <a:xfrm>
              <a:off x="3428395" y="3071802"/>
              <a:ext cx="519847" cy="0"/>
            </a:xfrm>
            <a:prstGeom prst="straightConnector1">
              <a:avLst/>
            </a:prstGeom>
            <a:ln w="9525" cap="rnd" cmpd="sng" algn="ctr">
              <a:solidFill>
                <a:srgbClr val="9A9A9A"/>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13">
              <a:extLst>
                <a:ext uri="{FF2B5EF4-FFF2-40B4-BE49-F238E27FC236}">
                  <a16:creationId xmlns:a16="http://schemas.microsoft.com/office/drawing/2014/main" id="{DADA693D-36D3-28FC-DE92-E4F8CDD07B84}"/>
                </a:ext>
              </a:extLst>
            </p:cNvPr>
            <p:cNvSpPr>
              <a:spLocks noChangeArrowheads="1"/>
            </p:cNvSpPr>
            <p:nvPr/>
          </p:nvSpPr>
          <p:spPr bwMode="auto">
            <a:xfrm>
              <a:off x="1620982" y="2776680"/>
              <a:ext cx="1287147" cy="59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400" b="0">
                  <a:solidFill>
                    <a:schemeClr val="accent1"/>
                  </a:solidFill>
                  <a:latin typeface="+mn-lt"/>
                </a:rPr>
                <a:t>Graphic effect</a:t>
              </a:r>
            </a:p>
            <a:p>
              <a:pPr algn="ctr">
                <a:lnSpc>
                  <a:spcPct val="97000"/>
                </a:lnSpc>
                <a:spcBef>
                  <a:spcPct val="39000"/>
                </a:spcBef>
              </a:pPr>
              <a:r>
                <a:rPr lang="en-US" altLang="en-US" sz="1400" b="0">
                  <a:solidFill>
                    <a:schemeClr val="accent1"/>
                  </a:solidFill>
                  <a:latin typeface="+mn-lt"/>
                </a:rPr>
                <a:t>Data effect</a:t>
              </a:r>
            </a:p>
          </p:txBody>
        </p:sp>
        <p:sp>
          <p:nvSpPr>
            <p:cNvPr id="27" name="Freeform 14">
              <a:extLst>
                <a:ext uri="{FF2B5EF4-FFF2-40B4-BE49-F238E27FC236}">
                  <a16:creationId xmlns:a16="http://schemas.microsoft.com/office/drawing/2014/main" id="{A1131D9E-C59B-6C2D-06EC-61325FA0AAAE}"/>
                </a:ext>
              </a:extLst>
            </p:cNvPr>
            <p:cNvSpPr>
              <a:spLocks/>
            </p:cNvSpPr>
            <p:nvPr/>
          </p:nvSpPr>
          <p:spPr bwMode="auto">
            <a:xfrm>
              <a:off x="1248137" y="2896172"/>
              <a:ext cx="121557" cy="320779"/>
            </a:xfrm>
            <a:custGeom>
              <a:avLst/>
              <a:gdLst>
                <a:gd name="T0" fmla="*/ 73025 w 47"/>
                <a:gd name="T1" fmla="*/ 0 h 221"/>
                <a:gd name="T2" fmla="*/ 0 w 47"/>
                <a:gd name="T3" fmla="*/ 0 h 221"/>
                <a:gd name="T4" fmla="*/ 0 w 47"/>
                <a:gd name="T5" fmla="*/ 349250 h 221"/>
                <a:gd name="T6" fmla="*/ 73025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46" y="0"/>
                  </a:moveTo>
                  <a:lnTo>
                    <a:pt x="0" y="0"/>
                  </a:lnTo>
                  <a:lnTo>
                    <a:pt x="0" y="220"/>
                  </a:lnTo>
                  <a:lnTo>
                    <a:pt x="46"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2000">
                <a:solidFill>
                  <a:schemeClr val="accent1"/>
                </a:solidFill>
              </a:endParaRPr>
            </a:p>
          </p:txBody>
        </p:sp>
        <p:sp>
          <p:nvSpPr>
            <p:cNvPr id="28" name="Line 15">
              <a:extLst>
                <a:ext uri="{FF2B5EF4-FFF2-40B4-BE49-F238E27FC236}">
                  <a16:creationId xmlns:a16="http://schemas.microsoft.com/office/drawing/2014/main" id="{46465DEC-10DA-ACC7-E0AB-46AEC3E40FAA}"/>
                </a:ext>
              </a:extLst>
            </p:cNvPr>
            <p:cNvSpPr>
              <a:spLocks noChangeShapeType="1"/>
            </p:cNvSpPr>
            <p:nvPr/>
          </p:nvSpPr>
          <p:spPr bwMode="auto">
            <a:xfrm>
              <a:off x="1496423" y="3064545"/>
              <a:ext cx="1510403" cy="0"/>
            </a:xfrm>
            <a:prstGeom prst="line">
              <a:avLst/>
            </a:prstGeom>
            <a:noFill/>
            <a:ln w="12700" cap="flat" cmpd="sng" algn="ctr">
              <a:solidFill>
                <a:srgbClr val="9A9A9A"/>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29" name="Freeform 16">
              <a:extLst>
                <a:ext uri="{FF2B5EF4-FFF2-40B4-BE49-F238E27FC236}">
                  <a16:creationId xmlns:a16="http://schemas.microsoft.com/office/drawing/2014/main" id="{B71DC884-0CC0-DA90-1D67-53EB735694CE}"/>
                </a:ext>
              </a:extLst>
            </p:cNvPr>
            <p:cNvSpPr>
              <a:spLocks/>
            </p:cNvSpPr>
            <p:nvPr/>
          </p:nvSpPr>
          <p:spPr bwMode="auto">
            <a:xfrm>
              <a:off x="3136141" y="2896172"/>
              <a:ext cx="121557" cy="320779"/>
            </a:xfrm>
            <a:custGeom>
              <a:avLst/>
              <a:gdLst>
                <a:gd name="T0" fmla="*/ 0 w 47"/>
                <a:gd name="T1" fmla="*/ 0 h 221"/>
                <a:gd name="T2" fmla="*/ 73025 w 47"/>
                <a:gd name="T3" fmla="*/ 0 h 221"/>
                <a:gd name="T4" fmla="*/ 73025 w 47"/>
                <a:gd name="T5" fmla="*/ 349250 h 221"/>
                <a:gd name="T6" fmla="*/ 0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0" y="0"/>
                  </a:moveTo>
                  <a:lnTo>
                    <a:pt x="46" y="0"/>
                  </a:lnTo>
                  <a:lnTo>
                    <a:pt x="46" y="220"/>
                  </a:lnTo>
                  <a:lnTo>
                    <a:pt x="0"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2000">
                <a:solidFill>
                  <a:schemeClr val="accent1"/>
                </a:solidFill>
              </a:endParaRPr>
            </a:p>
          </p:txBody>
        </p:sp>
      </p:grpSp>
      <p:sp>
        <p:nvSpPr>
          <p:cNvPr id="30" name="Rectangle 6">
            <a:extLst>
              <a:ext uri="{FF2B5EF4-FFF2-40B4-BE49-F238E27FC236}">
                <a16:creationId xmlns:a16="http://schemas.microsoft.com/office/drawing/2014/main" id="{277B6AE0-E027-DC8A-1A76-E9AB454BA269}"/>
              </a:ext>
            </a:extLst>
          </p:cNvPr>
          <p:cNvSpPr>
            <a:spLocks noChangeArrowheads="1"/>
          </p:cNvSpPr>
          <p:nvPr/>
        </p:nvSpPr>
        <p:spPr bwMode="auto">
          <a:xfrm>
            <a:off x="5078319" y="1476891"/>
            <a:ext cx="8035796" cy="313522"/>
          </a:xfrm>
          <a:prstGeom prst="rect">
            <a:avLst/>
          </a:prstGeom>
          <a:solidFill>
            <a:schemeClr val="accent2"/>
          </a:solidFill>
          <a:ln w="12700" cap="flat" cmpd="sng" algn="ctr">
            <a:solidFill>
              <a:schemeClr val="accent2"/>
            </a:solidFill>
            <a:prstDash val="solid"/>
            <a:miter lim="800000"/>
            <a:headEnd type="none" w="med" len="med"/>
            <a:tailEnd type="none" w="med" len="med"/>
          </a:ln>
        </p:spPr>
        <p:txBody>
          <a:bodyPr wrap="none" lIns="87312" tIns="44450" rIns="87312" bIns="44450" anchor="ct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r>
              <a:rPr lang="en-US" altLang="en-US" sz="1800" b="0">
                <a:solidFill>
                  <a:srgbClr val="FFFFFF"/>
                </a:solidFill>
                <a:latin typeface="+mn-lt"/>
              </a:rPr>
              <a:t>Tactics</a:t>
            </a:r>
          </a:p>
        </p:txBody>
      </p:sp>
      <p:sp>
        <p:nvSpPr>
          <p:cNvPr id="31" name="Rectangle 7">
            <a:extLst>
              <a:ext uri="{FF2B5EF4-FFF2-40B4-BE49-F238E27FC236}">
                <a16:creationId xmlns:a16="http://schemas.microsoft.com/office/drawing/2014/main" id="{64D112E3-8737-4B39-A993-CC16D4457A98}"/>
              </a:ext>
            </a:extLst>
          </p:cNvPr>
          <p:cNvSpPr>
            <a:spLocks noChangeArrowheads="1"/>
          </p:cNvSpPr>
          <p:nvPr/>
        </p:nvSpPr>
        <p:spPr bwMode="auto">
          <a:xfrm>
            <a:off x="5078319" y="1788961"/>
            <a:ext cx="8035796" cy="2422202"/>
          </a:xfrm>
          <a:prstGeom prst="rect">
            <a:avLst/>
          </a:prstGeom>
          <a:noFill/>
          <a:ln w="12700" cap="flat" cmpd="sng" algn="ctr">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91440" tIns="18288" rIns="87312" bIns="18288">
            <a:spAutoFit/>
          </a:bodyPr>
          <a:lstStyle>
            <a:lvl1pPr defTabSz="825500">
              <a:defRPr sz="1600" b="1">
                <a:solidFill>
                  <a:schemeClr val="tx1"/>
                </a:solidFill>
                <a:latin typeface="Arial" panose="020B0604020202020204" pitchFamily="34" charset="0"/>
              </a:defRPr>
            </a:lvl1pPr>
            <a:lvl2pPr marL="434975" indent="-214313"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l">
              <a:buSzPct val="100000"/>
              <a:buFont typeface="Trebuchet MS" panose="020B0603020202020204" pitchFamily="34" charset="0"/>
              <a:buChar char="​"/>
            </a:pPr>
            <a:r>
              <a:rPr lang="en-US" altLang="en-US" sz="1400">
                <a:solidFill>
                  <a:schemeClr val="accent1"/>
                </a:solidFill>
                <a:latin typeface="+mn-lt"/>
              </a:rPr>
              <a:t>Normalize data series</a:t>
            </a:r>
          </a:p>
          <a:p>
            <a:pPr marL="324000" lvl="1" indent="-216000" algn="l">
              <a:spcBef>
                <a:spcPts val="200"/>
              </a:spcBef>
              <a:spcAft>
                <a:spcPts val="200"/>
              </a:spcAft>
              <a:buClr>
                <a:schemeClr val="tx2">
                  <a:lumMod val="100000"/>
                </a:schemeClr>
              </a:buClr>
              <a:buSzPct val="100000"/>
              <a:buFont typeface="Trebuchet MS" panose="020B0603020202020204" pitchFamily="34" charset="0"/>
              <a:buChar char="•"/>
            </a:pPr>
            <a:r>
              <a:rPr lang="en-US" altLang="en-US" sz="1400" b="0">
                <a:solidFill>
                  <a:schemeClr val="accent1"/>
                </a:solidFill>
                <a:latin typeface="+mn-lt"/>
              </a:rPr>
              <a:t>Standardize units of measure</a:t>
            </a:r>
          </a:p>
          <a:p>
            <a:pPr marL="324000" lvl="1" indent="-216000" algn="l">
              <a:buClr>
                <a:schemeClr val="tx2">
                  <a:lumMod val="100000"/>
                </a:schemeClr>
              </a:buClr>
              <a:buSzPct val="100000"/>
              <a:buFont typeface="Trebuchet MS" panose="020B0603020202020204" pitchFamily="34" charset="0"/>
              <a:buChar char="•"/>
            </a:pPr>
            <a:r>
              <a:rPr lang="en-US" altLang="en-US" sz="1400" b="0">
                <a:solidFill>
                  <a:schemeClr val="accent1"/>
                </a:solidFill>
                <a:latin typeface="+mn-lt"/>
              </a:rPr>
              <a:t>Deflate nominal currencies (esp. over long periods of time)</a:t>
            </a:r>
          </a:p>
          <a:p>
            <a:pPr algn="l">
              <a:spcBef>
                <a:spcPts val="200"/>
              </a:spcBef>
              <a:spcAft>
                <a:spcPts val="200"/>
              </a:spcAft>
            </a:pPr>
            <a:r>
              <a:rPr lang="en-US" altLang="en-US" sz="1400">
                <a:solidFill>
                  <a:schemeClr val="accent1"/>
                </a:solidFill>
                <a:latin typeface="+mn-lt"/>
              </a:rPr>
              <a:t>Ensure graphic impressions are proportional to underlying data</a:t>
            </a:r>
          </a:p>
          <a:p>
            <a:pPr marL="324000" lvl="1" indent="-216000" algn="l">
              <a:buClr>
                <a:schemeClr val="tx2">
                  <a:lumMod val="100000"/>
                </a:schemeClr>
              </a:buClr>
              <a:buSzPct val="100000"/>
              <a:buFont typeface="Trebuchet MS" panose="020B0603020202020204" pitchFamily="34" charset="0"/>
              <a:buChar char="•"/>
            </a:pPr>
            <a:r>
              <a:rPr lang="en-US" altLang="en-US" sz="1400" b="0">
                <a:solidFill>
                  <a:schemeClr val="accent1"/>
                </a:solidFill>
                <a:latin typeface="+mn-lt"/>
              </a:rPr>
              <a:t>Zero-base Y-axes</a:t>
            </a:r>
          </a:p>
          <a:p>
            <a:pPr marL="324000" lvl="1" indent="-216000" algn="l">
              <a:buClr>
                <a:schemeClr val="tx2">
                  <a:lumMod val="100000"/>
                </a:schemeClr>
              </a:buClr>
              <a:buSzPct val="100000"/>
              <a:buFont typeface="Trebuchet MS" panose="020B0603020202020204" pitchFamily="34" charset="0"/>
              <a:buChar char="•"/>
            </a:pPr>
            <a:r>
              <a:rPr lang="en-US" altLang="en-US" sz="1400" b="0">
                <a:solidFill>
                  <a:schemeClr val="accent1"/>
                </a:solidFill>
                <a:latin typeface="+mn-lt"/>
              </a:rPr>
              <a:t>Use consistent axis increments (and scales)</a:t>
            </a:r>
          </a:p>
          <a:p>
            <a:pPr marL="324000" lvl="1" indent="-216000" algn="l">
              <a:buClr>
                <a:schemeClr val="tx2">
                  <a:lumMod val="100000"/>
                </a:schemeClr>
              </a:buClr>
              <a:buSzPct val="100000"/>
              <a:buFont typeface="Trebuchet MS" panose="020B0603020202020204" pitchFamily="34" charset="0"/>
              <a:buChar char="•"/>
            </a:pPr>
            <a:r>
              <a:rPr lang="en-US" altLang="en-US" sz="1400" b="0">
                <a:solidFill>
                  <a:schemeClr val="accent1"/>
                </a:solidFill>
                <a:latin typeface="+mn-lt"/>
              </a:rPr>
              <a:t>Scale bubble area (not radius) to data magnitude</a:t>
            </a:r>
          </a:p>
          <a:p>
            <a:pPr marL="324000" lvl="1" indent="-216000" algn="l">
              <a:spcBef>
                <a:spcPts val="200"/>
              </a:spcBef>
              <a:spcAft>
                <a:spcPts val="200"/>
              </a:spcAft>
              <a:buClr>
                <a:schemeClr val="tx2">
                  <a:lumMod val="100000"/>
                </a:schemeClr>
              </a:buClr>
              <a:buSzPct val="100000"/>
              <a:buFont typeface="Trebuchet MS" panose="020B0603020202020204" pitchFamily="34" charset="0"/>
              <a:buChar char="•"/>
            </a:pPr>
            <a:r>
              <a:rPr lang="en-US" altLang="en-US" sz="1400" b="0">
                <a:solidFill>
                  <a:schemeClr val="accent1"/>
                </a:solidFill>
                <a:latin typeface="+mn-lt"/>
              </a:rPr>
              <a:t>Avoid “cartoon” legends</a:t>
            </a:r>
          </a:p>
          <a:p>
            <a:pPr algn="l">
              <a:spcBef>
                <a:spcPts val="200"/>
              </a:spcBef>
              <a:spcAft>
                <a:spcPts val="200"/>
              </a:spcAft>
            </a:pPr>
            <a:r>
              <a:rPr lang="en-US" altLang="en-US" sz="1400">
                <a:solidFill>
                  <a:schemeClr val="accent1"/>
                </a:solidFill>
                <a:latin typeface="+mn-lt"/>
              </a:rPr>
              <a:t>Validate/investigate/annotate outliers and anomalies</a:t>
            </a:r>
          </a:p>
          <a:p>
            <a:pPr algn="l">
              <a:spcBef>
                <a:spcPts val="200"/>
              </a:spcBef>
              <a:spcAft>
                <a:spcPts val="200"/>
              </a:spcAft>
            </a:pPr>
            <a:r>
              <a:rPr lang="en-US" altLang="en-US" sz="1400">
                <a:solidFill>
                  <a:schemeClr val="accent1"/>
                </a:solidFill>
                <a:latin typeface="+mn-lt"/>
              </a:rPr>
              <a:t>Accurately, completely footnote </a:t>
            </a:r>
            <a:r>
              <a:rPr lang="en-US" altLang="en-US" sz="1400" b="0">
                <a:solidFill>
                  <a:schemeClr val="accent1"/>
                </a:solidFill>
                <a:latin typeface="+mn-lt"/>
              </a:rPr>
              <a:t>(N=, exact source, source date, data limitations, methodology)</a:t>
            </a:r>
          </a:p>
        </p:txBody>
      </p:sp>
      <p:sp>
        <p:nvSpPr>
          <p:cNvPr id="9" name="Rectangle 5">
            <a:extLst>
              <a:ext uri="{FF2B5EF4-FFF2-40B4-BE49-F238E27FC236}">
                <a16:creationId xmlns:a16="http://schemas.microsoft.com/office/drawing/2014/main" id="{88269802-A35A-0622-C9D6-4355AEFB2E1F}"/>
              </a:ext>
            </a:extLst>
          </p:cNvPr>
          <p:cNvSpPr>
            <a:spLocks noChangeArrowheads="1"/>
          </p:cNvSpPr>
          <p:nvPr/>
        </p:nvSpPr>
        <p:spPr bwMode="auto">
          <a:xfrm>
            <a:off x="463539" y="4374167"/>
            <a:ext cx="4382782" cy="2749591"/>
          </a:xfrm>
          <a:prstGeom prst="rect">
            <a:avLst/>
          </a:prstGeom>
          <a:solidFill>
            <a:schemeClr val="bg1"/>
          </a:solidFill>
          <a:ln w="12700" cap="flat" cmpd="sng" algn="ctr">
            <a:solidFill>
              <a:schemeClr val="accent2"/>
            </a:solidFill>
            <a:prstDash val="solid"/>
            <a:miter lim="800000"/>
            <a:headEnd type="none" w="med" len="med"/>
            <a:tailEnd type="none" w="med" len="med"/>
          </a:ln>
        </p:spPr>
        <p:txBody>
          <a:bodyPr lIns="87312" tIns="44450" rIns="87312" bIns="44450"/>
          <a:lstStyle>
            <a:lvl1pPr marL="220663" indent="-220663"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marL="342900" indent="-342900" algn="l">
              <a:buAutoNum type="arabicPeriod" startAt="2"/>
            </a:pPr>
            <a:r>
              <a:rPr lang="en-US" altLang="en-US" b="0">
                <a:solidFill>
                  <a:srgbClr val="575757"/>
                </a:solidFill>
                <a:latin typeface="+mn-lt"/>
              </a:rPr>
              <a:t>Data density</a:t>
            </a:r>
          </a:p>
          <a:p>
            <a:pPr marL="342900" indent="-342900" algn="l">
              <a:buAutoNum type="arabicPeriod" startAt="2"/>
            </a:pPr>
            <a:endParaRPr lang="en-US" altLang="en-US" b="0">
              <a:solidFill>
                <a:srgbClr val="575757"/>
              </a:solidFill>
              <a:latin typeface="+mn-lt"/>
            </a:endParaRPr>
          </a:p>
          <a:p>
            <a:pPr marL="342900" indent="-342900" algn="l">
              <a:buAutoNum type="arabicPeriod" startAt="2"/>
            </a:pPr>
            <a:endParaRPr lang="en-US" altLang="en-US" b="0">
              <a:solidFill>
                <a:srgbClr val="575757"/>
              </a:solidFill>
              <a:latin typeface="+mn-lt"/>
            </a:endParaRPr>
          </a:p>
          <a:p>
            <a:pPr marL="342900" indent="-342900" algn="l">
              <a:buAutoNum type="arabicPeriod" startAt="2"/>
            </a:pPr>
            <a:endParaRPr lang="en-US" altLang="en-US" b="0">
              <a:solidFill>
                <a:srgbClr val="575757"/>
              </a:solidFill>
              <a:latin typeface="+mn-lt"/>
            </a:endParaRPr>
          </a:p>
          <a:p>
            <a:pPr marL="342900" indent="-342900" algn="l">
              <a:buAutoNum type="arabicPeriod" startAt="2"/>
            </a:pPr>
            <a:endParaRPr lang="en-US" altLang="en-US" b="0">
              <a:solidFill>
                <a:srgbClr val="575757"/>
              </a:solidFill>
              <a:latin typeface="+mn-lt"/>
            </a:endParaRPr>
          </a:p>
          <a:p>
            <a:pPr marL="342900" indent="-342900" algn="l">
              <a:buAutoNum type="arabicPeriod" startAt="2"/>
            </a:pPr>
            <a:endParaRPr lang="en-US" altLang="en-US" b="0">
              <a:solidFill>
                <a:srgbClr val="575757"/>
              </a:solidFill>
              <a:latin typeface="+mn-lt"/>
            </a:endParaRPr>
          </a:p>
          <a:p>
            <a:pPr marL="0" indent="0" algn="l"/>
            <a:r>
              <a:rPr lang="en-US"/>
              <a:t>Maximize the density of information conveyed without overloading the slide</a:t>
            </a:r>
            <a:endParaRPr lang="en-US" altLang="en-US" b="0">
              <a:solidFill>
                <a:srgbClr val="575757"/>
              </a:solidFill>
              <a:latin typeface="+mn-lt"/>
            </a:endParaRPr>
          </a:p>
        </p:txBody>
      </p:sp>
      <p:grpSp>
        <p:nvGrpSpPr>
          <p:cNvPr id="10" name="Group 9">
            <a:extLst>
              <a:ext uri="{FF2B5EF4-FFF2-40B4-BE49-F238E27FC236}">
                <a16:creationId xmlns:a16="http://schemas.microsoft.com/office/drawing/2014/main" id="{E24A42E5-5A19-7055-708D-6952BEE726CB}"/>
              </a:ext>
            </a:extLst>
          </p:cNvPr>
          <p:cNvGrpSpPr/>
          <p:nvPr/>
        </p:nvGrpSpPr>
        <p:grpSpPr>
          <a:xfrm>
            <a:off x="1183592" y="4972486"/>
            <a:ext cx="3226530" cy="591700"/>
            <a:chOff x="1252781" y="4807871"/>
            <a:chExt cx="2784341" cy="591700"/>
          </a:xfrm>
        </p:grpSpPr>
        <p:sp>
          <p:nvSpPr>
            <p:cNvPr id="11" name="Rectangle 10">
              <a:extLst>
                <a:ext uri="{FF2B5EF4-FFF2-40B4-BE49-F238E27FC236}">
                  <a16:creationId xmlns:a16="http://schemas.microsoft.com/office/drawing/2014/main" id="{158647C2-3987-038B-09B2-6CFCB68FF873}"/>
                </a:ext>
              </a:extLst>
            </p:cNvPr>
            <p:cNvSpPr>
              <a:spLocks noChangeArrowheads="1"/>
            </p:cNvSpPr>
            <p:nvPr/>
          </p:nvSpPr>
          <p:spPr bwMode="auto">
            <a:xfrm>
              <a:off x="3670544" y="4954351"/>
              <a:ext cx="366578" cy="298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400" b="0">
                  <a:solidFill>
                    <a:srgbClr val="575757"/>
                  </a:solidFill>
                  <a:latin typeface="+mn-lt"/>
                </a:rPr>
                <a:t>1.0</a:t>
              </a:r>
            </a:p>
          </p:txBody>
        </p:sp>
        <p:cxnSp>
          <p:nvCxnSpPr>
            <p:cNvPr id="12" name="Straight Arrow Connector 11">
              <a:extLst>
                <a:ext uri="{FF2B5EF4-FFF2-40B4-BE49-F238E27FC236}">
                  <a16:creationId xmlns:a16="http://schemas.microsoft.com/office/drawing/2014/main" id="{B0AFCB63-2242-5FB8-A515-99355F51C161}"/>
                </a:ext>
              </a:extLst>
            </p:cNvPr>
            <p:cNvCxnSpPr/>
            <p:nvPr/>
          </p:nvCxnSpPr>
          <p:spPr>
            <a:xfrm>
              <a:off x="3134917" y="5104445"/>
              <a:ext cx="448765" cy="0"/>
            </a:xfrm>
            <a:prstGeom prst="straightConnector1">
              <a:avLst/>
            </a:prstGeom>
            <a:ln w="9525" cap="rnd" cmpd="sng" algn="ctr">
              <a:solidFill>
                <a:srgbClr val="9A9A9A"/>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Rectangle 17">
              <a:extLst>
                <a:ext uri="{FF2B5EF4-FFF2-40B4-BE49-F238E27FC236}">
                  <a16:creationId xmlns:a16="http://schemas.microsoft.com/office/drawing/2014/main" id="{5BBF3EDE-BDEB-1E5E-6814-433F310B272B}"/>
                </a:ext>
              </a:extLst>
            </p:cNvPr>
            <p:cNvSpPr>
              <a:spLocks noChangeArrowheads="1"/>
            </p:cNvSpPr>
            <p:nvPr/>
          </p:nvSpPr>
          <p:spPr bwMode="auto">
            <a:xfrm>
              <a:off x="1769438" y="4807871"/>
              <a:ext cx="719324" cy="59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400" b="0">
                  <a:solidFill>
                    <a:srgbClr val="575757"/>
                  </a:solidFill>
                  <a:latin typeface="+mn-lt"/>
                </a:rPr>
                <a:t>Data ink</a:t>
              </a:r>
            </a:p>
            <a:p>
              <a:pPr algn="ctr">
                <a:lnSpc>
                  <a:spcPct val="97000"/>
                </a:lnSpc>
                <a:spcBef>
                  <a:spcPct val="39000"/>
                </a:spcBef>
              </a:pPr>
              <a:r>
                <a:rPr lang="en-US" altLang="en-US" sz="1400" b="0">
                  <a:solidFill>
                    <a:srgbClr val="575757"/>
                  </a:solidFill>
                  <a:latin typeface="+mn-lt"/>
                </a:rPr>
                <a:t>Total ink</a:t>
              </a:r>
            </a:p>
          </p:txBody>
        </p:sp>
        <p:sp>
          <p:nvSpPr>
            <p:cNvPr id="14" name="Freeform 18">
              <a:extLst>
                <a:ext uri="{FF2B5EF4-FFF2-40B4-BE49-F238E27FC236}">
                  <a16:creationId xmlns:a16="http://schemas.microsoft.com/office/drawing/2014/main" id="{ECF567DD-4A02-5590-3BB1-5DF7859F21EF}"/>
                </a:ext>
              </a:extLst>
            </p:cNvPr>
            <p:cNvSpPr>
              <a:spLocks/>
            </p:cNvSpPr>
            <p:nvPr/>
          </p:nvSpPr>
          <p:spPr bwMode="auto">
            <a:xfrm>
              <a:off x="1252781" y="4927363"/>
              <a:ext cx="104936" cy="320779"/>
            </a:xfrm>
            <a:custGeom>
              <a:avLst/>
              <a:gdLst>
                <a:gd name="T0" fmla="*/ 73025 w 47"/>
                <a:gd name="T1" fmla="*/ 0 h 221"/>
                <a:gd name="T2" fmla="*/ 0 w 47"/>
                <a:gd name="T3" fmla="*/ 0 h 221"/>
                <a:gd name="T4" fmla="*/ 0 w 47"/>
                <a:gd name="T5" fmla="*/ 349250 h 221"/>
                <a:gd name="T6" fmla="*/ 73025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46" y="0"/>
                  </a:moveTo>
                  <a:lnTo>
                    <a:pt x="0" y="0"/>
                  </a:lnTo>
                  <a:lnTo>
                    <a:pt x="0" y="220"/>
                  </a:lnTo>
                  <a:lnTo>
                    <a:pt x="46"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2000">
                <a:solidFill>
                  <a:srgbClr val="575757"/>
                </a:solidFill>
              </a:endParaRPr>
            </a:p>
          </p:txBody>
        </p:sp>
        <p:sp>
          <p:nvSpPr>
            <p:cNvPr id="15" name="Line 19">
              <a:extLst>
                <a:ext uri="{FF2B5EF4-FFF2-40B4-BE49-F238E27FC236}">
                  <a16:creationId xmlns:a16="http://schemas.microsoft.com/office/drawing/2014/main" id="{D7BA883E-DBBF-1F89-A71F-40724A43179D}"/>
                </a:ext>
              </a:extLst>
            </p:cNvPr>
            <p:cNvSpPr>
              <a:spLocks noChangeShapeType="1"/>
            </p:cNvSpPr>
            <p:nvPr/>
          </p:nvSpPr>
          <p:spPr bwMode="auto">
            <a:xfrm>
              <a:off x="1477164" y="5094284"/>
              <a:ext cx="1303875" cy="0"/>
            </a:xfrm>
            <a:prstGeom prst="line">
              <a:avLst/>
            </a:prstGeom>
            <a:noFill/>
            <a:ln w="12700" cap="flat" cmpd="sng" algn="ctr">
              <a:solidFill>
                <a:srgbClr val="9A9A9A"/>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2000"/>
            </a:p>
          </p:txBody>
        </p:sp>
        <p:sp>
          <p:nvSpPr>
            <p:cNvPr id="16" name="Freeform 20">
              <a:extLst>
                <a:ext uri="{FF2B5EF4-FFF2-40B4-BE49-F238E27FC236}">
                  <a16:creationId xmlns:a16="http://schemas.microsoft.com/office/drawing/2014/main" id="{230FE6C9-8D23-1817-B2F0-91EC2041F590}"/>
                </a:ext>
              </a:extLst>
            </p:cNvPr>
            <p:cNvSpPr>
              <a:spLocks/>
            </p:cNvSpPr>
            <p:nvPr/>
          </p:nvSpPr>
          <p:spPr bwMode="auto">
            <a:xfrm>
              <a:off x="2882625" y="4927363"/>
              <a:ext cx="104936" cy="320779"/>
            </a:xfrm>
            <a:custGeom>
              <a:avLst/>
              <a:gdLst>
                <a:gd name="T0" fmla="*/ 0 w 47"/>
                <a:gd name="T1" fmla="*/ 0 h 221"/>
                <a:gd name="T2" fmla="*/ 73025 w 47"/>
                <a:gd name="T3" fmla="*/ 0 h 221"/>
                <a:gd name="T4" fmla="*/ 73025 w 47"/>
                <a:gd name="T5" fmla="*/ 349250 h 221"/>
                <a:gd name="T6" fmla="*/ 0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0" y="0"/>
                  </a:moveTo>
                  <a:lnTo>
                    <a:pt x="46" y="0"/>
                  </a:lnTo>
                  <a:lnTo>
                    <a:pt x="46" y="220"/>
                  </a:lnTo>
                  <a:lnTo>
                    <a:pt x="0"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2000">
                <a:solidFill>
                  <a:srgbClr val="575757"/>
                </a:solidFill>
              </a:endParaRPr>
            </a:p>
          </p:txBody>
        </p:sp>
      </p:grpSp>
      <p:sp>
        <p:nvSpPr>
          <p:cNvPr id="17" name="Rectangle 8">
            <a:extLst>
              <a:ext uri="{FF2B5EF4-FFF2-40B4-BE49-F238E27FC236}">
                <a16:creationId xmlns:a16="http://schemas.microsoft.com/office/drawing/2014/main" id="{431FA986-0643-633B-B921-1B890652F986}"/>
              </a:ext>
            </a:extLst>
          </p:cNvPr>
          <p:cNvSpPr>
            <a:spLocks noChangeArrowheads="1"/>
          </p:cNvSpPr>
          <p:nvPr/>
        </p:nvSpPr>
        <p:spPr bwMode="auto">
          <a:xfrm>
            <a:off x="5089996" y="4374167"/>
            <a:ext cx="8038689" cy="2749591"/>
          </a:xfrm>
          <a:prstGeom prst="rect">
            <a:avLst/>
          </a:prstGeom>
          <a:solidFill>
            <a:schemeClr val="bg1"/>
          </a:solidFill>
          <a:ln w="12700" cap="flat" cmpd="sng" algn="ctr">
            <a:solidFill>
              <a:schemeClr val="accent2"/>
            </a:solidFill>
            <a:prstDash val="solid"/>
            <a:miter lim="800000"/>
            <a:headEnd type="none" w="med" len="med"/>
            <a:tailEnd type="none" w="med" len="med"/>
          </a:ln>
        </p:spPr>
        <p:txBody>
          <a:bodyPr lIns="91440" tIns="18288" rIns="87312" bIns="18288" anchor="ctr">
            <a:noAutofit/>
          </a:bodyPr>
          <a:lstStyle>
            <a:lvl1pPr defTabSz="825500">
              <a:defRPr sz="1600" b="1">
                <a:solidFill>
                  <a:schemeClr val="tx1"/>
                </a:solidFill>
                <a:latin typeface="Arial" panose="020B0604020202020204" pitchFamily="34" charset="0"/>
              </a:defRPr>
            </a:lvl1pPr>
            <a:lvl2pPr marL="434975" indent="-214313"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l">
              <a:lnSpc>
                <a:spcPct val="87000"/>
              </a:lnSpc>
            </a:pPr>
            <a:r>
              <a:rPr lang="en-US" altLang="en-US" sz="1400">
                <a:solidFill>
                  <a:srgbClr val="575757"/>
                </a:solidFill>
                <a:latin typeface="+mn-lt"/>
              </a:rPr>
              <a:t>Condense several displays onto one slide</a:t>
            </a:r>
          </a:p>
          <a:p>
            <a:pPr marL="324000" lvl="1" indent="-216000" algn="l">
              <a:lnSpc>
                <a:spcPct val="87000"/>
              </a:lnSpc>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Multipanel slides (multiple logically related displays)</a:t>
            </a:r>
          </a:p>
          <a:p>
            <a:pPr marL="324000" lvl="1" indent="-216000" algn="l">
              <a:lnSpc>
                <a:spcPct val="87000"/>
              </a:lnSpc>
              <a:spcBef>
                <a:spcPts val="200"/>
              </a:spcBef>
              <a:spcAft>
                <a:spcPts val="200"/>
              </a:spcAft>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“Small multiples” (repeated small displays with identical axes)</a:t>
            </a:r>
          </a:p>
          <a:p>
            <a:pPr algn="l">
              <a:lnSpc>
                <a:spcPct val="87000"/>
              </a:lnSpc>
              <a:spcBef>
                <a:spcPts val="200"/>
              </a:spcBef>
              <a:spcAft>
                <a:spcPts val="200"/>
              </a:spcAft>
            </a:pPr>
            <a:r>
              <a:rPr lang="en-US" altLang="en-US" sz="1400">
                <a:solidFill>
                  <a:srgbClr val="575757"/>
                </a:solidFill>
                <a:latin typeface="+mn-lt"/>
              </a:rPr>
              <a:t>Use direct labels </a:t>
            </a:r>
            <a:r>
              <a:rPr lang="en-US" altLang="en-US" sz="1400" b="0">
                <a:solidFill>
                  <a:srgbClr val="575757"/>
                </a:solidFill>
                <a:latin typeface="+mn-lt"/>
              </a:rPr>
              <a:t>(not separate boxed legends)</a:t>
            </a:r>
          </a:p>
          <a:p>
            <a:pPr algn="l">
              <a:lnSpc>
                <a:spcPct val="87000"/>
              </a:lnSpc>
              <a:spcBef>
                <a:spcPts val="200"/>
              </a:spcBef>
              <a:spcAft>
                <a:spcPts val="200"/>
              </a:spcAft>
            </a:pPr>
            <a:r>
              <a:rPr lang="en-US" altLang="en-US" sz="1400">
                <a:solidFill>
                  <a:srgbClr val="575757"/>
                </a:solidFill>
                <a:latin typeface="+mn-lt"/>
              </a:rPr>
              <a:t>Maximize graphic size/area, eliminate unnecessary framing boxes</a:t>
            </a:r>
          </a:p>
          <a:p>
            <a:pPr algn="l">
              <a:lnSpc>
                <a:spcPct val="87000"/>
              </a:lnSpc>
              <a:spcBef>
                <a:spcPts val="200"/>
              </a:spcBef>
              <a:spcAft>
                <a:spcPts val="200"/>
              </a:spcAft>
            </a:pPr>
            <a:r>
              <a:rPr lang="en-US" altLang="en-US" sz="1400">
                <a:solidFill>
                  <a:srgbClr val="575757"/>
                </a:solidFill>
                <a:latin typeface="+mn-lt"/>
              </a:rPr>
              <a:t>Blend quantitative and qualitative</a:t>
            </a:r>
          </a:p>
          <a:p>
            <a:pPr marL="324000" lvl="1" indent="-216000" algn="l">
              <a:lnSpc>
                <a:spcPct val="87000"/>
              </a:lnSpc>
              <a:spcBef>
                <a:spcPts val="200"/>
              </a:spcBef>
              <a:spcAft>
                <a:spcPts val="200"/>
              </a:spcAft>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e.g., annotate graphic with text boxes, mix quotes and hard data </a:t>
            </a:r>
          </a:p>
          <a:p>
            <a:pPr algn="l">
              <a:lnSpc>
                <a:spcPct val="87000"/>
              </a:lnSpc>
              <a:spcBef>
                <a:spcPts val="200"/>
              </a:spcBef>
              <a:spcAft>
                <a:spcPts val="200"/>
              </a:spcAft>
            </a:pPr>
            <a:r>
              <a:rPr lang="en-US" altLang="en-US" sz="1400">
                <a:solidFill>
                  <a:srgbClr val="575757"/>
                </a:solidFill>
                <a:latin typeface="+mn-lt"/>
              </a:rPr>
              <a:t>Quantify visual impressions</a:t>
            </a:r>
          </a:p>
          <a:p>
            <a:pPr marL="324000" lvl="1" indent="-216000" algn="l">
              <a:lnSpc>
                <a:spcPct val="87000"/>
              </a:lnSpc>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e.g., add R</a:t>
            </a:r>
            <a:r>
              <a:rPr lang="en-US" altLang="en-US" sz="1400" b="0" baseline="30000">
                <a:solidFill>
                  <a:srgbClr val="575757"/>
                </a:solidFill>
                <a:latin typeface="+mn-lt"/>
              </a:rPr>
              <a:t>2</a:t>
            </a:r>
            <a:r>
              <a:rPr lang="en-US" altLang="en-US" sz="1400" b="0">
                <a:solidFill>
                  <a:srgbClr val="575757"/>
                </a:solidFill>
                <a:latin typeface="+mn-lt"/>
              </a:rPr>
              <a:t>, CAGR, scale slope, standard deviation</a:t>
            </a:r>
          </a:p>
          <a:p>
            <a:pPr algn="l">
              <a:lnSpc>
                <a:spcPct val="87000"/>
              </a:lnSpc>
              <a:spcBef>
                <a:spcPts val="200"/>
              </a:spcBef>
              <a:spcAft>
                <a:spcPts val="200"/>
              </a:spcAft>
            </a:pPr>
            <a:r>
              <a:rPr lang="en-US" altLang="en-US" sz="1400">
                <a:solidFill>
                  <a:srgbClr val="575757"/>
                </a:solidFill>
                <a:latin typeface="+mn-lt"/>
              </a:rPr>
              <a:t>Add comparative data </a:t>
            </a:r>
            <a:r>
              <a:rPr lang="en-US" altLang="en-US" sz="1400" b="0">
                <a:solidFill>
                  <a:srgbClr val="575757"/>
                </a:solidFill>
                <a:latin typeface="+mn-lt"/>
              </a:rPr>
              <a:t>(e.g., average, hurdle rate, market index line)</a:t>
            </a:r>
          </a:p>
          <a:p>
            <a:pPr algn="l">
              <a:lnSpc>
                <a:spcPct val="87000"/>
              </a:lnSpc>
              <a:spcBef>
                <a:spcPts val="200"/>
              </a:spcBef>
              <a:spcAft>
                <a:spcPts val="200"/>
              </a:spcAft>
            </a:pPr>
            <a:r>
              <a:rPr lang="en-US" altLang="en-US" sz="1400">
                <a:solidFill>
                  <a:srgbClr val="575757"/>
                </a:solidFill>
                <a:latin typeface="+mn-lt"/>
              </a:rPr>
              <a:t>Add more data points (if available)</a:t>
            </a:r>
          </a:p>
          <a:p>
            <a:pPr marL="324000" lvl="1" indent="-216000" algn="l">
              <a:lnSpc>
                <a:spcPct val="87000"/>
              </a:lnSpc>
              <a:buClr>
                <a:schemeClr val="tx2">
                  <a:lumMod val="100000"/>
                </a:schemeClr>
              </a:buClr>
              <a:buSzPct val="100000"/>
              <a:buFont typeface="Trebuchet MS" panose="020B0603020202020204" pitchFamily="34" charset="0"/>
              <a:buChar char="•"/>
            </a:pPr>
            <a:r>
              <a:rPr lang="en-US" altLang="en-US" sz="1400" b="0">
                <a:solidFill>
                  <a:srgbClr val="575757"/>
                </a:solidFill>
                <a:latin typeface="+mn-lt"/>
              </a:rPr>
              <a:t>Longer time series, better disaggregation</a:t>
            </a:r>
          </a:p>
        </p:txBody>
      </p:sp>
      <p:sp>
        <p:nvSpPr>
          <p:cNvPr id="34" name="TextBox 33">
            <a:extLst>
              <a:ext uri="{FF2B5EF4-FFF2-40B4-BE49-F238E27FC236}">
                <a16:creationId xmlns:a16="http://schemas.microsoft.com/office/drawing/2014/main" id="{9990FA6E-24B2-E6E8-9C85-049BD1A4DAB3}"/>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3) Charting</a:t>
            </a:r>
          </a:p>
        </p:txBody>
      </p:sp>
      <p:grpSp>
        <p:nvGrpSpPr>
          <p:cNvPr id="35" name="Group 34">
            <a:extLst>
              <a:ext uri="{FF2B5EF4-FFF2-40B4-BE49-F238E27FC236}">
                <a16:creationId xmlns:a16="http://schemas.microsoft.com/office/drawing/2014/main" id="{95945B12-D382-8C40-9B44-1DDCFA320BC9}"/>
              </a:ext>
            </a:extLst>
          </p:cNvPr>
          <p:cNvGrpSpPr/>
          <p:nvPr/>
        </p:nvGrpSpPr>
        <p:grpSpPr>
          <a:xfrm>
            <a:off x="10874499" y="0"/>
            <a:ext cx="2943101" cy="914400"/>
            <a:chOff x="10874499" y="0"/>
            <a:chExt cx="2943101" cy="914400"/>
          </a:xfrm>
        </p:grpSpPr>
        <p:grpSp>
          <p:nvGrpSpPr>
            <p:cNvPr id="36" name="Group 35">
              <a:extLst>
                <a:ext uri="{FF2B5EF4-FFF2-40B4-BE49-F238E27FC236}">
                  <a16:creationId xmlns:a16="http://schemas.microsoft.com/office/drawing/2014/main" id="{F9BD9EE7-01ED-973B-85EF-F86BC62A201B}"/>
                </a:ext>
              </a:extLst>
            </p:cNvPr>
            <p:cNvGrpSpPr/>
            <p:nvPr/>
          </p:nvGrpSpPr>
          <p:grpSpPr>
            <a:xfrm>
              <a:off x="12903200" y="0"/>
              <a:ext cx="914400" cy="914400"/>
              <a:chOff x="12903200" y="0"/>
              <a:chExt cx="914400" cy="914400"/>
            </a:xfrm>
          </p:grpSpPr>
          <p:sp>
            <p:nvSpPr>
              <p:cNvPr id="38" name="Right Triangle 37">
                <a:extLst>
                  <a:ext uri="{FF2B5EF4-FFF2-40B4-BE49-F238E27FC236}">
                    <a16:creationId xmlns:a16="http://schemas.microsoft.com/office/drawing/2014/main" id="{4EFF4B56-7D7A-950E-1923-5FF0CBA4EB3D}"/>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39" name="Oval 20">
                <a:extLst>
                  <a:ext uri="{FF2B5EF4-FFF2-40B4-BE49-F238E27FC236}">
                    <a16:creationId xmlns:a16="http://schemas.microsoft.com/office/drawing/2014/main" id="{7984E77D-C6AA-FCC4-4DFB-BC42813046CA}"/>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37" name="TextBox 36">
              <a:extLst>
                <a:ext uri="{FF2B5EF4-FFF2-40B4-BE49-F238E27FC236}">
                  <a16:creationId xmlns:a16="http://schemas.microsoft.com/office/drawing/2014/main" id="{84137B49-4A65-518B-20F2-11BC8D9DD373}"/>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Tree>
    <p:extLst>
      <p:ext uri="{BB962C8B-B14F-4D97-AF65-F5344CB8AC3E}">
        <p14:creationId xmlns:p14="http://schemas.microsoft.com/office/powerpoint/2010/main" val="11000038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79928-F4A2-A119-C848-7CE724E03DB6}"/>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02607B5-179B-6C25-68A4-0F617E286281}"/>
              </a:ext>
            </a:extLst>
          </p:cNvPr>
          <p:cNvGraphicFramePr>
            <a:graphicFrameLocks noChangeAspect="1"/>
          </p:cNvGraphicFramePr>
          <p:nvPr>
            <p:custDataLst>
              <p:tags r:id="rId1"/>
            </p:custDataLst>
            <p:extLst>
              <p:ext uri="{D42A27DB-BD31-4B8C-83A1-F6EECF244321}">
                <p14:modId xmlns:p14="http://schemas.microsoft.com/office/powerpoint/2010/main" val="30097675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902607B5-179B-6C25-68A4-0F617E2862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B1D626-BF58-E246-5F5C-6574F3058045}"/>
              </a:ext>
            </a:extLst>
          </p:cNvPr>
          <p:cNvSpPr>
            <a:spLocks noGrp="1"/>
          </p:cNvSpPr>
          <p:nvPr>
            <p:ph type="title"/>
          </p:nvPr>
        </p:nvSpPr>
        <p:spPr/>
        <p:txBody>
          <a:bodyPr vert="horz"/>
          <a:lstStyle/>
          <a:p>
            <a:r>
              <a:rPr lang="en-US">
                <a:solidFill>
                  <a:schemeClr val="accent2"/>
                </a:solidFill>
              </a:rPr>
              <a:t>Charting | </a:t>
            </a:r>
            <a:r>
              <a:rPr lang="en-US"/>
              <a:t>Objectives and tactics (III/III)</a:t>
            </a:r>
          </a:p>
        </p:txBody>
      </p:sp>
      <p:sp>
        <p:nvSpPr>
          <p:cNvPr id="3" name="Subtitle 2">
            <a:extLst>
              <a:ext uri="{FF2B5EF4-FFF2-40B4-BE49-F238E27FC236}">
                <a16:creationId xmlns:a16="http://schemas.microsoft.com/office/drawing/2014/main" id="{094FED85-DA76-5F1F-645C-1A558B3C1C61}"/>
              </a:ext>
            </a:extLst>
          </p:cNvPr>
          <p:cNvSpPr>
            <a:spLocks noGrp="1"/>
          </p:cNvSpPr>
          <p:nvPr>
            <p:ph type="subTitle" idx="1"/>
          </p:nvPr>
        </p:nvSpPr>
        <p:spPr/>
        <p:txBody>
          <a:bodyPr/>
          <a:lstStyle/>
          <a:p>
            <a:endParaRPr lang="en-US"/>
          </a:p>
        </p:txBody>
      </p:sp>
      <p:sp>
        <p:nvSpPr>
          <p:cNvPr id="5" name="Footer Placeholder 4">
            <a:extLst>
              <a:ext uri="{FF2B5EF4-FFF2-40B4-BE49-F238E27FC236}">
                <a16:creationId xmlns:a16="http://schemas.microsoft.com/office/drawing/2014/main" id="{CBE50EAB-7874-A342-4A8A-A797EB8617E4}"/>
              </a:ext>
            </a:extLst>
          </p:cNvPr>
          <p:cNvSpPr>
            <a:spLocks noGrp="1"/>
          </p:cNvSpPr>
          <p:nvPr>
            <p:ph type="ftr" sz="quarter" idx="3"/>
          </p:nvPr>
        </p:nvSpPr>
        <p:spPr>
          <a:xfrm>
            <a:off x="11945877" y="7217101"/>
            <a:ext cx="1315156" cy="193182"/>
          </a:xfrm>
        </p:spPr>
        <p:txBody>
          <a:bodyPr/>
          <a:lstStyle/>
          <a:p>
            <a:r>
              <a:rPr lang="en-CA"/>
              <a:t>2024</a:t>
            </a:r>
          </a:p>
        </p:txBody>
      </p:sp>
      <p:sp>
        <p:nvSpPr>
          <p:cNvPr id="22" name="Rectangle 3">
            <a:extLst>
              <a:ext uri="{FF2B5EF4-FFF2-40B4-BE49-F238E27FC236}">
                <a16:creationId xmlns:a16="http://schemas.microsoft.com/office/drawing/2014/main" id="{E76C22C8-D3F7-7DEC-86AB-3803448EBA2D}"/>
              </a:ext>
            </a:extLst>
          </p:cNvPr>
          <p:cNvSpPr>
            <a:spLocks noChangeArrowheads="1"/>
          </p:cNvSpPr>
          <p:nvPr/>
        </p:nvSpPr>
        <p:spPr bwMode="auto">
          <a:xfrm>
            <a:off x="448969" y="1473127"/>
            <a:ext cx="4381204" cy="313522"/>
          </a:xfrm>
          <a:prstGeom prst="rect">
            <a:avLst/>
          </a:prstGeom>
          <a:solidFill>
            <a:schemeClr val="accent2"/>
          </a:solidFill>
          <a:ln w="12700" cap="flat" cmpd="sng" algn="ctr">
            <a:solidFill>
              <a:schemeClr val="accent2"/>
            </a:solidFill>
            <a:prstDash val="solid"/>
            <a:miter lim="800000"/>
            <a:headEnd type="none" w="med" len="med"/>
            <a:tailEnd type="none" w="med" len="med"/>
          </a:ln>
        </p:spPr>
        <p:txBody>
          <a:bodyPr wrap="none" lIns="87312" tIns="44450" rIns="87312" bIns="44450" anchor="ct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r>
              <a:rPr lang="en-US" altLang="en-US" sz="1800" b="0">
                <a:solidFill>
                  <a:srgbClr val="FFFFFF"/>
                </a:solidFill>
                <a:latin typeface="+mn-lt"/>
              </a:rPr>
              <a:t>Goals</a:t>
            </a:r>
          </a:p>
        </p:txBody>
      </p:sp>
      <p:sp>
        <p:nvSpPr>
          <p:cNvPr id="23" name="Rectangle 4">
            <a:extLst>
              <a:ext uri="{FF2B5EF4-FFF2-40B4-BE49-F238E27FC236}">
                <a16:creationId xmlns:a16="http://schemas.microsoft.com/office/drawing/2014/main" id="{B745EEC5-998B-7750-6EE8-2ED3D822E961}"/>
              </a:ext>
            </a:extLst>
          </p:cNvPr>
          <p:cNvSpPr>
            <a:spLocks noChangeArrowheads="1"/>
          </p:cNvSpPr>
          <p:nvPr/>
        </p:nvSpPr>
        <p:spPr bwMode="auto">
          <a:xfrm>
            <a:off x="448969" y="1785197"/>
            <a:ext cx="4381204" cy="1960538"/>
          </a:xfrm>
          <a:prstGeom prst="rect">
            <a:avLst/>
          </a:prstGeom>
          <a:noFill/>
          <a:ln w="12700" cap="flat" cmpd="sng" algn="ctr">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87312" tIns="44450" rIns="87312" bIns="44450"/>
          <a:lstStyle>
            <a:lvl1pPr marL="220663" indent="-220663"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l"/>
            <a:r>
              <a:rPr lang="en-US" altLang="en-US" sz="1400" b="0">
                <a:solidFill>
                  <a:schemeClr val="accent1"/>
                </a:solidFill>
                <a:latin typeface="+mn-lt"/>
              </a:rPr>
              <a:t>1.	Data integrity</a:t>
            </a:r>
          </a:p>
        </p:txBody>
      </p:sp>
      <p:grpSp>
        <p:nvGrpSpPr>
          <p:cNvPr id="19" name="Group 18">
            <a:extLst>
              <a:ext uri="{FF2B5EF4-FFF2-40B4-BE49-F238E27FC236}">
                <a16:creationId xmlns:a16="http://schemas.microsoft.com/office/drawing/2014/main" id="{C0224E44-21AB-D5B6-27B2-DDC880E0FBB8}"/>
              </a:ext>
            </a:extLst>
          </p:cNvPr>
          <p:cNvGrpSpPr/>
          <p:nvPr/>
        </p:nvGrpSpPr>
        <p:grpSpPr>
          <a:xfrm>
            <a:off x="1248137" y="2473446"/>
            <a:ext cx="3207813" cy="520079"/>
            <a:chOff x="1248137" y="2812490"/>
            <a:chExt cx="3207813" cy="520079"/>
          </a:xfrm>
        </p:grpSpPr>
        <p:sp>
          <p:nvSpPr>
            <p:cNvPr id="24" name="Rectangle 9">
              <a:extLst>
                <a:ext uri="{FF2B5EF4-FFF2-40B4-BE49-F238E27FC236}">
                  <a16:creationId xmlns:a16="http://schemas.microsoft.com/office/drawing/2014/main" id="{5C453CEA-943C-C16F-D781-F1EA41E19C6F}"/>
                </a:ext>
              </a:extLst>
            </p:cNvPr>
            <p:cNvSpPr>
              <a:spLocks noChangeArrowheads="1"/>
            </p:cNvSpPr>
            <p:nvPr/>
          </p:nvSpPr>
          <p:spPr bwMode="auto">
            <a:xfrm>
              <a:off x="4066421" y="2936617"/>
              <a:ext cx="389529"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200" b="0">
                  <a:solidFill>
                    <a:schemeClr val="accent1"/>
                  </a:solidFill>
                  <a:latin typeface="+mn-lt"/>
                </a:rPr>
                <a:t>1.0</a:t>
              </a:r>
            </a:p>
          </p:txBody>
        </p:sp>
        <p:cxnSp>
          <p:nvCxnSpPr>
            <p:cNvPr id="25" name="Straight Arrow Connector 24">
              <a:extLst>
                <a:ext uri="{FF2B5EF4-FFF2-40B4-BE49-F238E27FC236}">
                  <a16:creationId xmlns:a16="http://schemas.microsoft.com/office/drawing/2014/main" id="{3D6EB604-B924-7278-17BF-AB26C5D22CE9}"/>
                </a:ext>
              </a:extLst>
            </p:cNvPr>
            <p:cNvCxnSpPr/>
            <p:nvPr/>
          </p:nvCxnSpPr>
          <p:spPr>
            <a:xfrm>
              <a:off x="3428395" y="3071802"/>
              <a:ext cx="519847" cy="0"/>
            </a:xfrm>
            <a:prstGeom prst="straightConnector1">
              <a:avLst/>
            </a:prstGeom>
            <a:ln w="9525" cap="rnd" cmpd="sng" algn="ctr">
              <a:solidFill>
                <a:srgbClr val="9A9A9A"/>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Rectangle 13">
              <a:extLst>
                <a:ext uri="{FF2B5EF4-FFF2-40B4-BE49-F238E27FC236}">
                  <a16:creationId xmlns:a16="http://schemas.microsoft.com/office/drawing/2014/main" id="{43222510-D4D5-8426-D887-F44FB4341BE4}"/>
                </a:ext>
              </a:extLst>
            </p:cNvPr>
            <p:cNvSpPr>
              <a:spLocks noChangeArrowheads="1"/>
            </p:cNvSpPr>
            <p:nvPr/>
          </p:nvSpPr>
          <p:spPr bwMode="auto">
            <a:xfrm>
              <a:off x="1699273" y="2812490"/>
              <a:ext cx="1130565" cy="520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200" b="0">
                  <a:solidFill>
                    <a:schemeClr val="accent1"/>
                  </a:solidFill>
                  <a:latin typeface="+mn-lt"/>
                </a:rPr>
                <a:t>Graphic effect</a:t>
              </a:r>
            </a:p>
            <a:p>
              <a:pPr algn="ctr">
                <a:lnSpc>
                  <a:spcPct val="97000"/>
                </a:lnSpc>
                <a:spcBef>
                  <a:spcPct val="39000"/>
                </a:spcBef>
              </a:pPr>
              <a:r>
                <a:rPr lang="en-US" altLang="en-US" sz="1200" b="0">
                  <a:solidFill>
                    <a:schemeClr val="accent1"/>
                  </a:solidFill>
                  <a:latin typeface="+mn-lt"/>
                </a:rPr>
                <a:t>Data effect</a:t>
              </a:r>
            </a:p>
          </p:txBody>
        </p:sp>
        <p:sp>
          <p:nvSpPr>
            <p:cNvPr id="27" name="Freeform 14">
              <a:extLst>
                <a:ext uri="{FF2B5EF4-FFF2-40B4-BE49-F238E27FC236}">
                  <a16:creationId xmlns:a16="http://schemas.microsoft.com/office/drawing/2014/main" id="{568DA203-C03C-81EC-3FF3-3FBE3C67F9D8}"/>
                </a:ext>
              </a:extLst>
            </p:cNvPr>
            <p:cNvSpPr>
              <a:spLocks/>
            </p:cNvSpPr>
            <p:nvPr/>
          </p:nvSpPr>
          <p:spPr bwMode="auto">
            <a:xfrm>
              <a:off x="1248137" y="2896172"/>
              <a:ext cx="121557" cy="320779"/>
            </a:xfrm>
            <a:custGeom>
              <a:avLst/>
              <a:gdLst>
                <a:gd name="T0" fmla="*/ 73025 w 47"/>
                <a:gd name="T1" fmla="*/ 0 h 221"/>
                <a:gd name="T2" fmla="*/ 0 w 47"/>
                <a:gd name="T3" fmla="*/ 0 h 221"/>
                <a:gd name="T4" fmla="*/ 0 w 47"/>
                <a:gd name="T5" fmla="*/ 349250 h 221"/>
                <a:gd name="T6" fmla="*/ 73025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46" y="0"/>
                  </a:moveTo>
                  <a:lnTo>
                    <a:pt x="0" y="0"/>
                  </a:lnTo>
                  <a:lnTo>
                    <a:pt x="0" y="220"/>
                  </a:lnTo>
                  <a:lnTo>
                    <a:pt x="46"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solidFill>
                  <a:schemeClr val="accent1"/>
                </a:solidFill>
              </a:endParaRPr>
            </a:p>
          </p:txBody>
        </p:sp>
        <p:sp>
          <p:nvSpPr>
            <p:cNvPr id="28" name="Line 15">
              <a:extLst>
                <a:ext uri="{FF2B5EF4-FFF2-40B4-BE49-F238E27FC236}">
                  <a16:creationId xmlns:a16="http://schemas.microsoft.com/office/drawing/2014/main" id="{E051498E-FF2F-AE4A-8F93-8DBF037F01BD}"/>
                </a:ext>
              </a:extLst>
            </p:cNvPr>
            <p:cNvSpPr>
              <a:spLocks noChangeShapeType="1"/>
            </p:cNvSpPr>
            <p:nvPr/>
          </p:nvSpPr>
          <p:spPr bwMode="auto">
            <a:xfrm>
              <a:off x="1496423" y="3064545"/>
              <a:ext cx="1510403" cy="0"/>
            </a:xfrm>
            <a:prstGeom prst="line">
              <a:avLst/>
            </a:prstGeom>
            <a:noFill/>
            <a:ln w="12700" cap="flat" cmpd="sng" algn="ctr">
              <a:solidFill>
                <a:srgbClr val="9A9A9A"/>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1800"/>
            </a:p>
          </p:txBody>
        </p:sp>
        <p:sp>
          <p:nvSpPr>
            <p:cNvPr id="29" name="Freeform 16">
              <a:extLst>
                <a:ext uri="{FF2B5EF4-FFF2-40B4-BE49-F238E27FC236}">
                  <a16:creationId xmlns:a16="http://schemas.microsoft.com/office/drawing/2014/main" id="{1E184B70-901C-4326-1A6D-EEBFB0AF62F3}"/>
                </a:ext>
              </a:extLst>
            </p:cNvPr>
            <p:cNvSpPr>
              <a:spLocks/>
            </p:cNvSpPr>
            <p:nvPr/>
          </p:nvSpPr>
          <p:spPr bwMode="auto">
            <a:xfrm>
              <a:off x="3136141" y="2896172"/>
              <a:ext cx="121557" cy="320779"/>
            </a:xfrm>
            <a:custGeom>
              <a:avLst/>
              <a:gdLst>
                <a:gd name="T0" fmla="*/ 0 w 47"/>
                <a:gd name="T1" fmla="*/ 0 h 221"/>
                <a:gd name="T2" fmla="*/ 73025 w 47"/>
                <a:gd name="T3" fmla="*/ 0 h 221"/>
                <a:gd name="T4" fmla="*/ 73025 w 47"/>
                <a:gd name="T5" fmla="*/ 349250 h 221"/>
                <a:gd name="T6" fmla="*/ 0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0" y="0"/>
                  </a:moveTo>
                  <a:lnTo>
                    <a:pt x="46" y="0"/>
                  </a:lnTo>
                  <a:lnTo>
                    <a:pt x="46" y="220"/>
                  </a:lnTo>
                  <a:lnTo>
                    <a:pt x="0"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solidFill>
                  <a:schemeClr val="accent1"/>
                </a:solidFill>
              </a:endParaRPr>
            </a:p>
          </p:txBody>
        </p:sp>
      </p:grpSp>
      <p:sp>
        <p:nvSpPr>
          <p:cNvPr id="30" name="Rectangle 6">
            <a:extLst>
              <a:ext uri="{FF2B5EF4-FFF2-40B4-BE49-F238E27FC236}">
                <a16:creationId xmlns:a16="http://schemas.microsoft.com/office/drawing/2014/main" id="{1E46E953-2835-5A99-C5C0-DF550B6EA7FD}"/>
              </a:ext>
            </a:extLst>
          </p:cNvPr>
          <p:cNvSpPr>
            <a:spLocks noChangeArrowheads="1"/>
          </p:cNvSpPr>
          <p:nvPr/>
        </p:nvSpPr>
        <p:spPr bwMode="auto">
          <a:xfrm>
            <a:off x="5078319" y="1473127"/>
            <a:ext cx="8035796" cy="313522"/>
          </a:xfrm>
          <a:prstGeom prst="rect">
            <a:avLst/>
          </a:prstGeom>
          <a:solidFill>
            <a:schemeClr val="accent2"/>
          </a:solidFill>
          <a:ln w="12700" cap="flat" cmpd="sng" algn="ctr">
            <a:solidFill>
              <a:schemeClr val="accent2"/>
            </a:solidFill>
            <a:prstDash val="solid"/>
            <a:miter lim="800000"/>
            <a:headEnd type="none" w="med" len="med"/>
            <a:tailEnd type="none" w="med" len="med"/>
          </a:ln>
        </p:spPr>
        <p:txBody>
          <a:bodyPr wrap="none" lIns="87312" tIns="44450" rIns="87312" bIns="44450" anchor="ct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r>
              <a:rPr lang="en-US" altLang="en-US" sz="1800" b="0">
                <a:solidFill>
                  <a:srgbClr val="FFFFFF"/>
                </a:solidFill>
                <a:latin typeface="+mn-lt"/>
              </a:rPr>
              <a:t>Tactics</a:t>
            </a:r>
          </a:p>
        </p:txBody>
      </p:sp>
      <p:sp>
        <p:nvSpPr>
          <p:cNvPr id="31" name="Rectangle 7">
            <a:extLst>
              <a:ext uri="{FF2B5EF4-FFF2-40B4-BE49-F238E27FC236}">
                <a16:creationId xmlns:a16="http://schemas.microsoft.com/office/drawing/2014/main" id="{17CF032D-3979-AB93-35F6-405E07784C14}"/>
              </a:ext>
            </a:extLst>
          </p:cNvPr>
          <p:cNvSpPr>
            <a:spLocks noChangeArrowheads="1"/>
          </p:cNvSpPr>
          <p:nvPr/>
        </p:nvSpPr>
        <p:spPr bwMode="auto">
          <a:xfrm>
            <a:off x="5078319" y="1785197"/>
            <a:ext cx="8035796" cy="1960537"/>
          </a:xfrm>
          <a:prstGeom prst="rect">
            <a:avLst/>
          </a:prstGeom>
          <a:noFill/>
          <a:ln w="12700" cap="flat" cmpd="sng" algn="ctr">
            <a:solidFill>
              <a:schemeClr val="accent2"/>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lIns="91440" tIns="18288" rIns="87312" bIns="18288">
            <a:spAutoFit/>
          </a:bodyPr>
          <a:lstStyle>
            <a:lvl1pPr defTabSz="825500">
              <a:defRPr sz="1600" b="1">
                <a:solidFill>
                  <a:schemeClr val="tx1"/>
                </a:solidFill>
                <a:latin typeface="Arial" panose="020B0604020202020204" pitchFamily="34" charset="0"/>
              </a:defRPr>
            </a:lvl1pPr>
            <a:lvl2pPr marL="434975" indent="-214313"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l">
              <a:buSzPct val="100000"/>
              <a:buFont typeface="Trebuchet MS" panose="020B0603020202020204" pitchFamily="34" charset="0"/>
              <a:buChar char="​"/>
            </a:pPr>
            <a:r>
              <a:rPr lang="en-US" altLang="en-US" sz="1100">
                <a:solidFill>
                  <a:schemeClr val="accent1"/>
                </a:solidFill>
                <a:latin typeface="+mn-lt"/>
              </a:rPr>
              <a:t>Normalize data series</a:t>
            </a:r>
          </a:p>
          <a:p>
            <a:pPr marL="324000" lvl="1" indent="-216000" algn="l">
              <a:spcBef>
                <a:spcPts val="200"/>
              </a:spcBef>
              <a:spcAft>
                <a:spcPts val="200"/>
              </a:spcAft>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Standardize units of measure</a:t>
            </a:r>
          </a:p>
          <a:p>
            <a:pPr marL="324000" lvl="1" indent="-216000" algn="l">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Deflate nominal currencies (esp. over long periods of time)</a:t>
            </a:r>
          </a:p>
          <a:p>
            <a:pPr algn="l">
              <a:spcBef>
                <a:spcPts val="200"/>
              </a:spcBef>
              <a:spcAft>
                <a:spcPts val="200"/>
              </a:spcAft>
            </a:pPr>
            <a:r>
              <a:rPr lang="en-US" altLang="en-US" sz="1100">
                <a:solidFill>
                  <a:schemeClr val="accent1"/>
                </a:solidFill>
                <a:latin typeface="+mn-lt"/>
              </a:rPr>
              <a:t>Ensure graphic impressions are proportional to underlying data</a:t>
            </a:r>
          </a:p>
          <a:p>
            <a:pPr marL="324000" lvl="1" indent="-216000" algn="l">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Zero-base Y-axes</a:t>
            </a:r>
          </a:p>
          <a:p>
            <a:pPr marL="324000" lvl="1" indent="-216000" algn="l">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Use consistent axis increments (and scales)</a:t>
            </a:r>
          </a:p>
          <a:p>
            <a:pPr marL="324000" lvl="1" indent="-216000" algn="l">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Scale bubble area (not radius) to data magnitude</a:t>
            </a:r>
          </a:p>
          <a:p>
            <a:pPr marL="324000" lvl="1" indent="-216000" algn="l">
              <a:spcBef>
                <a:spcPts val="200"/>
              </a:spcBef>
              <a:spcAft>
                <a:spcPts val="200"/>
              </a:spcAft>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Avoid “cartoon” legends</a:t>
            </a:r>
          </a:p>
          <a:p>
            <a:pPr algn="l">
              <a:spcBef>
                <a:spcPts val="200"/>
              </a:spcBef>
              <a:spcAft>
                <a:spcPts val="200"/>
              </a:spcAft>
            </a:pPr>
            <a:r>
              <a:rPr lang="en-US" altLang="en-US" sz="1100">
                <a:solidFill>
                  <a:schemeClr val="accent1"/>
                </a:solidFill>
                <a:latin typeface="+mn-lt"/>
              </a:rPr>
              <a:t>Validate/investigate/annotate outliers and anomalies</a:t>
            </a:r>
          </a:p>
          <a:p>
            <a:pPr algn="l">
              <a:spcBef>
                <a:spcPts val="200"/>
              </a:spcBef>
              <a:spcAft>
                <a:spcPts val="200"/>
              </a:spcAft>
            </a:pPr>
            <a:r>
              <a:rPr lang="en-US" altLang="en-US" sz="1100">
                <a:solidFill>
                  <a:schemeClr val="accent1"/>
                </a:solidFill>
                <a:latin typeface="+mn-lt"/>
              </a:rPr>
              <a:t>Accurately, completely footnote </a:t>
            </a:r>
            <a:r>
              <a:rPr lang="en-US" altLang="en-US" sz="1100" b="0">
                <a:solidFill>
                  <a:schemeClr val="accent1"/>
                </a:solidFill>
                <a:latin typeface="+mn-lt"/>
              </a:rPr>
              <a:t>(N=, exact source, source date, data limitations, methodology)</a:t>
            </a:r>
          </a:p>
        </p:txBody>
      </p:sp>
      <p:sp>
        <p:nvSpPr>
          <p:cNvPr id="9" name="Rectangle 5">
            <a:extLst>
              <a:ext uri="{FF2B5EF4-FFF2-40B4-BE49-F238E27FC236}">
                <a16:creationId xmlns:a16="http://schemas.microsoft.com/office/drawing/2014/main" id="{A9A44CFA-6BB2-9BB3-F396-A148D44DE04F}"/>
              </a:ext>
            </a:extLst>
          </p:cNvPr>
          <p:cNvSpPr>
            <a:spLocks noChangeArrowheads="1"/>
          </p:cNvSpPr>
          <p:nvPr/>
        </p:nvSpPr>
        <p:spPr bwMode="auto">
          <a:xfrm>
            <a:off x="463539" y="3846429"/>
            <a:ext cx="4382782" cy="2295711"/>
          </a:xfrm>
          <a:prstGeom prst="rect">
            <a:avLst/>
          </a:prstGeom>
          <a:solidFill>
            <a:schemeClr val="bg1"/>
          </a:solidFill>
          <a:ln w="12700" cap="flat" cmpd="sng" algn="ctr">
            <a:solidFill>
              <a:schemeClr val="accent2"/>
            </a:solidFill>
            <a:prstDash val="solid"/>
            <a:miter lim="800000"/>
            <a:headEnd type="none" w="med" len="med"/>
            <a:tailEnd type="none" w="med" len="med"/>
          </a:ln>
        </p:spPr>
        <p:txBody>
          <a:bodyPr lIns="87312" tIns="44450" rIns="87312" bIns="44450"/>
          <a:lstStyle>
            <a:lvl1pPr marL="220663" indent="-220663"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marL="342900" indent="-342900" algn="l">
              <a:buAutoNum type="arabicPeriod" startAt="2"/>
            </a:pPr>
            <a:r>
              <a:rPr lang="en-US" altLang="en-US" sz="1400" b="0">
                <a:solidFill>
                  <a:schemeClr val="accent1"/>
                </a:solidFill>
                <a:latin typeface="+mn-lt"/>
              </a:rPr>
              <a:t>Data density</a:t>
            </a:r>
          </a:p>
          <a:p>
            <a:pPr marL="0" indent="0" algn="l"/>
            <a:endParaRPr lang="en-US" altLang="en-US" sz="1400" b="0">
              <a:solidFill>
                <a:schemeClr val="accent1"/>
              </a:solidFill>
              <a:latin typeface="+mn-lt"/>
            </a:endParaRPr>
          </a:p>
        </p:txBody>
      </p:sp>
      <p:grpSp>
        <p:nvGrpSpPr>
          <p:cNvPr id="10" name="Group 9">
            <a:extLst>
              <a:ext uri="{FF2B5EF4-FFF2-40B4-BE49-F238E27FC236}">
                <a16:creationId xmlns:a16="http://schemas.microsoft.com/office/drawing/2014/main" id="{08C0BC42-732E-5EF4-E30D-F594A9F56417}"/>
              </a:ext>
            </a:extLst>
          </p:cNvPr>
          <p:cNvGrpSpPr/>
          <p:nvPr/>
        </p:nvGrpSpPr>
        <p:grpSpPr>
          <a:xfrm>
            <a:off x="1183592" y="4490832"/>
            <a:ext cx="3208898" cy="520079"/>
            <a:chOff x="1252781" y="4843681"/>
            <a:chExt cx="2769125" cy="520079"/>
          </a:xfrm>
        </p:grpSpPr>
        <p:sp>
          <p:nvSpPr>
            <p:cNvPr id="11" name="Rectangle 10">
              <a:extLst>
                <a:ext uri="{FF2B5EF4-FFF2-40B4-BE49-F238E27FC236}">
                  <a16:creationId xmlns:a16="http://schemas.microsoft.com/office/drawing/2014/main" id="{C315D1E6-99B1-FAB3-82DE-5DC7F326314B}"/>
                </a:ext>
              </a:extLst>
            </p:cNvPr>
            <p:cNvSpPr>
              <a:spLocks noChangeArrowheads="1"/>
            </p:cNvSpPr>
            <p:nvPr/>
          </p:nvSpPr>
          <p:spPr bwMode="auto">
            <a:xfrm>
              <a:off x="3685761" y="4969259"/>
              <a:ext cx="336145"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200" b="0">
                  <a:solidFill>
                    <a:schemeClr val="accent1"/>
                  </a:solidFill>
                  <a:latin typeface="+mn-lt"/>
                </a:rPr>
                <a:t>1.0</a:t>
              </a:r>
            </a:p>
          </p:txBody>
        </p:sp>
        <p:cxnSp>
          <p:nvCxnSpPr>
            <p:cNvPr id="12" name="Straight Arrow Connector 11">
              <a:extLst>
                <a:ext uri="{FF2B5EF4-FFF2-40B4-BE49-F238E27FC236}">
                  <a16:creationId xmlns:a16="http://schemas.microsoft.com/office/drawing/2014/main" id="{B93BB3D8-AAED-FC60-E721-E1BF2D631F75}"/>
                </a:ext>
              </a:extLst>
            </p:cNvPr>
            <p:cNvCxnSpPr/>
            <p:nvPr/>
          </p:nvCxnSpPr>
          <p:spPr>
            <a:xfrm>
              <a:off x="3134917" y="5104445"/>
              <a:ext cx="448765" cy="0"/>
            </a:xfrm>
            <a:prstGeom prst="straightConnector1">
              <a:avLst/>
            </a:prstGeom>
            <a:ln w="9525" cap="rnd" cmpd="sng" algn="ctr">
              <a:solidFill>
                <a:srgbClr val="9A9A9A"/>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Rectangle 17">
              <a:extLst>
                <a:ext uri="{FF2B5EF4-FFF2-40B4-BE49-F238E27FC236}">
                  <a16:creationId xmlns:a16="http://schemas.microsoft.com/office/drawing/2014/main" id="{A3BD8ED3-8757-E177-1E85-46717602FE83}"/>
                </a:ext>
              </a:extLst>
            </p:cNvPr>
            <p:cNvSpPr>
              <a:spLocks noChangeArrowheads="1"/>
            </p:cNvSpPr>
            <p:nvPr/>
          </p:nvSpPr>
          <p:spPr bwMode="auto">
            <a:xfrm>
              <a:off x="1809998" y="4843681"/>
              <a:ext cx="638205" cy="520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200" b="0">
                  <a:solidFill>
                    <a:schemeClr val="accent1"/>
                  </a:solidFill>
                  <a:latin typeface="+mn-lt"/>
                </a:rPr>
                <a:t>Data ink</a:t>
              </a:r>
            </a:p>
            <a:p>
              <a:pPr algn="ctr">
                <a:lnSpc>
                  <a:spcPct val="97000"/>
                </a:lnSpc>
                <a:spcBef>
                  <a:spcPct val="39000"/>
                </a:spcBef>
              </a:pPr>
              <a:r>
                <a:rPr lang="en-US" altLang="en-US" sz="1200" b="0">
                  <a:solidFill>
                    <a:schemeClr val="accent1"/>
                  </a:solidFill>
                  <a:latin typeface="+mn-lt"/>
                </a:rPr>
                <a:t>Total ink</a:t>
              </a:r>
            </a:p>
          </p:txBody>
        </p:sp>
        <p:sp>
          <p:nvSpPr>
            <p:cNvPr id="14" name="Freeform 18">
              <a:extLst>
                <a:ext uri="{FF2B5EF4-FFF2-40B4-BE49-F238E27FC236}">
                  <a16:creationId xmlns:a16="http://schemas.microsoft.com/office/drawing/2014/main" id="{DB7C6934-233C-F146-CD65-B9259F2D129C}"/>
                </a:ext>
              </a:extLst>
            </p:cNvPr>
            <p:cNvSpPr>
              <a:spLocks/>
            </p:cNvSpPr>
            <p:nvPr/>
          </p:nvSpPr>
          <p:spPr bwMode="auto">
            <a:xfrm>
              <a:off x="1252781" y="4927363"/>
              <a:ext cx="104936" cy="320779"/>
            </a:xfrm>
            <a:custGeom>
              <a:avLst/>
              <a:gdLst>
                <a:gd name="T0" fmla="*/ 73025 w 47"/>
                <a:gd name="T1" fmla="*/ 0 h 221"/>
                <a:gd name="T2" fmla="*/ 0 w 47"/>
                <a:gd name="T3" fmla="*/ 0 h 221"/>
                <a:gd name="T4" fmla="*/ 0 w 47"/>
                <a:gd name="T5" fmla="*/ 349250 h 221"/>
                <a:gd name="T6" fmla="*/ 73025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46" y="0"/>
                  </a:moveTo>
                  <a:lnTo>
                    <a:pt x="0" y="0"/>
                  </a:lnTo>
                  <a:lnTo>
                    <a:pt x="0" y="220"/>
                  </a:lnTo>
                  <a:lnTo>
                    <a:pt x="46"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solidFill>
                  <a:schemeClr val="accent1"/>
                </a:solidFill>
              </a:endParaRPr>
            </a:p>
          </p:txBody>
        </p:sp>
        <p:sp>
          <p:nvSpPr>
            <p:cNvPr id="15" name="Line 19">
              <a:extLst>
                <a:ext uri="{FF2B5EF4-FFF2-40B4-BE49-F238E27FC236}">
                  <a16:creationId xmlns:a16="http://schemas.microsoft.com/office/drawing/2014/main" id="{4DD92B83-80C5-B5C7-596B-4FF7EDC1094C}"/>
                </a:ext>
              </a:extLst>
            </p:cNvPr>
            <p:cNvSpPr>
              <a:spLocks noChangeShapeType="1"/>
            </p:cNvSpPr>
            <p:nvPr/>
          </p:nvSpPr>
          <p:spPr bwMode="auto">
            <a:xfrm>
              <a:off x="1477164" y="5094284"/>
              <a:ext cx="1303875" cy="0"/>
            </a:xfrm>
            <a:prstGeom prst="line">
              <a:avLst/>
            </a:prstGeom>
            <a:noFill/>
            <a:ln w="12700" cap="flat" cmpd="sng" algn="ctr">
              <a:solidFill>
                <a:srgbClr val="9A9A9A"/>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1800"/>
            </a:p>
          </p:txBody>
        </p:sp>
        <p:sp>
          <p:nvSpPr>
            <p:cNvPr id="16" name="Freeform 20">
              <a:extLst>
                <a:ext uri="{FF2B5EF4-FFF2-40B4-BE49-F238E27FC236}">
                  <a16:creationId xmlns:a16="http://schemas.microsoft.com/office/drawing/2014/main" id="{B9C8538D-349A-1FCB-FC8A-88EE194BFE01}"/>
                </a:ext>
              </a:extLst>
            </p:cNvPr>
            <p:cNvSpPr>
              <a:spLocks/>
            </p:cNvSpPr>
            <p:nvPr/>
          </p:nvSpPr>
          <p:spPr bwMode="auto">
            <a:xfrm>
              <a:off x="2882625" y="4927363"/>
              <a:ext cx="104936" cy="320779"/>
            </a:xfrm>
            <a:custGeom>
              <a:avLst/>
              <a:gdLst>
                <a:gd name="T0" fmla="*/ 0 w 47"/>
                <a:gd name="T1" fmla="*/ 0 h 221"/>
                <a:gd name="T2" fmla="*/ 73025 w 47"/>
                <a:gd name="T3" fmla="*/ 0 h 221"/>
                <a:gd name="T4" fmla="*/ 73025 w 47"/>
                <a:gd name="T5" fmla="*/ 349250 h 221"/>
                <a:gd name="T6" fmla="*/ 0 w 47"/>
                <a:gd name="T7" fmla="*/ 349250 h 221"/>
                <a:gd name="T8" fmla="*/ 0 60000 65536"/>
                <a:gd name="T9" fmla="*/ 0 60000 65536"/>
                <a:gd name="T10" fmla="*/ 0 60000 65536"/>
                <a:gd name="T11" fmla="*/ 0 60000 65536"/>
                <a:gd name="T12" fmla="*/ 0 w 47"/>
                <a:gd name="T13" fmla="*/ 0 h 221"/>
                <a:gd name="T14" fmla="*/ 47 w 47"/>
                <a:gd name="T15" fmla="*/ 221 h 221"/>
              </a:gdLst>
              <a:ahLst/>
              <a:cxnLst>
                <a:cxn ang="T8">
                  <a:pos x="T0" y="T1"/>
                </a:cxn>
                <a:cxn ang="T9">
                  <a:pos x="T2" y="T3"/>
                </a:cxn>
                <a:cxn ang="T10">
                  <a:pos x="T4" y="T5"/>
                </a:cxn>
                <a:cxn ang="T11">
                  <a:pos x="T6" y="T7"/>
                </a:cxn>
              </a:cxnLst>
              <a:rect l="T12" t="T13" r="T14" b="T15"/>
              <a:pathLst>
                <a:path w="47" h="221">
                  <a:moveTo>
                    <a:pt x="0" y="0"/>
                  </a:moveTo>
                  <a:lnTo>
                    <a:pt x="46" y="0"/>
                  </a:lnTo>
                  <a:lnTo>
                    <a:pt x="46" y="220"/>
                  </a:lnTo>
                  <a:lnTo>
                    <a:pt x="0" y="220"/>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solidFill>
                  <a:schemeClr val="accent1"/>
                </a:solidFill>
              </a:endParaRPr>
            </a:p>
          </p:txBody>
        </p:sp>
      </p:grpSp>
      <p:sp>
        <p:nvSpPr>
          <p:cNvPr id="17" name="Rectangle 8">
            <a:extLst>
              <a:ext uri="{FF2B5EF4-FFF2-40B4-BE49-F238E27FC236}">
                <a16:creationId xmlns:a16="http://schemas.microsoft.com/office/drawing/2014/main" id="{8033379F-4E77-3899-22FB-29F7C903CCEA}"/>
              </a:ext>
            </a:extLst>
          </p:cNvPr>
          <p:cNvSpPr>
            <a:spLocks noChangeArrowheads="1"/>
          </p:cNvSpPr>
          <p:nvPr/>
        </p:nvSpPr>
        <p:spPr bwMode="auto">
          <a:xfrm>
            <a:off x="5089996" y="3846429"/>
            <a:ext cx="8038689" cy="2295711"/>
          </a:xfrm>
          <a:prstGeom prst="rect">
            <a:avLst/>
          </a:prstGeom>
          <a:solidFill>
            <a:schemeClr val="bg1"/>
          </a:solidFill>
          <a:ln w="12700" cap="flat" cmpd="sng" algn="ctr">
            <a:solidFill>
              <a:schemeClr val="accent2"/>
            </a:solidFill>
            <a:prstDash val="solid"/>
            <a:miter lim="800000"/>
            <a:headEnd type="none" w="med" len="med"/>
            <a:tailEnd type="none" w="med" len="med"/>
          </a:ln>
        </p:spPr>
        <p:txBody>
          <a:bodyPr lIns="91440" tIns="18288" rIns="87312" bIns="18288" anchor="ctr">
            <a:noAutofit/>
          </a:bodyPr>
          <a:lstStyle>
            <a:lvl1pPr defTabSz="825500">
              <a:defRPr sz="1600" b="1">
                <a:solidFill>
                  <a:schemeClr val="tx1"/>
                </a:solidFill>
                <a:latin typeface="Arial" panose="020B0604020202020204" pitchFamily="34" charset="0"/>
              </a:defRPr>
            </a:lvl1pPr>
            <a:lvl2pPr marL="434975" indent="-214313"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l">
              <a:lnSpc>
                <a:spcPct val="87000"/>
              </a:lnSpc>
            </a:pPr>
            <a:r>
              <a:rPr lang="en-US" altLang="en-US" sz="1100">
                <a:solidFill>
                  <a:schemeClr val="accent1"/>
                </a:solidFill>
                <a:latin typeface="+mn-lt"/>
              </a:rPr>
              <a:t>Condense several displays onto one slide</a:t>
            </a:r>
          </a:p>
          <a:p>
            <a:pPr marL="324000" lvl="1" indent="-216000" algn="l">
              <a:lnSpc>
                <a:spcPct val="87000"/>
              </a:lnSpc>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Multipanel slides (multiple logically related displays)</a:t>
            </a:r>
          </a:p>
          <a:p>
            <a:pPr marL="324000" lvl="1" indent="-216000" algn="l">
              <a:lnSpc>
                <a:spcPct val="87000"/>
              </a:lnSpc>
              <a:spcBef>
                <a:spcPts val="200"/>
              </a:spcBef>
              <a:spcAft>
                <a:spcPts val="200"/>
              </a:spcAft>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“Small multiples” (repeated small displays with identical axes)</a:t>
            </a:r>
          </a:p>
          <a:p>
            <a:pPr algn="l">
              <a:lnSpc>
                <a:spcPct val="87000"/>
              </a:lnSpc>
              <a:spcBef>
                <a:spcPts val="200"/>
              </a:spcBef>
              <a:spcAft>
                <a:spcPts val="200"/>
              </a:spcAft>
            </a:pPr>
            <a:r>
              <a:rPr lang="en-US" altLang="en-US" sz="1100">
                <a:solidFill>
                  <a:schemeClr val="accent1"/>
                </a:solidFill>
                <a:latin typeface="+mn-lt"/>
              </a:rPr>
              <a:t>Use direct labels </a:t>
            </a:r>
            <a:r>
              <a:rPr lang="en-US" altLang="en-US" sz="1100" b="0">
                <a:solidFill>
                  <a:schemeClr val="accent1"/>
                </a:solidFill>
                <a:latin typeface="+mn-lt"/>
              </a:rPr>
              <a:t>(not separate boxed legends)</a:t>
            </a:r>
          </a:p>
          <a:p>
            <a:pPr algn="l">
              <a:lnSpc>
                <a:spcPct val="87000"/>
              </a:lnSpc>
              <a:spcBef>
                <a:spcPts val="200"/>
              </a:spcBef>
              <a:spcAft>
                <a:spcPts val="200"/>
              </a:spcAft>
            </a:pPr>
            <a:r>
              <a:rPr lang="en-US" altLang="en-US" sz="1100">
                <a:solidFill>
                  <a:schemeClr val="accent1"/>
                </a:solidFill>
                <a:latin typeface="+mn-lt"/>
              </a:rPr>
              <a:t>Maximize graphic size/area, eliminate unnecessary framing boxes</a:t>
            </a:r>
          </a:p>
          <a:p>
            <a:pPr algn="l">
              <a:lnSpc>
                <a:spcPct val="87000"/>
              </a:lnSpc>
              <a:spcBef>
                <a:spcPts val="200"/>
              </a:spcBef>
              <a:spcAft>
                <a:spcPts val="200"/>
              </a:spcAft>
            </a:pPr>
            <a:r>
              <a:rPr lang="en-US" altLang="en-US" sz="1100">
                <a:solidFill>
                  <a:schemeClr val="accent1"/>
                </a:solidFill>
                <a:latin typeface="+mn-lt"/>
              </a:rPr>
              <a:t>Blend quantitative and qualitative</a:t>
            </a:r>
          </a:p>
          <a:p>
            <a:pPr marL="324000" lvl="1" indent="-216000" algn="l">
              <a:lnSpc>
                <a:spcPct val="87000"/>
              </a:lnSpc>
              <a:spcBef>
                <a:spcPts val="200"/>
              </a:spcBef>
              <a:spcAft>
                <a:spcPts val="200"/>
              </a:spcAft>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e.g., annotate graphic with text boxes, mix quotes and hard data </a:t>
            </a:r>
          </a:p>
          <a:p>
            <a:pPr algn="l">
              <a:lnSpc>
                <a:spcPct val="87000"/>
              </a:lnSpc>
              <a:spcBef>
                <a:spcPts val="200"/>
              </a:spcBef>
              <a:spcAft>
                <a:spcPts val="200"/>
              </a:spcAft>
            </a:pPr>
            <a:r>
              <a:rPr lang="en-US" altLang="en-US" sz="1100">
                <a:solidFill>
                  <a:schemeClr val="accent1"/>
                </a:solidFill>
                <a:latin typeface="+mn-lt"/>
              </a:rPr>
              <a:t>Quantify visual impressions</a:t>
            </a:r>
          </a:p>
          <a:p>
            <a:pPr marL="324000" lvl="1" indent="-216000" algn="l">
              <a:lnSpc>
                <a:spcPct val="87000"/>
              </a:lnSpc>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e.g., add R</a:t>
            </a:r>
            <a:r>
              <a:rPr lang="en-US" altLang="en-US" sz="1100" b="0" baseline="30000">
                <a:solidFill>
                  <a:schemeClr val="accent1"/>
                </a:solidFill>
                <a:latin typeface="+mn-lt"/>
              </a:rPr>
              <a:t>2</a:t>
            </a:r>
            <a:r>
              <a:rPr lang="en-US" altLang="en-US" sz="1100" b="0">
                <a:solidFill>
                  <a:schemeClr val="accent1"/>
                </a:solidFill>
                <a:latin typeface="+mn-lt"/>
              </a:rPr>
              <a:t>, CAGR, scale slope, standard deviation</a:t>
            </a:r>
          </a:p>
          <a:p>
            <a:pPr algn="l">
              <a:lnSpc>
                <a:spcPct val="87000"/>
              </a:lnSpc>
              <a:spcBef>
                <a:spcPts val="200"/>
              </a:spcBef>
              <a:spcAft>
                <a:spcPts val="200"/>
              </a:spcAft>
            </a:pPr>
            <a:r>
              <a:rPr lang="en-US" altLang="en-US" sz="1100">
                <a:solidFill>
                  <a:schemeClr val="accent1"/>
                </a:solidFill>
                <a:latin typeface="+mn-lt"/>
              </a:rPr>
              <a:t>Add comparative data </a:t>
            </a:r>
            <a:r>
              <a:rPr lang="en-US" altLang="en-US" sz="1100" b="0">
                <a:solidFill>
                  <a:schemeClr val="accent1"/>
                </a:solidFill>
                <a:latin typeface="+mn-lt"/>
              </a:rPr>
              <a:t>(e.g., average, hurdle rate, market index line)</a:t>
            </a:r>
          </a:p>
          <a:p>
            <a:pPr algn="l">
              <a:lnSpc>
                <a:spcPct val="87000"/>
              </a:lnSpc>
              <a:spcBef>
                <a:spcPts val="200"/>
              </a:spcBef>
              <a:spcAft>
                <a:spcPts val="200"/>
              </a:spcAft>
            </a:pPr>
            <a:r>
              <a:rPr lang="en-US" altLang="en-US" sz="1100">
                <a:solidFill>
                  <a:schemeClr val="accent1"/>
                </a:solidFill>
                <a:latin typeface="+mn-lt"/>
              </a:rPr>
              <a:t>Add more data points (if available)</a:t>
            </a:r>
          </a:p>
          <a:p>
            <a:pPr marL="324000" lvl="1" indent="-216000" algn="l">
              <a:lnSpc>
                <a:spcPct val="87000"/>
              </a:lnSpc>
              <a:buClr>
                <a:schemeClr val="tx2">
                  <a:lumMod val="100000"/>
                </a:schemeClr>
              </a:buClr>
              <a:buSzPct val="100000"/>
              <a:buFont typeface="Trebuchet MS" panose="020B0603020202020204" pitchFamily="34" charset="0"/>
              <a:buChar char="•"/>
            </a:pPr>
            <a:r>
              <a:rPr lang="en-US" altLang="en-US" sz="1100" b="0">
                <a:solidFill>
                  <a:schemeClr val="accent1"/>
                </a:solidFill>
                <a:latin typeface="+mn-lt"/>
              </a:rPr>
              <a:t>Longer time series, better disaggregation</a:t>
            </a:r>
          </a:p>
        </p:txBody>
      </p:sp>
      <p:sp>
        <p:nvSpPr>
          <p:cNvPr id="4" name="Rectangle 21">
            <a:extLst>
              <a:ext uri="{FF2B5EF4-FFF2-40B4-BE49-F238E27FC236}">
                <a16:creationId xmlns:a16="http://schemas.microsoft.com/office/drawing/2014/main" id="{0C34F056-D798-F794-E2C1-D5B97344DAB8}"/>
              </a:ext>
            </a:extLst>
          </p:cNvPr>
          <p:cNvSpPr>
            <a:spLocks noChangeArrowheads="1"/>
          </p:cNvSpPr>
          <p:nvPr/>
        </p:nvSpPr>
        <p:spPr bwMode="auto">
          <a:xfrm>
            <a:off x="448969" y="6278919"/>
            <a:ext cx="4386245" cy="1231488"/>
          </a:xfrm>
          <a:prstGeom prst="rect">
            <a:avLst/>
          </a:prstGeom>
          <a:solidFill>
            <a:schemeClr val="bg1"/>
          </a:solidFill>
          <a:ln w="12700" cap="flat" cmpd="sng" algn="ctr">
            <a:solidFill>
              <a:schemeClr val="accent2"/>
            </a:solidFill>
            <a:prstDash val="solid"/>
            <a:miter lim="800000"/>
            <a:headEnd type="none" w="med" len="med"/>
            <a:tailEnd type="none" w="med" len="med"/>
          </a:ln>
        </p:spPr>
        <p:txBody>
          <a:bodyPr lIns="87312" tIns="44450" rIns="87312" bIns="44450"/>
          <a:lstStyle>
            <a:lvl1pPr marL="220663" indent="-220663"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marL="342900" indent="-342900" algn="l">
              <a:buAutoNum type="arabicPeriod" startAt="3"/>
            </a:pPr>
            <a:r>
              <a:rPr lang="en-US" altLang="en-US" sz="1400" b="0">
                <a:solidFill>
                  <a:srgbClr val="575757"/>
                </a:solidFill>
                <a:latin typeface="+mn-lt"/>
              </a:rPr>
              <a:t>Message coherence</a:t>
            </a:r>
          </a:p>
          <a:p>
            <a:pPr marL="342900" indent="-342900" algn="l">
              <a:buAutoNum type="arabicPeriod" startAt="3"/>
            </a:pPr>
            <a:endParaRPr lang="en-US" altLang="en-US" sz="1400" b="0">
              <a:solidFill>
                <a:srgbClr val="575757"/>
              </a:solidFill>
              <a:latin typeface="+mn-lt"/>
            </a:endParaRPr>
          </a:p>
          <a:p>
            <a:pPr marL="342900" indent="-342900" algn="l">
              <a:buAutoNum type="arabicPeriod" startAt="3"/>
            </a:pPr>
            <a:endParaRPr lang="en-US" altLang="en-US" sz="1400" b="0">
              <a:solidFill>
                <a:srgbClr val="575757"/>
              </a:solidFill>
              <a:latin typeface="+mn-lt"/>
            </a:endParaRPr>
          </a:p>
          <a:p>
            <a:pPr marL="342900" indent="-342900" algn="l">
              <a:buAutoNum type="arabicPeriod" startAt="3"/>
            </a:pPr>
            <a:endParaRPr lang="en-US" altLang="en-US" sz="1400" b="0">
              <a:solidFill>
                <a:srgbClr val="575757"/>
              </a:solidFill>
              <a:latin typeface="+mn-lt"/>
            </a:endParaRPr>
          </a:p>
          <a:p>
            <a:pPr marL="0" indent="0" algn="l"/>
            <a:r>
              <a:rPr lang="en-US" sz="1600"/>
              <a:t>All critical insights immediately apparent</a:t>
            </a:r>
            <a:endParaRPr lang="en-US" altLang="en-US" sz="1400" b="0">
              <a:solidFill>
                <a:srgbClr val="575757"/>
              </a:solidFill>
              <a:latin typeface="+mn-lt"/>
            </a:endParaRPr>
          </a:p>
        </p:txBody>
      </p:sp>
      <p:sp>
        <p:nvSpPr>
          <p:cNvPr id="6" name="Rectangle 22">
            <a:extLst>
              <a:ext uri="{FF2B5EF4-FFF2-40B4-BE49-F238E27FC236}">
                <a16:creationId xmlns:a16="http://schemas.microsoft.com/office/drawing/2014/main" id="{2A5ED76D-98D4-C017-CD6A-74A2D89FBE5F}"/>
              </a:ext>
            </a:extLst>
          </p:cNvPr>
          <p:cNvSpPr>
            <a:spLocks noChangeArrowheads="1"/>
          </p:cNvSpPr>
          <p:nvPr/>
        </p:nvSpPr>
        <p:spPr bwMode="auto">
          <a:xfrm>
            <a:off x="5083645" y="6278918"/>
            <a:ext cx="8045040" cy="1231488"/>
          </a:xfrm>
          <a:prstGeom prst="rect">
            <a:avLst/>
          </a:prstGeom>
          <a:solidFill>
            <a:schemeClr val="bg1"/>
          </a:solidFill>
          <a:ln w="12700" cap="flat" cmpd="sng" algn="ctr">
            <a:solidFill>
              <a:schemeClr val="accent2"/>
            </a:solidFill>
            <a:prstDash val="solid"/>
            <a:miter lim="800000"/>
            <a:headEnd type="none" w="med" len="med"/>
            <a:tailEnd type="none" w="med" len="med"/>
          </a:ln>
        </p:spPr>
        <p:txBody>
          <a:bodyPr lIns="91440" tIns="18288" rIns="87312" bIns="18288">
            <a:spAutoFit/>
          </a:bodyPr>
          <a:lstStyle>
            <a:lvl1pPr defTabSz="825500">
              <a:defRPr sz="1600" b="1">
                <a:solidFill>
                  <a:schemeClr val="tx1"/>
                </a:solidFill>
                <a:latin typeface="Arial" panose="020B0604020202020204" pitchFamily="34" charset="0"/>
              </a:defRPr>
            </a:lvl1pPr>
            <a:lvl2pPr marL="434975" indent="-214313"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l">
              <a:spcBef>
                <a:spcPts val="200"/>
              </a:spcBef>
              <a:spcAft>
                <a:spcPts val="200"/>
              </a:spcAft>
              <a:buSzPct val="100000"/>
              <a:buFont typeface="Trebuchet MS" panose="020B0603020202020204" pitchFamily="34" charset="0"/>
              <a:buChar char="​"/>
            </a:pPr>
            <a:r>
              <a:rPr lang="en-US" altLang="en-US" sz="1100">
                <a:solidFill>
                  <a:schemeClr val="tx1">
                    <a:lumMod val="100000"/>
                  </a:schemeClr>
                </a:solidFill>
                <a:latin typeface="+mn-lt"/>
              </a:rPr>
              <a:t>Chose design which emphasizes important relationships</a:t>
            </a:r>
            <a:endParaRPr lang="en-US" altLang="en-US" sz="1100">
              <a:latin typeface="+mn-lt"/>
            </a:endParaRPr>
          </a:p>
          <a:p>
            <a:pPr algn="l">
              <a:spcBef>
                <a:spcPts val="200"/>
              </a:spcBef>
              <a:spcAft>
                <a:spcPts val="200"/>
              </a:spcAft>
            </a:pPr>
            <a:r>
              <a:rPr lang="en-US" altLang="en-US" sz="1100">
                <a:latin typeface="+mn-lt"/>
              </a:rPr>
              <a:t>Focus your reader’s attention on key messages</a:t>
            </a:r>
          </a:p>
          <a:p>
            <a:pPr lvl="1" algn="l">
              <a:spcBef>
                <a:spcPts val="200"/>
              </a:spcBef>
              <a:spcAft>
                <a:spcPts val="200"/>
              </a:spcAft>
              <a:buFontTx/>
              <a:buChar char="•"/>
            </a:pPr>
            <a:r>
              <a:rPr lang="en-US" altLang="en-US" sz="1100" b="0">
                <a:latin typeface="+mn-lt"/>
              </a:rPr>
              <a:t>Highlight key data with shading, arrows, boxes</a:t>
            </a:r>
          </a:p>
          <a:p>
            <a:pPr algn="l">
              <a:spcBef>
                <a:spcPts val="200"/>
              </a:spcBef>
              <a:spcAft>
                <a:spcPts val="200"/>
              </a:spcAft>
            </a:pPr>
            <a:r>
              <a:rPr lang="en-US" altLang="en-US" sz="1100">
                <a:latin typeface="+mn-lt"/>
              </a:rPr>
              <a:t>Order lists and groups</a:t>
            </a:r>
          </a:p>
          <a:p>
            <a:pPr algn="l">
              <a:spcBef>
                <a:spcPts val="200"/>
              </a:spcBef>
              <a:spcAft>
                <a:spcPts val="200"/>
              </a:spcAft>
            </a:pPr>
            <a:r>
              <a:rPr lang="en-US" altLang="en-US" sz="1100">
                <a:latin typeface="+mn-lt"/>
              </a:rPr>
              <a:t>Eliminate unnecessary or distracting detail</a:t>
            </a:r>
          </a:p>
        </p:txBody>
      </p:sp>
      <p:sp>
        <p:nvSpPr>
          <p:cNvPr id="8" name="Rectangle 23">
            <a:extLst>
              <a:ext uri="{FF2B5EF4-FFF2-40B4-BE49-F238E27FC236}">
                <a16:creationId xmlns:a16="http://schemas.microsoft.com/office/drawing/2014/main" id="{7F0ABE33-E60E-8F17-2CAA-30BC644E1B8D}"/>
              </a:ext>
            </a:extLst>
          </p:cNvPr>
          <p:cNvSpPr>
            <a:spLocks noChangeArrowheads="1"/>
          </p:cNvSpPr>
          <p:nvPr/>
        </p:nvSpPr>
        <p:spPr bwMode="auto">
          <a:xfrm>
            <a:off x="4070806" y="6752477"/>
            <a:ext cx="389529"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200" b="0">
                <a:latin typeface="+mn-lt"/>
              </a:rPr>
              <a:t>1.0</a:t>
            </a:r>
          </a:p>
        </p:txBody>
      </p:sp>
      <p:cxnSp>
        <p:nvCxnSpPr>
          <p:cNvPr id="18" name="Straight Arrow Connector 17">
            <a:extLst>
              <a:ext uri="{FF2B5EF4-FFF2-40B4-BE49-F238E27FC236}">
                <a16:creationId xmlns:a16="http://schemas.microsoft.com/office/drawing/2014/main" id="{A2FA999F-76BD-B106-BED7-F87372A9AB29}"/>
              </a:ext>
            </a:extLst>
          </p:cNvPr>
          <p:cNvCxnSpPr/>
          <p:nvPr/>
        </p:nvCxnSpPr>
        <p:spPr>
          <a:xfrm>
            <a:off x="3431823" y="6887662"/>
            <a:ext cx="520447" cy="0"/>
          </a:xfrm>
          <a:prstGeom prst="straightConnector1">
            <a:avLst/>
          </a:prstGeom>
          <a:ln w="9525" cap="rnd" cmpd="sng" algn="ctr">
            <a:solidFill>
              <a:srgbClr val="9A9A9A"/>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Rectangle 25">
            <a:extLst>
              <a:ext uri="{FF2B5EF4-FFF2-40B4-BE49-F238E27FC236}">
                <a16:creationId xmlns:a16="http://schemas.microsoft.com/office/drawing/2014/main" id="{28CAF2DB-7A3A-A023-ADD0-9D207E2CBD9E}"/>
              </a:ext>
            </a:extLst>
          </p:cNvPr>
          <p:cNvSpPr>
            <a:spLocks noChangeArrowheads="1"/>
          </p:cNvSpPr>
          <p:nvPr/>
        </p:nvSpPr>
        <p:spPr bwMode="auto">
          <a:xfrm>
            <a:off x="1481482" y="6626897"/>
            <a:ext cx="1567736" cy="520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87312" tIns="44450" rIns="87312" bIns="44450" anchor="ctr">
            <a:spAutoFit/>
          </a:bodyPr>
          <a:lstStyle>
            <a:lvl1pPr defTabSz="825500">
              <a:defRPr sz="1600" b="1">
                <a:solidFill>
                  <a:schemeClr val="tx1"/>
                </a:solidFill>
                <a:latin typeface="Arial" panose="020B0604020202020204" pitchFamily="34" charset="0"/>
              </a:defRPr>
            </a:lvl1pPr>
            <a:lvl2pPr marL="742950" indent="-285750" defTabSz="825500">
              <a:defRPr sz="1600" b="1">
                <a:solidFill>
                  <a:schemeClr val="tx1"/>
                </a:solidFill>
                <a:latin typeface="Arial" panose="020B0604020202020204" pitchFamily="34" charset="0"/>
              </a:defRPr>
            </a:lvl2pPr>
            <a:lvl3pPr marL="1143000" indent="-228600" defTabSz="825500">
              <a:defRPr sz="1600" b="1">
                <a:solidFill>
                  <a:schemeClr val="tx1"/>
                </a:solidFill>
                <a:latin typeface="Arial" panose="020B0604020202020204" pitchFamily="34" charset="0"/>
              </a:defRPr>
            </a:lvl3pPr>
            <a:lvl4pPr marL="1600200" indent="-228600" defTabSz="825500">
              <a:defRPr sz="1600" b="1">
                <a:solidFill>
                  <a:schemeClr val="tx1"/>
                </a:solidFill>
                <a:latin typeface="Arial" panose="020B0604020202020204" pitchFamily="34" charset="0"/>
              </a:defRPr>
            </a:lvl4pPr>
            <a:lvl5pPr marL="2057400" indent="-228600" defTabSz="825500">
              <a:defRPr sz="1600" b="1">
                <a:solidFill>
                  <a:schemeClr val="tx1"/>
                </a:solidFill>
                <a:latin typeface="Arial" panose="020B0604020202020204" pitchFamily="34" charset="0"/>
              </a:defRPr>
            </a:lvl5pPr>
            <a:lvl6pPr marL="2514600" indent="-228600" defTabSz="825500" eaLnBrk="0" fontAlgn="base" hangingPunct="0">
              <a:spcBef>
                <a:spcPct val="0"/>
              </a:spcBef>
              <a:spcAft>
                <a:spcPct val="0"/>
              </a:spcAft>
              <a:defRPr sz="1600" b="1">
                <a:solidFill>
                  <a:schemeClr val="tx1"/>
                </a:solidFill>
                <a:latin typeface="Arial" panose="020B0604020202020204" pitchFamily="34" charset="0"/>
              </a:defRPr>
            </a:lvl6pPr>
            <a:lvl7pPr marL="2971800" indent="-228600" defTabSz="825500" eaLnBrk="0" fontAlgn="base" hangingPunct="0">
              <a:spcBef>
                <a:spcPct val="0"/>
              </a:spcBef>
              <a:spcAft>
                <a:spcPct val="0"/>
              </a:spcAft>
              <a:defRPr sz="1600" b="1">
                <a:solidFill>
                  <a:schemeClr val="tx1"/>
                </a:solidFill>
                <a:latin typeface="Arial" panose="020B0604020202020204" pitchFamily="34" charset="0"/>
              </a:defRPr>
            </a:lvl7pPr>
            <a:lvl8pPr marL="3429000" indent="-228600" defTabSz="825500" eaLnBrk="0" fontAlgn="base" hangingPunct="0">
              <a:spcBef>
                <a:spcPct val="0"/>
              </a:spcBef>
              <a:spcAft>
                <a:spcPct val="0"/>
              </a:spcAft>
              <a:defRPr sz="1600" b="1">
                <a:solidFill>
                  <a:schemeClr val="tx1"/>
                </a:solidFill>
                <a:latin typeface="Arial" panose="020B0604020202020204" pitchFamily="34" charset="0"/>
              </a:defRPr>
            </a:lvl8pPr>
            <a:lvl9pPr marL="3886200" indent="-228600" defTabSz="825500" eaLnBrk="0" fontAlgn="base" hangingPunct="0">
              <a:spcBef>
                <a:spcPct val="0"/>
              </a:spcBef>
              <a:spcAft>
                <a:spcPct val="0"/>
              </a:spcAft>
              <a:defRPr sz="1600" b="1">
                <a:solidFill>
                  <a:schemeClr val="tx1"/>
                </a:solidFill>
                <a:latin typeface="Arial" panose="020B0604020202020204" pitchFamily="34" charset="0"/>
              </a:defRPr>
            </a:lvl9pPr>
          </a:lstStyle>
          <a:p>
            <a:pPr algn="ctr">
              <a:lnSpc>
                <a:spcPct val="97000"/>
              </a:lnSpc>
              <a:spcBef>
                <a:spcPct val="39000"/>
              </a:spcBef>
            </a:pPr>
            <a:r>
              <a:rPr lang="en-US" altLang="en-US" sz="1200" b="0">
                <a:solidFill>
                  <a:srgbClr val="575757"/>
                </a:solidFill>
                <a:latin typeface="+mn-lt"/>
              </a:rPr>
              <a:t>Obvious messages</a:t>
            </a:r>
          </a:p>
          <a:p>
            <a:pPr algn="ctr">
              <a:lnSpc>
                <a:spcPct val="97000"/>
              </a:lnSpc>
              <a:spcBef>
                <a:spcPct val="39000"/>
              </a:spcBef>
            </a:pPr>
            <a:r>
              <a:rPr lang="en-US" altLang="en-US" sz="1200" b="0">
                <a:solidFill>
                  <a:srgbClr val="575757"/>
                </a:solidFill>
                <a:latin typeface="+mn-lt"/>
              </a:rPr>
              <a:t>Important messages</a:t>
            </a:r>
          </a:p>
        </p:txBody>
      </p:sp>
      <p:sp>
        <p:nvSpPr>
          <p:cNvPr id="21" name="Freeform 26">
            <a:extLst>
              <a:ext uri="{FF2B5EF4-FFF2-40B4-BE49-F238E27FC236}">
                <a16:creationId xmlns:a16="http://schemas.microsoft.com/office/drawing/2014/main" id="{EEE2C7E8-4322-52D5-114C-0B246CA3764A}"/>
              </a:ext>
            </a:extLst>
          </p:cNvPr>
          <p:cNvSpPr>
            <a:spLocks/>
          </p:cNvSpPr>
          <p:nvPr/>
        </p:nvSpPr>
        <p:spPr bwMode="auto">
          <a:xfrm>
            <a:off x="1249056" y="6710580"/>
            <a:ext cx="119106" cy="322231"/>
          </a:xfrm>
          <a:custGeom>
            <a:avLst/>
            <a:gdLst>
              <a:gd name="T0" fmla="*/ 71438 w 46"/>
              <a:gd name="T1" fmla="*/ 0 h 222"/>
              <a:gd name="T2" fmla="*/ 0 w 46"/>
              <a:gd name="T3" fmla="*/ 0 h 222"/>
              <a:gd name="T4" fmla="*/ 0 w 46"/>
              <a:gd name="T5" fmla="*/ 350838 h 222"/>
              <a:gd name="T6" fmla="*/ 71438 w 46"/>
              <a:gd name="T7" fmla="*/ 350838 h 222"/>
              <a:gd name="T8" fmla="*/ 0 60000 65536"/>
              <a:gd name="T9" fmla="*/ 0 60000 65536"/>
              <a:gd name="T10" fmla="*/ 0 60000 65536"/>
              <a:gd name="T11" fmla="*/ 0 60000 65536"/>
              <a:gd name="T12" fmla="*/ 0 w 46"/>
              <a:gd name="T13" fmla="*/ 0 h 222"/>
              <a:gd name="T14" fmla="*/ 46 w 46"/>
              <a:gd name="T15" fmla="*/ 222 h 222"/>
            </a:gdLst>
            <a:ahLst/>
            <a:cxnLst>
              <a:cxn ang="T8">
                <a:pos x="T0" y="T1"/>
              </a:cxn>
              <a:cxn ang="T9">
                <a:pos x="T2" y="T3"/>
              </a:cxn>
              <a:cxn ang="T10">
                <a:pos x="T4" y="T5"/>
              </a:cxn>
              <a:cxn ang="T11">
                <a:pos x="T6" y="T7"/>
              </a:cxn>
            </a:cxnLst>
            <a:rect l="T12" t="T13" r="T14" b="T15"/>
            <a:pathLst>
              <a:path w="46" h="222">
                <a:moveTo>
                  <a:pt x="45" y="0"/>
                </a:moveTo>
                <a:lnTo>
                  <a:pt x="0" y="0"/>
                </a:lnTo>
                <a:lnTo>
                  <a:pt x="0" y="221"/>
                </a:lnTo>
                <a:lnTo>
                  <a:pt x="45" y="221"/>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2" name="Line 27">
            <a:extLst>
              <a:ext uri="{FF2B5EF4-FFF2-40B4-BE49-F238E27FC236}">
                <a16:creationId xmlns:a16="http://schemas.microsoft.com/office/drawing/2014/main" id="{F74F5992-5918-668D-DCD4-30F2BDDC623A}"/>
              </a:ext>
            </a:extLst>
          </p:cNvPr>
          <p:cNvSpPr>
            <a:spLocks noChangeShapeType="1"/>
          </p:cNvSpPr>
          <p:nvPr/>
        </p:nvSpPr>
        <p:spPr bwMode="auto">
          <a:xfrm>
            <a:off x="1509280" y="6884759"/>
            <a:ext cx="1512141" cy="0"/>
          </a:xfrm>
          <a:prstGeom prst="line">
            <a:avLst/>
          </a:prstGeom>
          <a:noFill/>
          <a:ln w="12700" cap="flat" cmpd="sng" algn="ctr">
            <a:solidFill>
              <a:srgbClr val="9A9A9A"/>
            </a:solidFill>
            <a:prstDash val="solid"/>
            <a:round/>
            <a:headEnd type="none" w="med" len="med"/>
            <a:tailEnd type="none" w="med" len="med"/>
          </a:ln>
          <a:extLst>
            <a:ext uri="{909E8E84-426E-40DD-AFC4-6F175D3DCCD1}">
              <a14:hiddenFill xmlns:a14="http://schemas.microsoft.com/office/drawing/2010/main">
                <a:noFill/>
              </a14:hiddenFill>
            </a:ext>
          </a:extLst>
        </p:spPr>
        <p:txBody>
          <a:bodyPr wrap="none" anchor="ctr"/>
          <a:lstStyle/>
          <a:p>
            <a:endParaRPr lang="en-US" sz="1800"/>
          </a:p>
        </p:txBody>
      </p:sp>
      <p:sp>
        <p:nvSpPr>
          <p:cNvPr id="33" name="Freeform 28">
            <a:extLst>
              <a:ext uri="{FF2B5EF4-FFF2-40B4-BE49-F238E27FC236}">
                <a16:creationId xmlns:a16="http://schemas.microsoft.com/office/drawing/2014/main" id="{CADE6EFA-BF02-1C6C-9EF8-D8B9D18BBAF0}"/>
              </a:ext>
            </a:extLst>
          </p:cNvPr>
          <p:cNvSpPr>
            <a:spLocks/>
          </p:cNvSpPr>
          <p:nvPr/>
        </p:nvSpPr>
        <p:spPr bwMode="auto">
          <a:xfrm>
            <a:off x="3139233" y="6710580"/>
            <a:ext cx="119106" cy="322231"/>
          </a:xfrm>
          <a:custGeom>
            <a:avLst/>
            <a:gdLst>
              <a:gd name="T0" fmla="*/ 0 w 46"/>
              <a:gd name="T1" fmla="*/ 0 h 222"/>
              <a:gd name="T2" fmla="*/ 71438 w 46"/>
              <a:gd name="T3" fmla="*/ 0 h 222"/>
              <a:gd name="T4" fmla="*/ 71438 w 46"/>
              <a:gd name="T5" fmla="*/ 350838 h 222"/>
              <a:gd name="T6" fmla="*/ 0 w 46"/>
              <a:gd name="T7" fmla="*/ 350838 h 222"/>
              <a:gd name="T8" fmla="*/ 0 60000 65536"/>
              <a:gd name="T9" fmla="*/ 0 60000 65536"/>
              <a:gd name="T10" fmla="*/ 0 60000 65536"/>
              <a:gd name="T11" fmla="*/ 0 60000 65536"/>
              <a:gd name="T12" fmla="*/ 0 w 46"/>
              <a:gd name="T13" fmla="*/ 0 h 222"/>
              <a:gd name="T14" fmla="*/ 46 w 46"/>
              <a:gd name="T15" fmla="*/ 222 h 222"/>
            </a:gdLst>
            <a:ahLst/>
            <a:cxnLst>
              <a:cxn ang="T8">
                <a:pos x="T0" y="T1"/>
              </a:cxn>
              <a:cxn ang="T9">
                <a:pos x="T2" y="T3"/>
              </a:cxn>
              <a:cxn ang="T10">
                <a:pos x="T4" y="T5"/>
              </a:cxn>
              <a:cxn ang="T11">
                <a:pos x="T6" y="T7"/>
              </a:cxn>
            </a:cxnLst>
            <a:rect l="T12" t="T13" r="T14" b="T15"/>
            <a:pathLst>
              <a:path w="46" h="222">
                <a:moveTo>
                  <a:pt x="0" y="0"/>
                </a:moveTo>
                <a:lnTo>
                  <a:pt x="45" y="0"/>
                </a:lnTo>
                <a:lnTo>
                  <a:pt x="45" y="221"/>
                </a:lnTo>
                <a:lnTo>
                  <a:pt x="0" y="221"/>
                </a:lnTo>
              </a:path>
            </a:pathLst>
          </a:custGeom>
          <a:noFill/>
          <a:ln w="12700"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42" name="TextBox 41">
            <a:extLst>
              <a:ext uri="{FF2B5EF4-FFF2-40B4-BE49-F238E27FC236}">
                <a16:creationId xmlns:a16="http://schemas.microsoft.com/office/drawing/2014/main" id="{EE4A9EB6-B2D1-4785-1AAC-B485119D18DC}"/>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3) Charting</a:t>
            </a:r>
          </a:p>
        </p:txBody>
      </p:sp>
      <p:grpSp>
        <p:nvGrpSpPr>
          <p:cNvPr id="43" name="Group 42">
            <a:extLst>
              <a:ext uri="{FF2B5EF4-FFF2-40B4-BE49-F238E27FC236}">
                <a16:creationId xmlns:a16="http://schemas.microsoft.com/office/drawing/2014/main" id="{4B3D9656-A3B3-A4B5-6437-18075699B0D9}"/>
              </a:ext>
            </a:extLst>
          </p:cNvPr>
          <p:cNvGrpSpPr/>
          <p:nvPr/>
        </p:nvGrpSpPr>
        <p:grpSpPr>
          <a:xfrm>
            <a:off x="10874499" y="0"/>
            <a:ext cx="2943101" cy="914400"/>
            <a:chOff x="10874499" y="0"/>
            <a:chExt cx="2943101" cy="914400"/>
          </a:xfrm>
        </p:grpSpPr>
        <p:grpSp>
          <p:nvGrpSpPr>
            <p:cNvPr id="44" name="Group 43">
              <a:extLst>
                <a:ext uri="{FF2B5EF4-FFF2-40B4-BE49-F238E27FC236}">
                  <a16:creationId xmlns:a16="http://schemas.microsoft.com/office/drawing/2014/main" id="{C66447DB-E8D4-7530-A62B-F6CCE6E37F59}"/>
                </a:ext>
              </a:extLst>
            </p:cNvPr>
            <p:cNvGrpSpPr/>
            <p:nvPr/>
          </p:nvGrpSpPr>
          <p:grpSpPr>
            <a:xfrm>
              <a:off x="12903200" y="0"/>
              <a:ext cx="914400" cy="914400"/>
              <a:chOff x="12903200" y="0"/>
              <a:chExt cx="914400" cy="914400"/>
            </a:xfrm>
          </p:grpSpPr>
          <p:sp>
            <p:nvSpPr>
              <p:cNvPr id="46" name="Right Triangle 45">
                <a:extLst>
                  <a:ext uri="{FF2B5EF4-FFF2-40B4-BE49-F238E27FC236}">
                    <a16:creationId xmlns:a16="http://schemas.microsoft.com/office/drawing/2014/main" id="{345605EA-6129-D774-2C96-7918728802B5}"/>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47" name="Oval 20">
                <a:extLst>
                  <a:ext uri="{FF2B5EF4-FFF2-40B4-BE49-F238E27FC236}">
                    <a16:creationId xmlns:a16="http://schemas.microsoft.com/office/drawing/2014/main" id="{7355D345-6F4E-B9D4-25E2-0C3AB38023D2}"/>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45" name="TextBox 44">
              <a:extLst>
                <a:ext uri="{FF2B5EF4-FFF2-40B4-BE49-F238E27FC236}">
                  <a16:creationId xmlns:a16="http://schemas.microsoft.com/office/drawing/2014/main" id="{4D798F27-3B93-BA77-9D92-2CD36FE08B2B}"/>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Tree>
    <p:extLst>
      <p:ext uri="{BB962C8B-B14F-4D97-AF65-F5344CB8AC3E}">
        <p14:creationId xmlns:p14="http://schemas.microsoft.com/office/powerpoint/2010/main" val="10446366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F17BC69-80AB-72BD-C401-10F54104017F}"/>
              </a:ext>
            </a:extLst>
          </p:cNvPr>
          <p:cNvGraphicFramePr>
            <a:graphicFrameLocks noChangeAspect="1"/>
          </p:cNvGraphicFramePr>
          <p:nvPr>
            <p:custDataLst>
              <p:tags r:id="rId1"/>
            </p:custDataLst>
            <p:extLst>
              <p:ext uri="{D42A27DB-BD31-4B8C-83A1-F6EECF244321}">
                <p14:modId xmlns:p14="http://schemas.microsoft.com/office/powerpoint/2010/main" val="40784338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0" imgH="409" progId="TCLayout.ActiveDocument.1">
                  <p:embed/>
                </p:oleObj>
              </mc:Choice>
              <mc:Fallback>
                <p:oleObj name="think-cell Slide" r:id="rId4" imgW="410" imgH="409" progId="TCLayout.ActiveDocument.1">
                  <p:embed/>
                  <p:pic>
                    <p:nvPicPr>
                      <p:cNvPr id="6" name="think-cell data - do not delete" hidden="1">
                        <a:extLst>
                          <a:ext uri="{FF2B5EF4-FFF2-40B4-BE49-F238E27FC236}">
                            <a16:creationId xmlns:a16="http://schemas.microsoft.com/office/drawing/2014/main" id="{6F17BC69-80AB-72BD-C401-10F5410401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415AF37-796F-14E7-2874-65C95F7C66F6}"/>
              </a:ext>
            </a:extLst>
          </p:cNvPr>
          <p:cNvSpPr>
            <a:spLocks noGrp="1"/>
          </p:cNvSpPr>
          <p:nvPr>
            <p:ph type="title"/>
          </p:nvPr>
        </p:nvSpPr>
        <p:spPr/>
        <p:txBody>
          <a:bodyPr vert="horz"/>
          <a:lstStyle/>
          <a:p>
            <a:r>
              <a:rPr lang="en-US" err="1"/>
              <a:t>Thinkcell</a:t>
            </a:r>
            <a:r>
              <a:rPr lang="en-US"/>
              <a:t> makes creating impressive charts much easier</a:t>
            </a:r>
          </a:p>
        </p:txBody>
      </p:sp>
      <p:sp>
        <p:nvSpPr>
          <p:cNvPr id="3" name="Subtitle 2">
            <a:extLst>
              <a:ext uri="{FF2B5EF4-FFF2-40B4-BE49-F238E27FC236}">
                <a16:creationId xmlns:a16="http://schemas.microsoft.com/office/drawing/2014/main" id="{6FDC59D5-1882-AD2F-E631-E8E501271CE8}"/>
              </a:ext>
            </a:extLst>
          </p:cNvPr>
          <p:cNvSpPr>
            <a:spLocks noGrp="1"/>
          </p:cNvSpPr>
          <p:nvPr>
            <p:ph type="subTitle" idx="1"/>
          </p:nvPr>
        </p:nvSpPr>
        <p:spPr/>
        <p:txBody>
          <a:bodyPr/>
          <a:lstStyle/>
          <a:p>
            <a:endParaRPr lang="en-US"/>
          </a:p>
        </p:txBody>
      </p:sp>
      <p:sp>
        <p:nvSpPr>
          <p:cNvPr id="4" name="Content Placeholder 3">
            <a:extLst>
              <a:ext uri="{FF2B5EF4-FFF2-40B4-BE49-F238E27FC236}">
                <a16:creationId xmlns:a16="http://schemas.microsoft.com/office/drawing/2014/main" id="{D6BDA72F-0C25-7E54-2EDA-F559959DBFF1}"/>
              </a:ext>
            </a:extLst>
          </p:cNvPr>
          <p:cNvSpPr>
            <a:spLocks noGrp="1"/>
          </p:cNvSpPr>
          <p:nvPr>
            <p:ph sz="quarter" idx="14"/>
          </p:nvPr>
        </p:nvSpPr>
        <p:spPr>
          <a:xfrm>
            <a:off x="5804452" y="2109724"/>
            <a:ext cx="7309662" cy="4449408"/>
          </a:xfrm>
        </p:spPr>
        <p:txBody>
          <a:bodyPr/>
          <a:lstStyle/>
          <a:p>
            <a:pPr>
              <a:spcBef>
                <a:spcPts val="0"/>
              </a:spcBef>
              <a:spcAft>
                <a:spcPts val="0"/>
              </a:spcAft>
            </a:pPr>
            <a:r>
              <a:rPr lang="en-US" sz="2400" b="1" i="0">
                <a:solidFill>
                  <a:schemeClr val="accent1"/>
                </a:solidFill>
                <a:effectLst/>
                <a:latin typeface="+mn-lt"/>
              </a:rPr>
              <a:t>Key benefits…</a:t>
            </a:r>
          </a:p>
          <a:p>
            <a:pPr>
              <a:spcBef>
                <a:spcPts val="0"/>
              </a:spcBef>
              <a:spcAft>
                <a:spcPts val="0"/>
              </a:spcAft>
            </a:pPr>
            <a:endParaRPr lang="en-US" sz="1800" b="1">
              <a:latin typeface="+mn-lt"/>
            </a:endParaRPr>
          </a:p>
          <a:p>
            <a:pPr>
              <a:spcBef>
                <a:spcPts val="0"/>
              </a:spcBef>
              <a:spcAft>
                <a:spcPts val="0"/>
              </a:spcAft>
            </a:pPr>
            <a:r>
              <a:rPr lang="en-US" sz="1800" b="1" i="0">
                <a:solidFill>
                  <a:schemeClr val="accent2"/>
                </a:solidFill>
                <a:effectLst/>
                <a:latin typeface="+mn-lt"/>
              </a:rPr>
              <a:t>Chart Creation</a:t>
            </a:r>
          </a:p>
          <a:p>
            <a:pPr marL="324000" lvl="1" indent="-216000">
              <a:spcBef>
                <a:spcPts val="0"/>
              </a:spcBef>
              <a:spcAft>
                <a:spcPts val="0"/>
              </a:spcAft>
              <a:buClr>
                <a:schemeClr val="accent1"/>
              </a:buClr>
              <a:buSzPct val="100000"/>
              <a:buFont typeface="Segoe UI" panose="020B0502040204020203" pitchFamily="34" charset="0"/>
              <a:buChar char="•"/>
            </a:pPr>
            <a:r>
              <a:rPr lang="en-US" sz="1800" b="0" i="0" kern="1200">
                <a:solidFill>
                  <a:schemeClr val="tx1">
                    <a:lumMod val="100000"/>
                  </a:schemeClr>
                </a:solidFill>
                <a:effectLst/>
                <a:latin typeface="+mn-lt"/>
              </a:rPr>
              <a:t>40+ chart types including waterfall, Gantt, and process flows</a:t>
            </a:r>
            <a:endParaRPr lang="en-US" sz="1800" b="0" i="0" u="none" strike="noStrike" kern="1200">
              <a:solidFill>
                <a:schemeClr val="tx1">
                  <a:lumMod val="100000"/>
                </a:schemeClr>
              </a:solidFill>
              <a:effectLst/>
              <a:latin typeface="+mn-lt"/>
              <a:hlinkClick r:id="rId6">
                <a:extLst>
                  <a:ext uri="{A12FA001-AC4F-418D-AE19-62706E023703}">
                    <ahyp:hlinkClr xmlns:ahyp="http://schemas.microsoft.com/office/drawing/2018/hyperlinkcolor" val="tx"/>
                  </a:ext>
                </a:extLst>
              </a:hlinkClick>
            </a:endParaRPr>
          </a:p>
          <a:p>
            <a:pPr marL="324000" lvl="1" indent="-216000">
              <a:spcBef>
                <a:spcPts val="0"/>
              </a:spcBef>
              <a:spcAft>
                <a:spcPts val="0"/>
              </a:spcAft>
              <a:buClr>
                <a:schemeClr val="accent1"/>
              </a:buClr>
              <a:buSzPct val="100000"/>
              <a:buFont typeface="Segoe UI" panose="020B0502040204020203" pitchFamily="34" charset="0"/>
              <a:buChar char="•"/>
            </a:pPr>
            <a:r>
              <a:rPr lang="en-US" sz="1800" b="0" i="0" kern="1200">
                <a:solidFill>
                  <a:schemeClr val="tx1">
                    <a:lumMod val="100000"/>
                  </a:schemeClr>
                </a:solidFill>
                <a:effectLst/>
                <a:latin typeface="+mn-lt"/>
              </a:rPr>
              <a:t>Automatic data-driven annotations and calculations</a:t>
            </a:r>
            <a:endParaRPr lang="en-US" sz="1800" b="0" i="0" u="none" strike="noStrike" kern="1200">
              <a:solidFill>
                <a:schemeClr val="tx1">
                  <a:lumMod val="100000"/>
                </a:schemeClr>
              </a:solidFill>
              <a:effectLst/>
              <a:latin typeface="+mn-lt"/>
              <a:hlinkClick r:id="rId6">
                <a:extLst>
                  <a:ext uri="{A12FA001-AC4F-418D-AE19-62706E023703}">
                    <ahyp:hlinkClr xmlns:ahyp="http://schemas.microsoft.com/office/drawing/2018/hyperlinkcolor" val="tx"/>
                  </a:ext>
                </a:extLst>
              </a:hlinkClick>
            </a:endParaRPr>
          </a:p>
          <a:p>
            <a:pPr marL="324000" lvl="1" indent="-216000">
              <a:spcBef>
                <a:spcPts val="0"/>
              </a:spcBef>
              <a:spcAft>
                <a:spcPts val="0"/>
              </a:spcAft>
              <a:buClr>
                <a:schemeClr val="accent1"/>
              </a:buClr>
              <a:buSzPct val="100000"/>
              <a:buFont typeface="Segoe UI" panose="020B0502040204020203" pitchFamily="34" charset="0"/>
              <a:buChar char="•"/>
            </a:pPr>
            <a:r>
              <a:rPr lang="en-US" sz="1800" b="0" kern="1200">
                <a:solidFill>
                  <a:schemeClr val="tx1">
                    <a:lumMod val="100000"/>
                  </a:schemeClr>
                </a:solidFill>
                <a:effectLst/>
                <a:latin typeface="+mn-lt"/>
              </a:rPr>
              <a:t>One-click addition of labels, percentages, and CAGR arrows</a:t>
            </a:r>
            <a:endParaRPr lang="en-US" sz="1800" kern="1200">
              <a:solidFill>
                <a:schemeClr val="tx1">
                  <a:lumMod val="100000"/>
                </a:schemeClr>
              </a:solidFill>
              <a:latin typeface="+mn-lt"/>
            </a:endParaRPr>
          </a:p>
          <a:p>
            <a:pPr>
              <a:spcBef>
                <a:spcPts val="0"/>
              </a:spcBef>
              <a:spcAft>
                <a:spcPts val="0"/>
              </a:spcAft>
            </a:pPr>
            <a:endParaRPr lang="en-US" sz="1800" b="0" i="0">
              <a:effectLst/>
              <a:latin typeface="+mn-lt"/>
            </a:endParaRPr>
          </a:p>
          <a:p>
            <a:pPr>
              <a:spcBef>
                <a:spcPts val="0"/>
              </a:spcBef>
              <a:spcAft>
                <a:spcPts val="0"/>
              </a:spcAft>
            </a:pPr>
            <a:r>
              <a:rPr lang="en-US" sz="1800" b="1" i="0">
                <a:solidFill>
                  <a:schemeClr val="accent2"/>
                </a:solidFill>
                <a:effectLst/>
                <a:latin typeface="+mn-lt"/>
              </a:rPr>
              <a:t>Smart Integration</a:t>
            </a:r>
          </a:p>
          <a:p>
            <a:pPr marL="324000" lvl="1" indent="-216000">
              <a:spcBef>
                <a:spcPts val="0"/>
              </a:spcBef>
              <a:spcAft>
                <a:spcPts val="0"/>
              </a:spcAft>
              <a:buClr>
                <a:schemeClr val="accent1"/>
              </a:buClr>
              <a:buSzPct val="100000"/>
              <a:buFont typeface="Segoe UI" panose="020B0502040204020203" pitchFamily="34" charset="0"/>
              <a:buChar char="•"/>
            </a:pPr>
            <a:r>
              <a:rPr lang="en-US" sz="1800" b="0" i="0" kern="1200">
                <a:solidFill>
                  <a:schemeClr val="tx1">
                    <a:lumMod val="100000"/>
                  </a:schemeClr>
                </a:solidFill>
                <a:effectLst/>
                <a:latin typeface="+mn-lt"/>
              </a:rPr>
              <a:t>Seamless Microsoft Office integration</a:t>
            </a:r>
          </a:p>
          <a:p>
            <a:pPr marL="324000" lvl="1" indent="-216000">
              <a:spcBef>
                <a:spcPts val="0"/>
              </a:spcBef>
              <a:spcAft>
                <a:spcPts val="0"/>
              </a:spcAft>
              <a:buClr>
                <a:schemeClr val="accent1"/>
              </a:buClr>
              <a:buSzPct val="100000"/>
              <a:buFont typeface="Segoe UI" panose="020B0502040204020203" pitchFamily="34" charset="0"/>
              <a:buChar char="•"/>
            </a:pPr>
            <a:r>
              <a:rPr lang="en-US" sz="1800" b="0" kern="1200">
                <a:solidFill>
                  <a:schemeClr val="tx1">
                    <a:lumMod val="100000"/>
                  </a:schemeClr>
                </a:solidFill>
                <a:effectLst/>
                <a:latin typeface="+mn-lt"/>
              </a:rPr>
              <a:t>Excel data linking for automated updates</a:t>
            </a:r>
            <a:endParaRPr lang="en-US" sz="1800" kern="1200">
              <a:solidFill>
                <a:schemeClr val="tx1">
                  <a:lumMod val="100000"/>
                </a:schemeClr>
              </a:solidFill>
              <a:latin typeface="+mn-lt"/>
            </a:endParaRPr>
          </a:p>
          <a:p>
            <a:pPr marL="324000" lvl="1" indent="-216000">
              <a:spcBef>
                <a:spcPts val="0"/>
              </a:spcBef>
              <a:spcAft>
                <a:spcPts val="0"/>
              </a:spcAft>
              <a:buClr>
                <a:schemeClr val="accent1"/>
              </a:buClr>
              <a:buSzPct val="100000"/>
              <a:buFont typeface="Segoe UI" panose="020B0502040204020203" pitchFamily="34" charset="0"/>
              <a:buChar char="•"/>
            </a:pPr>
            <a:r>
              <a:rPr lang="en-US" sz="1800" b="0" i="0" kern="1200">
                <a:solidFill>
                  <a:schemeClr val="tx1">
                    <a:lumMod val="100000"/>
                  </a:schemeClr>
                </a:solidFill>
                <a:effectLst/>
                <a:latin typeface="+mn-lt"/>
              </a:rPr>
              <a:t>Direct data capture from PDFs and websites</a:t>
            </a:r>
          </a:p>
          <a:p>
            <a:endParaRPr lang="en-US" sz="1800">
              <a:latin typeface="+mn-lt"/>
            </a:endParaRPr>
          </a:p>
          <a:p>
            <a:r>
              <a:rPr lang="en-US" sz="2800"/>
              <a:t>For an overview of </a:t>
            </a:r>
            <a:r>
              <a:rPr lang="en-US" sz="2800" err="1"/>
              <a:t>Thinkcell</a:t>
            </a:r>
            <a:r>
              <a:rPr lang="en-US" sz="2800"/>
              <a:t>: </a:t>
            </a:r>
            <a:r>
              <a:rPr lang="en-US" sz="2800">
                <a:hlinkClick r:id="rId7"/>
              </a:rPr>
              <a:t>Click here</a:t>
            </a:r>
            <a:endParaRPr lang="en-US" sz="2800"/>
          </a:p>
        </p:txBody>
      </p:sp>
      <p:sp>
        <p:nvSpPr>
          <p:cNvPr id="5" name="Footer Placeholder 4">
            <a:extLst>
              <a:ext uri="{FF2B5EF4-FFF2-40B4-BE49-F238E27FC236}">
                <a16:creationId xmlns:a16="http://schemas.microsoft.com/office/drawing/2014/main" id="{7D32F244-41CC-C6DF-A82C-04B80C272BC9}"/>
              </a:ext>
            </a:extLst>
          </p:cNvPr>
          <p:cNvSpPr>
            <a:spLocks noGrp="1"/>
          </p:cNvSpPr>
          <p:nvPr>
            <p:ph type="ftr" sz="quarter" idx="3"/>
          </p:nvPr>
        </p:nvSpPr>
        <p:spPr/>
        <p:txBody>
          <a:bodyPr/>
          <a:lstStyle/>
          <a:p>
            <a:r>
              <a:rPr lang="en-CA"/>
              <a:t>2024</a:t>
            </a:r>
          </a:p>
        </p:txBody>
      </p:sp>
      <p:grpSp>
        <p:nvGrpSpPr>
          <p:cNvPr id="7" name="Group 6">
            <a:extLst>
              <a:ext uri="{FF2B5EF4-FFF2-40B4-BE49-F238E27FC236}">
                <a16:creationId xmlns:a16="http://schemas.microsoft.com/office/drawing/2014/main" id="{98A5265D-3111-407E-9BCE-F9B5ECD6AE59}"/>
              </a:ext>
            </a:extLst>
          </p:cNvPr>
          <p:cNvGrpSpPr/>
          <p:nvPr/>
        </p:nvGrpSpPr>
        <p:grpSpPr>
          <a:xfrm>
            <a:off x="10874499" y="0"/>
            <a:ext cx="2943101" cy="914400"/>
            <a:chOff x="10874499" y="0"/>
            <a:chExt cx="2943101" cy="914400"/>
          </a:xfrm>
        </p:grpSpPr>
        <p:grpSp>
          <p:nvGrpSpPr>
            <p:cNvPr id="8" name="Group 7">
              <a:extLst>
                <a:ext uri="{FF2B5EF4-FFF2-40B4-BE49-F238E27FC236}">
                  <a16:creationId xmlns:a16="http://schemas.microsoft.com/office/drawing/2014/main" id="{967E93AF-557D-3C2F-8C4C-F094E9E04174}"/>
                </a:ext>
              </a:extLst>
            </p:cNvPr>
            <p:cNvGrpSpPr/>
            <p:nvPr/>
          </p:nvGrpSpPr>
          <p:grpSpPr>
            <a:xfrm>
              <a:off x="12903200" y="0"/>
              <a:ext cx="914400" cy="914400"/>
              <a:chOff x="12903200" y="0"/>
              <a:chExt cx="914400" cy="914400"/>
            </a:xfrm>
          </p:grpSpPr>
          <p:sp>
            <p:nvSpPr>
              <p:cNvPr id="10" name="Right Triangle 9">
                <a:extLst>
                  <a:ext uri="{FF2B5EF4-FFF2-40B4-BE49-F238E27FC236}">
                    <a16:creationId xmlns:a16="http://schemas.microsoft.com/office/drawing/2014/main" id="{49499E9D-C80C-1A0A-6D0F-83E4D72A1D17}"/>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1" name="Oval 20">
                <a:extLst>
                  <a:ext uri="{FF2B5EF4-FFF2-40B4-BE49-F238E27FC236}">
                    <a16:creationId xmlns:a16="http://schemas.microsoft.com/office/drawing/2014/main" id="{3CEF6519-76B2-AD0F-D37E-D0B0AA5BE62B}"/>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9" name="TextBox 8">
              <a:extLst>
                <a:ext uri="{FF2B5EF4-FFF2-40B4-BE49-F238E27FC236}">
                  <a16:creationId xmlns:a16="http://schemas.microsoft.com/office/drawing/2014/main" id="{811525A7-73AE-85C4-39DC-3F3FE11736F7}"/>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
        <p:nvSpPr>
          <p:cNvPr id="13" name="TextBox 12">
            <a:extLst>
              <a:ext uri="{FF2B5EF4-FFF2-40B4-BE49-F238E27FC236}">
                <a16:creationId xmlns:a16="http://schemas.microsoft.com/office/drawing/2014/main" id="{14460CC5-0EDC-CF4D-1CF6-27C2139FAD9B}"/>
              </a:ext>
            </a:extLst>
          </p:cNvPr>
          <p:cNvSpPr txBox="1"/>
          <p:nvPr/>
        </p:nvSpPr>
        <p:spPr>
          <a:xfrm>
            <a:off x="448970" y="51368"/>
            <a:ext cx="4062070" cy="276999"/>
          </a:xfrm>
          <a:prstGeom prst="rect">
            <a:avLst/>
          </a:prstGeom>
          <a:noFill/>
        </p:spPr>
        <p:txBody>
          <a:bodyPr wrap="square" lIns="0" tIns="45720" rIns="0" bIns="45720" rtlCol="0" anchor="ctr">
            <a:spAutoFit/>
          </a:bodyPr>
          <a:lstStyle/>
          <a:p>
            <a:pPr algn="l"/>
            <a:r>
              <a:rPr lang="en-US" b="1"/>
              <a:t>3) Charting</a:t>
            </a:r>
          </a:p>
        </p:txBody>
      </p:sp>
      <p:pic>
        <p:nvPicPr>
          <p:cNvPr id="20" name="Picture 19">
            <a:extLst>
              <a:ext uri="{FF2B5EF4-FFF2-40B4-BE49-F238E27FC236}">
                <a16:creationId xmlns:a16="http://schemas.microsoft.com/office/drawing/2014/main" id="{9B1E1EE1-B0F3-4E6C-4389-09F8D7920E6C}"/>
              </a:ext>
            </a:extLst>
          </p:cNvPr>
          <p:cNvPicPr>
            <a:picLocks noChangeAspect="1"/>
          </p:cNvPicPr>
          <p:nvPr/>
        </p:nvPicPr>
        <p:blipFill>
          <a:blip r:embed="rId8"/>
          <a:stretch>
            <a:fillRect/>
          </a:stretch>
        </p:blipFill>
        <p:spPr>
          <a:xfrm>
            <a:off x="438800" y="1479439"/>
            <a:ext cx="3199655" cy="5308654"/>
          </a:xfrm>
          <a:prstGeom prst="rect">
            <a:avLst/>
          </a:prstGeom>
        </p:spPr>
      </p:pic>
      <p:sp>
        <p:nvSpPr>
          <p:cNvPr id="21" name="AutoShape 3">
            <a:extLst>
              <a:ext uri="{FF2B5EF4-FFF2-40B4-BE49-F238E27FC236}">
                <a16:creationId xmlns:a16="http://schemas.microsoft.com/office/drawing/2014/main" id="{E3A6D8FF-509D-1A84-4C1B-89B48270F634}"/>
              </a:ext>
            </a:extLst>
          </p:cNvPr>
          <p:cNvSpPr>
            <a:spLocks noChangeArrowheads="1"/>
          </p:cNvSpPr>
          <p:nvPr>
            <p:custDataLst>
              <p:tags r:id="rId2"/>
            </p:custDataLst>
          </p:nvPr>
        </p:nvSpPr>
        <p:spPr bwMode="auto">
          <a:xfrm>
            <a:off x="4537652" y="2589215"/>
            <a:ext cx="367603" cy="3089101"/>
          </a:xfrm>
          <a:prstGeom prst="homePlate">
            <a:avLst>
              <a:gd name="adj" fmla="val 100000"/>
            </a:avLst>
          </a:prstGeom>
          <a:solidFill>
            <a:schemeClr val="accent1">
              <a:lumMod val="100000"/>
            </a:schemeClr>
          </a:solidFill>
          <a:ln>
            <a:noFill/>
          </a:ln>
          <a:effectLst>
            <a:outerShdw blurRad="50800" dist="38100" dir="2700000" algn="tl" rotWithShape="0">
              <a:prstClr val="black">
                <a:alpha val="40000"/>
              </a:prstClr>
            </a:outerShdw>
          </a:effectLst>
        </p:spPr>
        <p:txBody>
          <a:bodyPr wrap="none" lIns="0" tIns="0" rIns="0" bIns="0" anchor="ctr"/>
          <a:lstStyle/>
          <a:p>
            <a:endParaRPr lang="en-US"/>
          </a:p>
        </p:txBody>
      </p:sp>
    </p:spTree>
    <p:extLst>
      <p:ext uri="{BB962C8B-B14F-4D97-AF65-F5344CB8AC3E}">
        <p14:creationId xmlns:p14="http://schemas.microsoft.com/office/powerpoint/2010/main" val="3754292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think-cell data - do not delete" hidden="1">
            <a:extLst>
              <a:ext uri="{FF2B5EF4-FFF2-40B4-BE49-F238E27FC236}">
                <a16:creationId xmlns:a16="http://schemas.microsoft.com/office/drawing/2014/main" id="{1291BB33-8A75-D39A-EB5A-B5D418DDBEB6}"/>
              </a:ext>
            </a:extLst>
          </p:cNvPr>
          <p:cNvGraphicFramePr>
            <a:graphicFrameLocks noChangeAspect="1"/>
          </p:cNvGraphicFramePr>
          <p:nvPr>
            <p:custDataLst>
              <p:tags r:id="rId1"/>
            </p:custDataLst>
            <p:extLst>
              <p:ext uri="{D42A27DB-BD31-4B8C-83A1-F6EECF244321}">
                <p14:modId xmlns:p14="http://schemas.microsoft.com/office/powerpoint/2010/main" val="3354495808"/>
              </p:ext>
            </p:extLst>
          </p:nvPr>
        </p:nvGraphicFramePr>
        <p:xfrm>
          <a:off x="1800" y="1800"/>
          <a:ext cx="1800" cy="1800"/>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32" name="think-cell data - do not delete" hidden="1">
                        <a:extLst>
                          <a:ext uri="{FF2B5EF4-FFF2-40B4-BE49-F238E27FC236}">
                            <a16:creationId xmlns:a16="http://schemas.microsoft.com/office/drawing/2014/main" id="{1291BB33-8A75-D39A-EB5A-B5D418DDBEB6}"/>
                          </a:ext>
                        </a:extLst>
                      </p:cNvPr>
                      <p:cNvPicPr/>
                      <p:nvPr/>
                    </p:nvPicPr>
                    <p:blipFill>
                      <a:blip r:embed="rId5"/>
                      <a:stretch>
                        <a:fillRect/>
                      </a:stretch>
                    </p:blipFill>
                    <p:spPr>
                      <a:xfrm>
                        <a:off x="1800" y="1800"/>
                        <a:ext cx="1800" cy="1800"/>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C8A89BBB-E8E3-995A-8E77-6AFE478A8BBB}"/>
              </a:ext>
            </a:extLst>
          </p:cNvPr>
          <p:cNvPicPr>
            <a:picLocks noChangeAspect="1"/>
          </p:cNvPicPr>
          <p:nvPr/>
        </p:nvPicPr>
        <p:blipFill>
          <a:blip r:embed="rId6"/>
          <a:stretch>
            <a:fillRect/>
          </a:stretch>
        </p:blipFill>
        <p:spPr>
          <a:xfrm>
            <a:off x="2271255" y="1764796"/>
            <a:ext cx="584365" cy="737416"/>
          </a:xfrm>
          <a:prstGeom prst="rect">
            <a:avLst/>
          </a:prstGeom>
        </p:spPr>
      </p:pic>
      <p:pic>
        <p:nvPicPr>
          <p:cNvPr id="9" name="Picture 8">
            <a:extLst>
              <a:ext uri="{FF2B5EF4-FFF2-40B4-BE49-F238E27FC236}">
                <a16:creationId xmlns:a16="http://schemas.microsoft.com/office/drawing/2014/main" id="{00ED0A76-E617-1862-B44E-7871C0EA00D8}"/>
              </a:ext>
            </a:extLst>
          </p:cNvPr>
          <p:cNvPicPr>
            <a:picLocks noChangeAspect="1"/>
          </p:cNvPicPr>
          <p:nvPr/>
        </p:nvPicPr>
        <p:blipFill>
          <a:blip r:embed="rId7"/>
          <a:stretch>
            <a:fillRect/>
          </a:stretch>
        </p:blipFill>
        <p:spPr>
          <a:xfrm>
            <a:off x="3177240" y="1764796"/>
            <a:ext cx="559418" cy="737416"/>
          </a:xfrm>
          <a:prstGeom prst="rect">
            <a:avLst/>
          </a:prstGeom>
        </p:spPr>
      </p:pic>
      <p:pic>
        <p:nvPicPr>
          <p:cNvPr id="11" name="Picture 10">
            <a:extLst>
              <a:ext uri="{FF2B5EF4-FFF2-40B4-BE49-F238E27FC236}">
                <a16:creationId xmlns:a16="http://schemas.microsoft.com/office/drawing/2014/main" id="{44A2E7A6-AB55-900E-9AC4-A9DFAEB1082F}"/>
              </a:ext>
            </a:extLst>
          </p:cNvPr>
          <p:cNvPicPr>
            <a:picLocks noChangeAspect="1"/>
          </p:cNvPicPr>
          <p:nvPr/>
        </p:nvPicPr>
        <p:blipFill>
          <a:blip r:embed="rId8"/>
          <a:stretch>
            <a:fillRect/>
          </a:stretch>
        </p:blipFill>
        <p:spPr>
          <a:xfrm>
            <a:off x="4054051" y="1764796"/>
            <a:ext cx="592824" cy="737416"/>
          </a:xfrm>
          <a:prstGeom prst="rect">
            <a:avLst/>
          </a:prstGeom>
        </p:spPr>
      </p:pic>
      <p:pic>
        <p:nvPicPr>
          <p:cNvPr id="13" name="Picture 12">
            <a:extLst>
              <a:ext uri="{FF2B5EF4-FFF2-40B4-BE49-F238E27FC236}">
                <a16:creationId xmlns:a16="http://schemas.microsoft.com/office/drawing/2014/main" id="{2B6602D5-5F72-0948-BC8F-EC6341C78D67}"/>
              </a:ext>
            </a:extLst>
          </p:cNvPr>
          <p:cNvPicPr>
            <a:picLocks noChangeAspect="1"/>
          </p:cNvPicPr>
          <p:nvPr/>
        </p:nvPicPr>
        <p:blipFill>
          <a:blip r:embed="rId9"/>
          <a:stretch>
            <a:fillRect/>
          </a:stretch>
        </p:blipFill>
        <p:spPr>
          <a:xfrm>
            <a:off x="6790679" y="1764796"/>
            <a:ext cx="480638" cy="737416"/>
          </a:xfrm>
          <a:prstGeom prst="rect">
            <a:avLst/>
          </a:prstGeom>
        </p:spPr>
      </p:pic>
      <p:pic>
        <p:nvPicPr>
          <p:cNvPr id="15" name="Picture 14">
            <a:extLst>
              <a:ext uri="{FF2B5EF4-FFF2-40B4-BE49-F238E27FC236}">
                <a16:creationId xmlns:a16="http://schemas.microsoft.com/office/drawing/2014/main" id="{B3D8B2C6-5066-F693-C9F8-C4EACCB568D5}"/>
              </a:ext>
            </a:extLst>
          </p:cNvPr>
          <p:cNvPicPr>
            <a:picLocks noChangeAspect="1"/>
          </p:cNvPicPr>
          <p:nvPr/>
        </p:nvPicPr>
        <p:blipFill>
          <a:blip r:embed="rId10"/>
          <a:stretch>
            <a:fillRect/>
          </a:stretch>
        </p:blipFill>
        <p:spPr>
          <a:xfrm>
            <a:off x="5881978" y="1764796"/>
            <a:ext cx="511017" cy="737416"/>
          </a:xfrm>
          <a:prstGeom prst="rect">
            <a:avLst/>
          </a:prstGeom>
        </p:spPr>
      </p:pic>
      <p:pic>
        <p:nvPicPr>
          <p:cNvPr id="17" name="Picture 16">
            <a:extLst>
              <a:ext uri="{FF2B5EF4-FFF2-40B4-BE49-F238E27FC236}">
                <a16:creationId xmlns:a16="http://schemas.microsoft.com/office/drawing/2014/main" id="{9DEC24FD-559E-7CAD-FC19-2EA0CD8A105C}"/>
              </a:ext>
            </a:extLst>
          </p:cNvPr>
          <p:cNvPicPr>
            <a:picLocks noChangeAspect="1"/>
          </p:cNvPicPr>
          <p:nvPr/>
        </p:nvPicPr>
        <p:blipFill>
          <a:blip r:embed="rId11"/>
          <a:stretch>
            <a:fillRect/>
          </a:stretch>
        </p:blipFill>
        <p:spPr>
          <a:xfrm>
            <a:off x="4897388" y="1764796"/>
            <a:ext cx="693172" cy="737416"/>
          </a:xfrm>
          <a:prstGeom prst="rect">
            <a:avLst/>
          </a:prstGeom>
        </p:spPr>
      </p:pic>
      <p:pic>
        <p:nvPicPr>
          <p:cNvPr id="19" name="Picture 18">
            <a:extLst>
              <a:ext uri="{FF2B5EF4-FFF2-40B4-BE49-F238E27FC236}">
                <a16:creationId xmlns:a16="http://schemas.microsoft.com/office/drawing/2014/main" id="{3CD27ED3-1E13-1100-43DF-E2108AD63DFF}"/>
              </a:ext>
            </a:extLst>
          </p:cNvPr>
          <p:cNvPicPr>
            <a:picLocks noChangeAspect="1"/>
          </p:cNvPicPr>
          <p:nvPr/>
        </p:nvPicPr>
        <p:blipFill>
          <a:blip r:embed="rId12"/>
          <a:stretch>
            <a:fillRect/>
          </a:stretch>
        </p:blipFill>
        <p:spPr>
          <a:xfrm>
            <a:off x="9400436" y="1764796"/>
            <a:ext cx="622195" cy="737416"/>
          </a:xfrm>
          <a:prstGeom prst="rect">
            <a:avLst/>
          </a:prstGeom>
        </p:spPr>
      </p:pic>
      <p:pic>
        <p:nvPicPr>
          <p:cNvPr id="21" name="Picture 20">
            <a:extLst>
              <a:ext uri="{FF2B5EF4-FFF2-40B4-BE49-F238E27FC236}">
                <a16:creationId xmlns:a16="http://schemas.microsoft.com/office/drawing/2014/main" id="{10A5CF50-61CD-6BE2-773B-2F8B620056E6}"/>
              </a:ext>
            </a:extLst>
          </p:cNvPr>
          <p:cNvPicPr>
            <a:picLocks noChangeAspect="1"/>
          </p:cNvPicPr>
          <p:nvPr/>
        </p:nvPicPr>
        <p:blipFill>
          <a:blip r:embed="rId13"/>
          <a:stretch>
            <a:fillRect/>
          </a:stretch>
        </p:blipFill>
        <p:spPr>
          <a:xfrm>
            <a:off x="7689510" y="1764796"/>
            <a:ext cx="470002" cy="737416"/>
          </a:xfrm>
          <a:prstGeom prst="rect">
            <a:avLst/>
          </a:prstGeom>
        </p:spPr>
      </p:pic>
      <p:pic>
        <p:nvPicPr>
          <p:cNvPr id="23" name="Picture 22">
            <a:extLst>
              <a:ext uri="{FF2B5EF4-FFF2-40B4-BE49-F238E27FC236}">
                <a16:creationId xmlns:a16="http://schemas.microsoft.com/office/drawing/2014/main" id="{9769039C-8BA7-7563-51FB-CF37E0920C47}"/>
              </a:ext>
            </a:extLst>
          </p:cNvPr>
          <p:cNvPicPr>
            <a:picLocks noChangeAspect="1"/>
          </p:cNvPicPr>
          <p:nvPr/>
        </p:nvPicPr>
        <p:blipFill>
          <a:blip r:embed="rId14"/>
          <a:stretch>
            <a:fillRect/>
          </a:stretch>
        </p:blipFill>
        <p:spPr>
          <a:xfrm>
            <a:off x="8471437" y="1739657"/>
            <a:ext cx="693172" cy="787695"/>
          </a:xfrm>
          <a:prstGeom prst="rect">
            <a:avLst/>
          </a:prstGeom>
        </p:spPr>
      </p:pic>
      <p:pic>
        <p:nvPicPr>
          <p:cNvPr id="25" name="Picture 24">
            <a:extLst>
              <a:ext uri="{FF2B5EF4-FFF2-40B4-BE49-F238E27FC236}">
                <a16:creationId xmlns:a16="http://schemas.microsoft.com/office/drawing/2014/main" id="{ADBE932E-33F7-F38E-94F4-06E4C9E10132}"/>
              </a:ext>
            </a:extLst>
          </p:cNvPr>
          <p:cNvPicPr>
            <a:picLocks noChangeAspect="1"/>
          </p:cNvPicPr>
          <p:nvPr/>
        </p:nvPicPr>
        <p:blipFill rotWithShape="1">
          <a:blip r:embed="rId15"/>
          <a:srcRect l="14385" t="-5000"/>
          <a:stretch/>
        </p:blipFill>
        <p:spPr>
          <a:xfrm>
            <a:off x="12210901" y="1623266"/>
            <a:ext cx="362341" cy="397331"/>
          </a:xfrm>
          <a:prstGeom prst="rect">
            <a:avLst/>
          </a:prstGeom>
        </p:spPr>
      </p:pic>
      <p:pic>
        <p:nvPicPr>
          <p:cNvPr id="27" name="Picture 26">
            <a:extLst>
              <a:ext uri="{FF2B5EF4-FFF2-40B4-BE49-F238E27FC236}">
                <a16:creationId xmlns:a16="http://schemas.microsoft.com/office/drawing/2014/main" id="{F15C44CE-CF11-3BBD-DF0E-1507835100C6}"/>
              </a:ext>
            </a:extLst>
          </p:cNvPr>
          <p:cNvPicPr>
            <a:picLocks noChangeAspect="1"/>
          </p:cNvPicPr>
          <p:nvPr/>
        </p:nvPicPr>
        <p:blipFill>
          <a:blip r:embed="rId16"/>
          <a:stretch>
            <a:fillRect/>
          </a:stretch>
        </p:blipFill>
        <p:spPr>
          <a:xfrm>
            <a:off x="10284093" y="1764796"/>
            <a:ext cx="641908" cy="737416"/>
          </a:xfrm>
          <a:prstGeom prst="rect">
            <a:avLst/>
          </a:prstGeom>
        </p:spPr>
      </p:pic>
      <p:pic>
        <p:nvPicPr>
          <p:cNvPr id="29" name="Picture 28">
            <a:extLst>
              <a:ext uri="{FF2B5EF4-FFF2-40B4-BE49-F238E27FC236}">
                <a16:creationId xmlns:a16="http://schemas.microsoft.com/office/drawing/2014/main" id="{92A77789-E0AA-4314-AEE5-B2896EFD95FE}"/>
              </a:ext>
            </a:extLst>
          </p:cNvPr>
          <p:cNvPicPr>
            <a:picLocks noChangeAspect="1"/>
          </p:cNvPicPr>
          <p:nvPr/>
        </p:nvPicPr>
        <p:blipFill>
          <a:blip r:embed="rId17"/>
          <a:stretch>
            <a:fillRect/>
          </a:stretch>
        </p:blipFill>
        <p:spPr>
          <a:xfrm>
            <a:off x="11183216" y="1764796"/>
            <a:ext cx="630686" cy="737416"/>
          </a:xfrm>
          <a:prstGeom prst="rect">
            <a:avLst/>
          </a:prstGeom>
        </p:spPr>
      </p:pic>
      <p:graphicFrame>
        <p:nvGraphicFramePr>
          <p:cNvPr id="40" name="Table 40">
            <a:extLst>
              <a:ext uri="{FF2B5EF4-FFF2-40B4-BE49-F238E27FC236}">
                <a16:creationId xmlns:a16="http://schemas.microsoft.com/office/drawing/2014/main" id="{1E034C42-D144-B3DF-6465-374579164530}"/>
              </a:ext>
            </a:extLst>
          </p:cNvPr>
          <p:cNvGraphicFramePr>
            <a:graphicFrameLocks noGrp="1"/>
          </p:cNvGraphicFramePr>
          <p:nvPr>
            <p:extLst>
              <p:ext uri="{D42A27DB-BD31-4B8C-83A1-F6EECF244321}">
                <p14:modId xmlns:p14="http://schemas.microsoft.com/office/powerpoint/2010/main" val="585641927"/>
              </p:ext>
            </p:extLst>
          </p:nvPr>
        </p:nvGraphicFramePr>
        <p:xfrm>
          <a:off x="446169" y="1570183"/>
          <a:ext cx="12392657" cy="5723093"/>
        </p:xfrm>
        <a:graphic>
          <a:graphicData uri="http://schemas.openxmlformats.org/drawingml/2006/table">
            <a:tbl>
              <a:tblPr firstRow="1" bandRow="1">
                <a:tableStyleId>{5C22544A-7EE6-4342-B048-85BDC9FD1C3A}</a:tableStyleId>
              </a:tblPr>
              <a:tblGrid>
                <a:gridCol w="1670513">
                  <a:extLst>
                    <a:ext uri="{9D8B030D-6E8A-4147-A177-3AD203B41FA5}">
                      <a16:colId xmlns:a16="http://schemas.microsoft.com/office/drawing/2014/main" val="2026860828"/>
                    </a:ext>
                  </a:extLst>
                </a:gridCol>
                <a:gridCol w="893512">
                  <a:extLst>
                    <a:ext uri="{9D8B030D-6E8A-4147-A177-3AD203B41FA5}">
                      <a16:colId xmlns:a16="http://schemas.microsoft.com/office/drawing/2014/main" val="877574740"/>
                    </a:ext>
                  </a:extLst>
                </a:gridCol>
                <a:gridCol w="893512">
                  <a:extLst>
                    <a:ext uri="{9D8B030D-6E8A-4147-A177-3AD203B41FA5}">
                      <a16:colId xmlns:a16="http://schemas.microsoft.com/office/drawing/2014/main" val="52283993"/>
                    </a:ext>
                  </a:extLst>
                </a:gridCol>
                <a:gridCol w="893512">
                  <a:extLst>
                    <a:ext uri="{9D8B030D-6E8A-4147-A177-3AD203B41FA5}">
                      <a16:colId xmlns:a16="http://schemas.microsoft.com/office/drawing/2014/main" val="2818042233"/>
                    </a:ext>
                  </a:extLst>
                </a:gridCol>
                <a:gridCol w="893512">
                  <a:extLst>
                    <a:ext uri="{9D8B030D-6E8A-4147-A177-3AD203B41FA5}">
                      <a16:colId xmlns:a16="http://schemas.microsoft.com/office/drawing/2014/main" val="315303922"/>
                    </a:ext>
                  </a:extLst>
                </a:gridCol>
                <a:gridCol w="893512">
                  <a:extLst>
                    <a:ext uri="{9D8B030D-6E8A-4147-A177-3AD203B41FA5}">
                      <a16:colId xmlns:a16="http://schemas.microsoft.com/office/drawing/2014/main" val="1235307651"/>
                    </a:ext>
                  </a:extLst>
                </a:gridCol>
                <a:gridCol w="893512">
                  <a:extLst>
                    <a:ext uri="{9D8B030D-6E8A-4147-A177-3AD203B41FA5}">
                      <a16:colId xmlns:a16="http://schemas.microsoft.com/office/drawing/2014/main" val="3160191675"/>
                    </a:ext>
                  </a:extLst>
                </a:gridCol>
                <a:gridCol w="893512">
                  <a:extLst>
                    <a:ext uri="{9D8B030D-6E8A-4147-A177-3AD203B41FA5}">
                      <a16:colId xmlns:a16="http://schemas.microsoft.com/office/drawing/2014/main" val="3611391054"/>
                    </a:ext>
                  </a:extLst>
                </a:gridCol>
                <a:gridCol w="893512">
                  <a:extLst>
                    <a:ext uri="{9D8B030D-6E8A-4147-A177-3AD203B41FA5}">
                      <a16:colId xmlns:a16="http://schemas.microsoft.com/office/drawing/2014/main" val="2139296364"/>
                    </a:ext>
                  </a:extLst>
                </a:gridCol>
                <a:gridCol w="893512">
                  <a:extLst>
                    <a:ext uri="{9D8B030D-6E8A-4147-A177-3AD203B41FA5}">
                      <a16:colId xmlns:a16="http://schemas.microsoft.com/office/drawing/2014/main" val="1575893440"/>
                    </a:ext>
                  </a:extLst>
                </a:gridCol>
                <a:gridCol w="893512">
                  <a:extLst>
                    <a:ext uri="{9D8B030D-6E8A-4147-A177-3AD203B41FA5}">
                      <a16:colId xmlns:a16="http://schemas.microsoft.com/office/drawing/2014/main" val="1498833953"/>
                    </a:ext>
                  </a:extLst>
                </a:gridCol>
                <a:gridCol w="893512">
                  <a:extLst>
                    <a:ext uri="{9D8B030D-6E8A-4147-A177-3AD203B41FA5}">
                      <a16:colId xmlns:a16="http://schemas.microsoft.com/office/drawing/2014/main" val="2396311618"/>
                    </a:ext>
                  </a:extLst>
                </a:gridCol>
                <a:gridCol w="893512">
                  <a:extLst>
                    <a:ext uri="{9D8B030D-6E8A-4147-A177-3AD203B41FA5}">
                      <a16:colId xmlns:a16="http://schemas.microsoft.com/office/drawing/2014/main" val="3654165708"/>
                    </a:ext>
                  </a:extLst>
                </a:gridCol>
              </a:tblGrid>
              <a:tr h="1126640">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8985608"/>
                  </a:ext>
                </a:extLst>
              </a:tr>
              <a:tr h="572163">
                <a:tc>
                  <a:txBody>
                    <a:bodyPr/>
                    <a:lstStyle/>
                    <a:p>
                      <a:pPr algn="l"/>
                      <a:r>
                        <a:rPr lang="en-US" sz="1600"/>
                        <a:t>Share (%)</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tc rowSpan="8">
                  <a:txBody>
                    <a:bodyPr/>
                    <a:lstStyle/>
                    <a:p>
                      <a:pPr algn="ctr"/>
                      <a:r>
                        <a:rPr lang="en-US" sz="2000"/>
                        <a:t>Never use pie charts…ever</a:t>
                      </a:r>
                    </a:p>
                  </a:txBody>
                  <a:tcPr marL="103632" marR="103632" marT="51816" marB="51816" vert="vert270"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94270550"/>
                  </a:ext>
                </a:extLst>
              </a:tr>
              <a:tr h="572163">
                <a:tc>
                  <a:txBody>
                    <a:bodyPr/>
                    <a:lstStyle/>
                    <a:p>
                      <a:pPr algn="l"/>
                      <a:r>
                        <a:rPr lang="en-US" sz="1600"/>
                        <a:t>Value (extent)</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vMerge="1">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25337742"/>
                  </a:ext>
                </a:extLst>
              </a:tr>
              <a:tr h="572163">
                <a:tc>
                  <a:txBody>
                    <a:bodyPr/>
                    <a:lstStyle/>
                    <a:p>
                      <a:pPr algn="l"/>
                      <a:r>
                        <a:rPr lang="en-US" sz="1600"/>
                        <a:t>Distribution</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vMerge="1">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884961992"/>
                  </a:ext>
                </a:extLst>
              </a:tr>
              <a:tr h="587248">
                <a:tc>
                  <a:txBody>
                    <a:bodyPr/>
                    <a:lstStyle/>
                    <a:p>
                      <a:pPr algn="l"/>
                      <a:r>
                        <a:rPr lang="en-US" sz="1600"/>
                        <a:t>Change </a:t>
                      </a:r>
                      <a:br>
                        <a:rPr lang="en-US" sz="1600"/>
                      </a:br>
                      <a:r>
                        <a:rPr lang="en-US" sz="1600"/>
                        <a:t>(inc. over time)</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vMerge="1">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07498415"/>
                  </a:ext>
                </a:extLst>
              </a:tr>
              <a:tr h="572163">
                <a:tc>
                  <a:txBody>
                    <a:bodyPr/>
                    <a:lstStyle/>
                    <a:p>
                      <a:pPr algn="l"/>
                      <a:r>
                        <a:rPr lang="en-US" sz="1600"/>
                        <a:t>Correlation</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vMerge="1">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192140275"/>
                  </a:ext>
                </a:extLst>
              </a:tr>
              <a:tr h="572163">
                <a:tc>
                  <a:txBody>
                    <a:bodyPr/>
                    <a:lstStyle/>
                    <a:p>
                      <a:pPr algn="l"/>
                      <a:r>
                        <a:rPr lang="en-US" sz="1600"/>
                        <a:t>Comparison</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vMerge="1">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094042786"/>
                  </a:ext>
                </a:extLst>
              </a:tr>
              <a:tr h="572163">
                <a:tc>
                  <a:txBody>
                    <a:bodyPr/>
                    <a:lstStyle/>
                    <a:p>
                      <a:pPr algn="l"/>
                      <a:r>
                        <a:rPr lang="en-US" sz="1600"/>
                        <a:t>Accumulation</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vMerge="1">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97414828"/>
                  </a:ext>
                </a:extLst>
              </a:tr>
              <a:tr h="572163">
                <a:tc>
                  <a:txBody>
                    <a:bodyPr/>
                    <a:lstStyle/>
                    <a:p>
                      <a:pPr algn="l"/>
                      <a:r>
                        <a:rPr lang="en-US" sz="1600"/>
                        <a:t>Matrix (4 elem.)</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tc>
                  <a:txBody>
                    <a:bodyPr/>
                    <a:lstStyle/>
                    <a:p>
                      <a:pPr algn="ctr"/>
                      <a:r>
                        <a:rPr lang="en-US" sz="2800"/>
                        <a:t>X</a:t>
                      </a:r>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1">
                        <a:lumMod val="20000"/>
                        <a:lumOff val="80000"/>
                      </a:schemeClr>
                    </a:solidFill>
                  </a:tcPr>
                </a:tc>
                <a:tc vMerge="1">
                  <a:txBody>
                    <a:bodyPr/>
                    <a:lstStyle/>
                    <a:p>
                      <a:pPr algn="ctr"/>
                      <a:endParaRPr lang="en-US" sz="2800"/>
                    </a:p>
                  </a:txBody>
                  <a:tcPr marL="103632" marR="103632" marT="51816" marB="51816"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035613260"/>
                  </a:ext>
                </a:extLst>
              </a:tr>
            </a:tbl>
          </a:graphicData>
        </a:graphic>
      </p:graphicFrame>
      <p:sp>
        <p:nvSpPr>
          <p:cNvPr id="47" name="Oval 16">
            <a:extLst>
              <a:ext uri="{FF2B5EF4-FFF2-40B4-BE49-F238E27FC236}">
                <a16:creationId xmlns:a16="http://schemas.microsoft.com/office/drawing/2014/main" id="{5385834A-929B-7AFD-5F57-6C8463E19693}"/>
              </a:ext>
            </a:extLst>
          </p:cNvPr>
          <p:cNvSpPr>
            <a:spLocks noChangeArrowheads="1"/>
          </p:cNvSpPr>
          <p:nvPr/>
        </p:nvSpPr>
        <p:spPr bwMode="auto">
          <a:xfrm>
            <a:off x="3283034" y="2808989"/>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48" name="Freeform 17">
            <a:extLst>
              <a:ext uri="{FF2B5EF4-FFF2-40B4-BE49-F238E27FC236}">
                <a16:creationId xmlns:a16="http://schemas.microsoft.com/office/drawing/2014/main" id="{35EF60E8-7F30-191D-201B-3DCDF2F9CAD1}"/>
              </a:ext>
            </a:extLst>
          </p:cNvPr>
          <p:cNvSpPr>
            <a:spLocks/>
          </p:cNvSpPr>
          <p:nvPr/>
        </p:nvSpPr>
        <p:spPr bwMode="auto">
          <a:xfrm>
            <a:off x="3371015" y="2899016"/>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50" name="Oval 16">
            <a:extLst>
              <a:ext uri="{FF2B5EF4-FFF2-40B4-BE49-F238E27FC236}">
                <a16:creationId xmlns:a16="http://schemas.microsoft.com/office/drawing/2014/main" id="{DE455C14-4705-7B84-343B-AB0711CB0486}"/>
              </a:ext>
            </a:extLst>
          </p:cNvPr>
          <p:cNvSpPr>
            <a:spLocks noChangeArrowheads="1"/>
          </p:cNvSpPr>
          <p:nvPr/>
        </p:nvSpPr>
        <p:spPr bwMode="auto">
          <a:xfrm>
            <a:off x="2389522" y="3381152"/>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51" name="Freeform 17">
            <a:extLst>
              <a:ext uri="{FF2B5EF4-FFF2-40B4-BE49-F238E27FC236}">
                <a16:creationId xmlns:a16="http://schemas.microsoft.com/office/drawing/2014/main" id="{522FD55A-D498-A0F9-F15B-709BE459B2CF}"/>
              </a:ext>
            </a:extLst>
          </p:cNvPr>
          <p:cNvSpPr>
            <a:spLocks/>
          </p:cNvSpPr>
          <p:nvPr/>
        </p:nvSpPr>
        <p:spPr bwMode="auto">
          <a:xfrm>
            <a:off x="2477503" y="3471179"/>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53" name="Oval 16">
            <a:extLst>
              <a:ext uri="{FF2B5EF4-FFF2-40B4-BE49-F238E27FC236}">
                <a16:creationId xmlns:a16="http://schemas.microsoft.com/office/drawing/2014/main" id="{5C97A9BD-A5B1-1555-F809-DE45290767A8}"/>
              </a:ext>
            </a:extLst>
          </p:cNvPr>
          <p:cNvSpPr>
            <a:spLocks noChangeArrowheads="1"/>
          </p:cNvSpPr>
          <p:nvPr/>
        </p:nvSpPr>
        <p:spPr bwMode="auto">
          <a:xfrm>
            <a:off x="4176547" y="3381152"/>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54" name="Freeform 17">
            <a:extLst>
              <a:ext uri="{FF2B5EF4-FFF2-40B4-BE49-F238E27FC236}">
                <a16:creationId xmlns:a16="http://schemas.microsoft.com/office/drawing/2014/main" id="{18EEE3E0-3D93-22EA-0C8F-24B3A9B683A7}"/>
              </a:ext>
            </a:extLst>
          </p:cNvPr>
          <p:cNvSpPr>
            <a:spLocks/>
          </p:cNvSpPr>
          <p:nvPr/>
        </p:nvSpPr>
        <p:spPr bwMode="auto">
          <a:xfrm>
            <a:off x="4264528" y="3471179"/>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56" name="Oval 16">
            <a:extLst>
              <a:ext uri="{FF2B5EF4-FFF2-40B4-BE49-F238E27FC236}">
                <a16:creationId xmlns:a16="http://schemas.microsoft.com/office/drawing/2014/main" id="{6BC3D4BE-6AC4-CE25-DB80-740745787EDB}"/>
              </a:ext>
            </a:extLst>
          </p:cNvPr>
          <p:cNvSpPr>
            <a:spLocks noChangeArrowheads="1"/>
          </p:cNvSpPr>
          <p:nvPr/>
        </p:nvSpPr>
        <p:spPr bwMode="auto">
          <a:xfrm>
            <a:off x="5070059" y="3381152"/>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57" name="Freeform 17">
            <a:extLst>
              <a:ext uri="{FF2B5EF4-FFF2-40B4-BE49-F238E27FC236}">
                <a16:creationId xmlns:a16="http://schemas.microsoft.com/office/drawing/2014/main" id="{CA23230F-39F4-BC13-8721-5089E88AB166}"/>
              </a:ext>
            </a:extLst>
          </p:cNvPr>
          <p:cNvSpPr>
            <a:spLocks/>
          </p:cNvSpPr>
          <p:nvPr/>
        </p:nvSpPr>
        <p:spPr bwMode="auto">
          <a:xfrm>
            <a:off x="5158040" y="3471179"/>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59" name="Oval 16">
            <a:extLst>
              <a:ext uri="{FF2B5EF4-FFF2-40B4-BE49-F238E27FC236}">
                <a16:creationId xmlns:a16="http://schemas.microsoft.com/office/drawing/2014/main" id="{13FB0A5C-CA98-70BE-AA01-9438EAC134FF}"/>
              </a:ext>
            </a:extLst>
          </p:cNvPr>
          <p:cNvSpPr>
            <a:spLocks noChangeArrowheads="1"/>
          </p:cNvSpPr>
          <p:nvPr/>
        </p:nvSpPr>
        <p:spPr bwMode="auto">
          <a:xfrm>
            <a:off x="5963570" y="3381152"/>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60" name="Freeform 17">
            <a:extLst>
              <a:ext uri="{FF2B5EF4-FFF2-40B4-BE49-F238E27FC236}">
                <a16:creationId xmlns:a16="http://schemas.microsoft.com/office/drawing/2014/main" id="{849586A5-16AD-8C6F-9ED3-63050D50FA12}"/>
              </a:ext>
            </a:extLst>
          </p:cNvPr>
          <p:cNvSpPr>
            <a:spLocks/>
          </p:cNvSpPr>
          <p:nvPr/>
        </p:nvSpPr>
        <p:spPr bwMode="auto">
          <a:xfrm>
            <a:off x="6051551" y="3471179"/>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62" name="Oval 16">
            <a:extLst>
              <a:ext uri="{FF2B5EF4-FFF2-40B4-BE49-F238E27FC236}">
                <a16:creationId xmlns:a16="http://schemas.microsoft.com/office/drawing/2014/main" id="{2FB44C04-20AE-410A-2A1D-FF2CD36A03A1}"/>
              </a:ext>
            </a:extLst>
          </p:cNvPr>
          <p:cNvSpPr>
            <a:spLocks noChangeArrowheads="1"/>
          </p:cNvSpPr>
          <p:nvPr/>
        </p:nvSpPr>
        <p:spPr bwMode="auto">
          <a:xfrm>
            <a:off x="5963570" y="2808989"/>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63" name="Freeform 17">
            <a:extLst>
              <a:ext uri="{FF2B5EF4-FFF2-40B4-BE49-F238E27FC236}">
                <a16:creationId xmlns:a16="http://schemas.microsoft.com/office/drawing/2014/main" id="{97582141-BC98-0147-82BA-0DBD22A67097}"/>
              </a:ext>
            </a:extLst>
          </p:cNvPr>
          <p:cNvSpPr>
            <a:spLocks/>
          </p:cNvSpPr>
          <p:nvPr/>
        </p:nvSpPr>
        <p:spPr bwMode="auto">
          <a:xfrm>
            <a:off x="6051551" y="2899016"/>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65" name="Oval 16">
            <a:extLst>
              <a:ext uri="{FF2B5EF4-FFF2-40B4-BE49-F238E27FC236}">
                <a16:creationId xmlns:a16="http://schemas.microsoft.com/office/drawing/2014/main" id="{0075AEED-36C9-E338-3A6E-6A2B4D1360D5}"/>
              </a:ext>
            </a:extLst>
          </p:cNvPr>
          <p:cNvSpPr>
            <a:spLocks noChangeArrowheads="1"/>
          </p:cNvSpPr>
          <p:nvPr/>
        </p:nvSpPr>
        <p:spPr bwMode="auto">
          <a:xfrm>
            <a:off x="6857082" y="2808989"/>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66" name="Freeform 17">
            <a:extLst>
              <a:ext uri="{FF2B5EF4-FFF2-40B4-BE49-F238E27FC236}">
                <a16:creationId xmlns:a16="http://schemas.microsoft.com/office/drawing/2014/main" id="{A83FA6AC-25A6-427C-0933-0613C77FF432}"/>
              </a:ext>
            </a:extLst>
          </p:cNvPr>
          <p:cNvSpPr>
            <a:spLocks/>
          </p:cNvSpPr>
          <p:nvPr/>
        </p:nvSpPr>
        <p:spPr bwMode="auto">
          <a:xfrm>
            <a:off x="6945063" y="2899016"/>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68" name="Oval 16">
            <a:extLst>
              <a:ext uri="{FF2B5EF4-FFF2-40B4-BE49-F238E27FC236}">
                <a16:creationId xmlns:a16="http://schemas.microsoft.com/office/drawing/2014/main" id="{7D6FD3F2-F9C9-859D-3DAC-01942F25B665}"/>
              </a:ext>
            </a:extLst>
          </p:cNvPr>
          <p:cNvSpPr>
            <a:spLocks noChangeArrowheads="1"/>
          </p:cNvSpPr>
          <p:nvPr/>
        </p:nvSpPr>
        <p:spPr bwMode="auto">
          <a:xfrm>
            <a:off x="6857082" y="3381152"/>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69" name="Freeform 17">
            <a:extLst>
              <a:ext uri="{FF2B5EF4-FFF2-40B4-BE49-F238E27FC236}">
                <a16:creationId xmlns:a16="http://schemas.microsoft.com/office/drawing/2014/main" id="{95B87526-3B50-19B0-72E4-25735A900F1E}"/>
              </a:ext>
            </a:extLst>
          </p:cNvPr>
          <p:cNvSpPr>
            <a:spLocks/>
          </p:cNvSpPr>
          <p:nvPr/>
        </p:nvSpPr>
        <p:spPr bwMode="auto">
          <a:xfrm>
            <a:off x="6945063" y="3471179"/>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71" name="Oval 16">
            <a:extLst>
              <a:ext uri="{FF2B5EF4-FFF2-40B4-BE49-F238E27FC236}">
                <a16:creationId xmlns:a16="http://schemas.microsoft.com/office/drawing/2014/main" id="{68E25CE1-6E1B-8ED4-6521-564944118BC5}"/>
              </a:ext>
            </a:extLst>
          </p:cNvPr>
          <p:cNvSpPr>
            <a:spLocks noChangeArrowheads="1"/>
          </p:cNvSpPr>
          <p:nvPr/>
        </p:nvSpPr>
        <p:spPr bwMode="auto">
          <a:xfrm>
            <a:off x="7750595" y="3381152"/>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72" name="Freeform 17">
            <a:extLst>
              <a:ext uri="{FF2B5EF4-FFF2-40B4-BE49-F238E27FC236}">
                <a16:creationId xmlns:a16="http://schemas.microsoft.com/office/drawing/2014/main" id="{9F68D699-6B2C-2B4E-6904-FA9AACF9758C}"/>
              </a:ext>
            </a:extLst>
          </p:cNvPr>
          <p:cNvSpPr>
            <a:spLocks/>
          </p:cNvSpPr>
          <p:nvPr/>
        </p:nvSpPr>
        <p:spPr bwMode="auto">
          <a:xfrm>
            <a:off x="7838576" y="3471179"/>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74" name="Oval 16">
            <a:extLst>
              <a:ext uri="{FF2B5EF4-FFF2-40B4-BE49-F238E27FC236}">
                <a16:creationId xmlns:a16="http://schemas.microsoft.com/office/drawing/2014/main" id="{3C7287D4-44EA-E0F5-08EB-DDA4B7E0C46F}"/>
              </a:ext>
            </a:extLst>
          </p:cNvPr>
          <p:cNvSpPr>
            <a:spLocks noChangeArrowheads="1"/>
          </p:cNvSpPr>
          <p:nvPr/>
        </p:nvSpPr>
        <p:spPr bwMode="auto">
          <a:xfrm>
            <a:off x="8644108" y="2808989"/>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75" name="Freeform 17">
            <a:extLst>
              <a:ext uri="{FF2B5EF4-FFF2-40B4-BE49-F238E27FC236}">
                <a16:creationId xmlns:a16="http://schemas.microsoft.com/office/drawing/2014/main" id="{EC047C89-D8C7-F6D6-D088-D7B6AE4A8415}"/>
              </a:ext>
            </a:extLst>
          </p:cNvPr>
          <p:cNvSpPr>
            <a:spLocks/>
          </p:cNvSpPr>
          <p:nvPr/>
        </p:nvSpPr>
        <p:spPr bwMode="auto">
          <a:xfrm>
            <a:off x="8732089" y="2899016"/>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77" name="Oval 16">
            <a:extLst>
              <a:ext uri="{FF2B5EF4-FFF2-40B4-BE49-F238E27FC236}">
                <a16:creationId xmlns:a16="http://schemas.microsoft.com/office/drawing/2014/main" id="{2E0856CB-E2CD-A8E8-E754-CE2C1FC7C6A9}"/>
              </a:ext>
            </a:extLst>
          </p:cNvPr>
          <p:cNvSpPr>
            <a:spLocks noChangeArrowheads="1"/>
          </p:cNvSpPr>
          <p:nvPr/>
        </p:nvSpPr>
        <p:spPr bwMode="auto">
          <a:xfrm>
            <a:off x="9537618" y="3381152"/>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78" name="Freeform 17">
            <a:extLst>
              <a:ext uri="{FF2B5EF4-FFF2-40B4-BE49-F238E27FC236}">
                <a16:creationId xmlns:a16="http://schemas.microsoft.com/office/drawing/2014/main" id="{8D71FE0B-D522-A931-4F14-574B1BE36B59}"/>
              </a:ext>
            </a:extLst>
          </p:cNvPr>
          <p:cNvSpPr>
            <a:spLocks/>
          </p:cNvSpPr>
          <p:nvPr/>
        </p:nvSpPr>
        <p:spPr bwMode="auto">
          <a:xfrm>
            <a:off x="9625599" y="3471179"/>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80" name="Oval 16">
            <a:extLst>
              <a:ext uri="{FF2B5EF4-FFF2-40B4-BE49-F238E27FC236}">
                <a16:creationId xmlns:a16="http://schemas.microsoft.com/office/drawing/2014/main" id="{C69398A9-86D3-7788-09F7-4B5A8FC1912C}"/>
              </a:ext>
            </a:extLst>
          </p:cNvPr>
          <p:cNvSpPr>
            <a:spLocks noChangeArrowheads="1"/>
          </p:cNvSpPr>
          <p:nvPr/>
        </p:nvSpPr>
        <p:spPr bwMode="auto">
          <a:xfrm>
            <a:off x="11324643" y="3381152"/>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81" name="Freeform 17">
            <a:extLst>
              <a:ext uri="{FF2B5EF4-FFF2-40B4-BE49-F238E27FC236}">
                <a16:creationId xmlns:a16="http://schemas.microsoft.com/office/drawing/2014/main" id="{A8280BE8-6A04-33CA-B1A0-175E5232376D}"/>
              </a:ext>
            </a:extLst>
          </p:cNvPr>
          <p:cNvSpPr>
            <a:spLocks/>
          </p:cNvSpPr>
          <p:nvPr/>
        </p:nvSpPr>
        <p:spPr bwMode="auto">
          <a:xfrm>
            <a:off x="11412624" y="3471179"/>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86" name="Oval 16">
            <a:extLst>
              <a:ext uri="{FF2B5EF4-FFF2-40B4-BE49-F238E27FC236}">
                <a16:creationId xmlns:a16="http://schemas.microsoft.com/office/drawing/2014/main" id="{1A9E5C31-21AC-4CDD-07E9-A8FD54E1BC5F}"/>
              </a:ext>
            </a:extLst>
          </p:cNvPr>
          <p:cNvSpPr>
            <a:spLocks noChangeArrowheads="1"/>
          </p:cNvSpPr>
          <p:nvPr/>
        </p:nvSpPr>
        <p:spPr bwMode="auto">
          <a:xfrm>
            <a:off x="2389522" y="3953316"/>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87" name="Freeform 17">
            <a:extLst>
              <a:ext uri="{FF2B5EF4-FFF2-40B4-BE49-F238E27FC236}">
                <a16:creationId xmlns:a16="http://schemas.microsoft.com/office/drawing/2014/main" id="{2D6ACA7D-673C-0FC3-4BF4-ED16F98BDF9F}"/>
              </a:ext>
            </a:extLst>
          </p:cNvPr>
          <p:cNvSpPr>
            <a:spLocks/>
          </p:cNvSpPr>
          <p:nvPr/>
        </p:nvSpPr>
        <p:spPr bwMode="auto">
          <a:xfrm>
            <a:off x="2477503" y="4043343"/>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89" name="Oval 16">
            <a:extLst>
              <a:ext uri="{FF2B5EF4-FFF2-40B4-BE49-F238E27FC236}">
                <a16:creationId xmlns:a16="http://schemas.microsoft.com/office/drawing/2014/main" id="{B1580F3B-5EEF-8DDB-FAC9-35E0BF0A98E8}"/>
              </a:ext>
            </a:extLst>
          </p:cNvPr>
          <p:cNvSpPr>
            <a:spLocks noChangeArrowheads="1"/>
          </p:cNvSpPr>
          <p:nvPr/>
        </p:nvSpPr>
        <p:spPr bwMode="auto">
          <a:xfrm>
            <a:off x="5070059" y="3953316"/>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90" name="Freeform 17">
            <a:extLst>
              <a:ext uri="{FF2B5EF4-FFF2-40B4-BE49-F238E27FC236}">
                <a16:creationId xmlns:a16="http://schemas.microsoft.com/office/drawing/2014/main" id="{73759531-93BA-42D4-D402-47C687A51888}"/>
              </a:ext>
            </a:extLst>
          </p:cNvPr>
          <p:cNvSpPr>
            <a:spLocks/>
          </p:cNvSpPr>
          <p:nvPr/>
        </p:nvSpPr>
        <p:spPr bwMode="auto">
          <a:xfrm>
            <a:off x="5158040" y="4043343"/>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92" name="Oval 16">
            <a:extLst>
              <a:ext uri="{FF2B5EF4-FFF2-40B4-BE49-F238E27FC236}">
                <a16:creationId xmlns:a16="http://schemas.microsoft.com/office/drawing/2014/main" id="{892AE17B-A7E3-C28D-8AE4-8559E09C8632}"/>
              </a:ext>
            </a:extLst>
          </p:cNvPr>
          <p:cNvSpPr>
            <a:spLocks noChangeArrowheads="1"/>
          </p:cNvSpPr>
          <p:nvPr/>
        </p:nvSpPr>
        <p:spPr bwMode="auto">
          <a:xfrm>
            <a:off x="2389522" y="4533021"/>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93" name="Freeform 17">
            <a:extLst>
              <a:ext uri="{FF2B5EF4-FFF2-40B4-BE49-F238E27FC236}">
                <a16:creationId xmlns:a16="http://schemas.microsoft.com/office/drawing/2014/main" id="{C02D53AB-B974-D597-C9DC-6D226AA7E4B7}"/>
              </a:ext>
            </a:extLst>
          </p:cNvPr>
          <p:cNvSpPr>
            <a:spLocks/>
          </p:cNvSpPr>
          <p:nvPr/>
        </p:nvSpPr>
        <p:spPr bwMode="auto">
          <a:xfrm>
            <a:off x="2477503" y="4623048"/>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95" name="Oval 16">
            <a:extLst>
              <a:ext uri="{FF2B5EF4-FFF2-40B4-BE49-F238E27FC236}">
                <a16:creationId xmlns:a16="http://schemas.microsoft.com/office/drawing/2014/main" id="{D672BE26-CB43-2746-5876-254721C2F200}"/>
              </a:ext>
            </a:extLst>
          </p:cNvPr>
          <p:cNvSpPr>
            <a:spLocks noChangeArrowheads="1"/>
          </p:cNvSpPr>
          <p:nvPr/>
        </p:nvSpPr>
        <p:spPr bwMode="auto">
          <a:xfrm>
            <a:off x="3283035" y="4533021"/>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96" name="Freeform 17">
            <a:extLst>
              <a:ext uri="{FF2B5EF4-FFF2-40B4-BE49-F238E27FC236}">
                <a16:creationId xmlns:a16="http://schemas.microsoft.com/office/drawing/2014/main" id="{8B1612F8-7998-4021-980B-B56EFFF38542}"/>
              </a:ext>
            </a:extLst>
          </p:cNvPr>
          <p:cNvSpPr>
            <a:spLocks/>
          </p:cNvSpPr>
          <p:nvPr/>
        </p:nvSpPr>
        <p:spPr bwMode="auto">
          <a:xfrm>
            <a:off x="3371016" y="4623048"/>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98" name="Oval 16">
            <a:extLst>
              <a:ext uri="{FF2B5EF4-FFF2-40B4-BE49-F238E27FC236}">
                <a16:creationId xmlns:a16="http://schemas.microsoft.com/office/drawing/2014/main" id="{512CEBE9-0C5D-A23C-5305-225C88D851AA}"/>
              </a:ext>
            </a:extLst>
          </p:cNvPr>
          <p:cNvSpPr>
            <a:spLocks noChangeArrowheads="1"/>
          </p:cNvSpPr>
          <p:nvPr/>
        </p:nvSpPr>
        <p:spPr bwMode="auto">
          <a:xfrm>
            <a:off x="4176547" y="4533021"/>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99" name="Freeform 17">
            <a:extLst>
              <a:ext uri="{FF2B5EF4-FFF2-40B4-BE49-F238E27FC236}">
                <a16:creationId xmlns:a16="http://schemas.microsoft.com/office/drawing/2014/main" id="{6FCAA516-73DE-ED8E-B2F6-5A99E21D0CD1}"/>
              </a:ext>
            </a:extLst>
          </p:cNvPr>
          <p:cNvSpPr>
            <a:spLocks/>
          </p:cNvSpPr>
          <p:nvPr/>
        </p:nvSpPr>
        <p:spPr bwMode="auto">
          <a:xfrm>
            <a:off x="4264528" y="4623048"/>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01" name="Oval 16">
            <a:extLst>
              <a:ext uri="{FF2B5EF4-FFF2-40B4-BE49-F238E27FC236}">
                <a16:creationId xmlns:a16="http://schemas.microsoft.com/office/drawing/2014/main" id="{99E7C279-B537-AAFB-9BD1-C2C6A5CBCFE2}"/>
              </a:ext>
            </a:extLst>
          </p:cNvPr>
          <p:cNvSpPr>
            <a:spLocks noChangeArrowheads="1"/>
          </p:cNvSpPr>
          <p:nvPr/>
        </p:nvSpPr>
        <p:spPr bwMode="auto">
          <a:xfrm>
            <a:off x="5070059" y="4533021"/>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02" name="Freeform 17">
            <a:extLst>
              <a:ext uri="{FF2B5EF4-FFF2-40B4-BE49-F238E27FC236}">
                <a16:creationId xmlns:a16="http://schemas.microsoft.com/office/drawing/2014/main" id="{BAB29E99-3B73-D595-4B21-AD836AE8C4EE}"/>
              </a:ext>
            </a:extLst>
          </p:cNvPr>
          <p:cNvSpPr>
            <a:spLocks/>
          </p:cNvSpPr>
          <p:nvPr/>
        </p:nvSpPr>
        <p:spPr bwMode="auto">
          <a:xfrm>
            <a:off x="5158040" y="4623048"/>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04" name="Oval 16">
            <a:extLst>
              <a:ext uri="{FF2B5EF4-FFF2-40B4-BE49-F238E27FC236}">
                <a16:creationId xmlns:a16="http://schemas.microsoft.com/office/drawing/2014/main" id="{90807A3B-E6EA-3B7C-B708-F1C0B864DBCE}"/>
              </a:ext>
            </a:extLst>
          </p:cNvPr>
          <p:cNvSpPr>
            <a:spLocks noChangeArrowheads="1"/>
          </p:cNvSpPr>
          <p:nvPr/>
        </p:nvSpPr>
        <p:spPr bwMode="auto">
          <a:xfrm>
            <a:off x="6857082" y="4533021"/>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05" name="Freeform 17">
            <a:extLst>
              <a:ext uri="{FF2B5EF4-FFF2-40B4-BE49-F238E27FC236}">
                <a16:creationId xmlns:a16="http://schemas.microsoft.com/office/drawing/2014/main" id="{30813A89-D1A3-0E49-4BE1-54C3D15E8F82}"/>
              </a:ext>
            </a:extLst>
          </p:cNvPr>
          <p:cNvSpPr>
            <a:spLocks/>
          </p:cNvSpPr>
          <p:nvPr/>
        </p:nvSpPr>
        <p:spPr bwMode="auto">
          <a:xfrm>
            <a:off x="6945063" y="4623048"/>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07" name="Oval 16">
            <a:extLst>
              <a:ext uri="{FF2B5EF4-FFF2-40B4-BE49-F238E27FC236}">
                <a16:creationId xmlns:a16="http://schemas.microsoft.com/office/drawing/2014/main" id="{48021162-A038-F010-E8E9-1B7B2F3CD82B}"/>
              </a:ext>
            </a:extLst>
          </p:cNvPr>
          <p:cNvSpPr>
            <a:spLocks noChangeArrowheads="1"/>
          </p:cNvSpPr>
          <p:nvPr/>
        </p:nvSpPr>
        <p:spPr bwMode="auto">
          <a:xfrm>
            <a:off x="9537620" y="4533021"/>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08" name="Freeform 17">
            <a:extLst>
              <a:ext uri="{FF2B5EF4-FFF2-40B4-BE49-F238E27FC236}">
                <a16:creationId xmlns:a16="http://schemas.microsoft.com/office/drawing/2014/main" id="{F28D6176-F598-D13A-3892-77DC840A6876}"/>
              </a:ext>
            </a:extLst>
          </p:cNvPr>
          <p:cNvSpPr>
            <a:spLocks/>
          </p:cNvSpPr>
          <p:nvPr/>
        </p:nvSpPr>
        <p:spPr bwMode="auto">
          <a:xfrm>
            <a:off x="9625601" y="4623048"/>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10" name="Oval 16">
            <a:extLst>
              <a:ext uri="{FF2B5EF4-FFF2-40B4-BE49-F238E27FC236}">
                <a16:creationId xmlns:a16="http://schemas.microsoft.com/office/drawing/2014/main" id="{3B35935F-1885-8C82-5C8F-64CAEF1FE791}"/>
              </a:ext>
            </a:extLst>
          </p:cNvPr>
          <p:cNvSpPr>
            <a:spLocks noChangeArrowheads="1"/>
          </p:cNvSpPr>
          <p:nvPr/>
        </p:nvSpPr>
        <p:spPr bwMode="auto">
          <a:xfrm>
            <a:off x="9537618" y="5112727"/>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11" name="Freeform 17">
            <a:extLst>
              <a:ext uri="{FF2B5EF4-FFF2-40B4-BE49-F238E27FC236}">
                <a16:creationId xmlns:a16="http://schemas.microsoft.com/office/drawing/2014/main" id="{BDEC27CD-4155-A96E-308B-94AB743ECB8E}"/>
              </a:ext>
            </a:extLst>
          </p:cNvPr>
          <p:cNvSpPr>
            <a:spLocks/>
          </p:cNvSpPr>
          <p:nvPr/>
        </p:nvSpPr>
        <p:spPr bwMode="auto">
          <a:xfrm>
            <a:off x="9625599" y="5202754"/>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13" name="Oval 16">
            <a:extLst>
              <a:ext uri="{FF2B5EF4-FFF2-40B4-BE49-F238E27FC236}">
                <a16:creationId xmlns:a16="http://schemas.microsoft.com/office/drawing/2014/main" id="{D9410240-3A2C-EEA4-FE9E-3C3B700536BA}"/>
              </a:ext>
            </a:extLst>
          </p:cNvPr>
          <p:cNvSpPr>
            <a:spLocks noChangeArrowheads="1"/>
          </p:cNvSpPr>
          <p:nvPr/>
        </p:nvSpPr>
        <p:spPr bwMode="auto">
          <a:xfrm>
            <a:off x="7750595" y="4533020"/>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14" name="Freeform 17">
            <a:extLst>
              <a:ext uri="{FF2B5EF4-FFF2-40B4-BE49-F238E27FC236}">
                <a16:creationId xmlns:a16="http://schemas.microsoft.com/office/drawing/2014/main" id="{896FD058-0358-23A9-6BB4-C3A1CAA3749F}"/>
              </a:ext>
            </a:extLst>
          </p:cNvPr>
          <p:cNvSpPr>
            <a:spLocks/>
          </p:cNvSpPr>
          <p:nvPr/>
        </p:nvSpPr>
        <p:spPr bwMode="auto">
          <a:xfrm>
            <a:off x="7838576" y="4623047"/>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16" name="Oval 16">
            <a:extLst>
              <a:ext uri="{FF2B5EF4-FFF2-40B4-BE49-F238E27FC236}">
                <a16:creationId xmlns:a16="http://schemas.microsoft.com/office/drawing/2014/main" id="{240E3E4B-DEF5-8A15-6EEE-5087B0EB482D}"/>
              </a:ext>
            </a:extLst>
          </p:cNvPr>
          <p:cNvSpPr>
            <a:spLocks noChangeArrowheads="1"/>
          </p:cNvSpPr>
          <p:nvPr/>
        </p:nvSpPr>
        <p:spPr bwMode="auto">
          <a:xfrm>
            <a:off x="10431132" y="5112727"/>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17" name="Freeform 17">
            <a:extLst>
              <a:ext uri="{FF2B5EF4-FFF2-40B4-BE49-F238E27FC236}">
                <a16:creationId xmlns:a16="http://schemas.microsoft.com/office/drawing/2014/main" id="{B46F2FF9-CCA2-4620-7C3A-40346E2D4666}"/>
              </a:ext>
            </a:extLst>
          </p:cNvPr>
          <p:cNvSpPr>
            <a:spLocks/>
          </p:cNvSpPr>
          <p:nvPr/>
        </p:nvSpPr>
        <p:spPr bwMode="auto">
          <a:xfrm>
            <a:off x="10519113" y="5202754"/>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19" name="Oval 16">
            <a:extLst>
              <a:ext uri="{FF2B5EF4-FFF2-40B4-BE49-F238E27FC236}">
                <a16:creationId xmlns:a16="http://schemas.microsoft.com/office/drawing/2014/main" id="{0843AC4F-FD16-93CB-9599-DC8927C3CE48}"/>
              </a:ext>
            </a:extLst>
          </p:cNvPr>
          <p:cNvSpPr>
            <a:spLocks noChangeArrowheads="1"/>
          </p:cNvSpPr>
          <p:nvPr/>
        </p:nvSpPr>
        <p:spPr bwMode="auto">
          <a:xfrm>
            <a:off x="11324643" y="5112727"/>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20" name="Freeform 17">
            <a:extLst>
              <a:ext uri="{FF2B5EF4-FFF2-40B4-BE49-F238E27FC236}">
                <a16:creationId xmlns:a16="http://schemas.microsoft.com/office/drawing/2014/main" id="{DF4799A4-6EF1-3BEE-78F5-996C45151432}"/>
              </a:ext>
            </a:extLst>
          </p:cNvPr>
          <p:cNvSpPr>
            <a:spLocks/>
          </p:cNvSpPr>
          <p:nvPr/>
        </p:nvSpPr>
        <p:spPr bwMode="auto">
          <a:xfrm>
            <a:off x="11412624" y="5202754"/>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22" name="Oval 16">
            <a:extLst>
              <a:ext uri="{FF2B5EF4-FFF2-40B4-BE49-F238E27FC236}">
                <a16:creationId xmlns:a16="http://schemas.microsoft.com/office/drawing/2014/main" id="{54469403-7C96-FEC4-F997-E1CF0E6C302E}"/>
              </a:ext>
            </a:extLst>
          </p:cNvPr>
          <p:cNvSpPr>
            <a:spLocks noChangeArrowheads="1"/>
          </p:cNvSpPr>
          <p:nvPr/>
        </p:nvSpPr>
        <p:spPr bwMode="auto">
          <a:xfrm>
            <a:off x="5070059" y="5112727"/>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23" name="Freeform 17">
            <a:extLst>
              <a:ext uri="{FF2B5EF4-FFF2-40B4-BE49-F238E27FC236}">
                <a16:creationId xmlns:a16="http://schemas.microsoft.com/office/drawing/2014/main" id="{829A5F29-B43A-EB2B-CD3A-B96B6C47976E}"/>
              </a:ext>
            </a:extLst>
          </p:cNvPr>
          <p:cNvSpPr>
            <a:spLocks/>
          </p:cNvSpPr>
          <p:nvPr/>
        </p:nvSpPr>
        <p:spPr bwMode="auto">
          <a:xfrm>
            <a:off x="5158040" y="5202754"/>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25" name="Oval 16">
            <a:extLst>
              <a:ext uri="{FF2B5EF4-FFF2-40B4-BE49-F238E27FC236}">
                <a16:creationId xmlns:a16="http://schemas.microsoft.com/office/drawing/2014/main" id="{7AA67407-928D-3A53-C191-1989812F93C8}"/>
              </a:ext>
            </a:extLst>
          </p:cNvPr>
          <p:cNvSpPr>
            <a:spLocks noChangeArrowheads="1"/>
          </p:cNvSpPr>
          <p:nvPr/>
        </p:nvSpPr>
        <p:spPr bwMode="auto">
          <a:xfrm>
            <a:off x="2389522" y="5684890"/>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26" name="Freeform 17">
            <a:extLst>
              <a:ext uri="{FF2B5EF4-FFF2-40B4-BE49-F238E27FC236}">
                <a16:creationId xmlns:a16="http://schemas.microsoft.com/office/drawing/2014/main" id="{B2D38CDD-550C-9C0A-9FA2-6C3CB2935042}"/>
              </a:ext>
            </a:extLst>
          </p:cNvPr>
          <p:cNvSpPr>
            <a:spLocks/>
          </p:cNvSpPr>
          <p:nvPr/>
        </p:nvSpPr>
        <p:spPr bwMode="auto">
          <a:xfrm>
            <a:off x="2477503" y="5774917"/>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28" name="Oval 16">
            <a:extLst>
              <a:ext uri="{FF2B5EF4-FFF2-40B4-BE49-F238E27FC236}">
                <a16:creationId xmlns:a16="http://schemas.microsoft.com/office/drawing/2014/main" id="{172518E6-A3E8-2934-A63D-17A9DA6753A3}"/>
              </a:ext>
            </a:extLst>
          </p:cNvPr>
          <p:cNvSpPr>
            <a:spLocks noChangeArrowheads="1"/>
          </p:cNvSpPr>
          <p:nvPr/>
        </p:nvSpPr>
        <p:spPr bwMode="auto">
          <a:xfrm>
            <a:off x="3283034" y="5684889"/>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29" name="Freeform 17">
            <a:extLst>
              <a:ext uri="{FF2B5EF4-FFF2-40B4-BE49-F238E27FC236}">
                <a16:creationId xmlns:a16="http://schemas.microsoft.com/office/drawing/2014/main" id="{681C65DF-E890-63D0-7DE7-584ABC741D31}"/>
              </a:ext>
            </a:extLst>
          </p:cNvPr>
          <p:cNvSpPr>
            <a:spLocks/>
          </p:cNvSpPr>
          <p:nvPr/>
        </p:nvSpPr>
        <p:spPr bwMode="auto">
          <a:xfrm>
            <a:off x="3371015" y="5774916"/>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31" name="Oval 16">
            <a:extLst>
              <a:ext uri="{FF2B5EF4-FFF2-40B4-BE49-F238E27FC236}">
                <a16:creationId xmlns:a16="http://schemas.microsoft.com/office/drawing/2014/main" id="{07C6F1F9-BCC6-ACC5-D611-5590371C738C}"/>
              </a:ext>
            </a:extLst>
          </p:cNvPr>
          <p:cNvSpPr>
            <a:spLocks noChangeArrowheads="1"/>
          </p:cNvSpPr>
          <p:nvPr/>
        </p:nvSpPr>
        <p:spPr bwMode="auto">
          <a:xfrm>
            <a:off x="4176547" y="5684890"/>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32" name="Freeform 17">
            <a:extLst>
              <a:ext uri="{FF2B5EF4-FFF2-40B4-BE49-F238E27FC236}">
                <a16:creationId xmlns:a16="http://schemas.microsoft.com/office/drawing/2014/main" id="{2A02DF0D-DD2A-C8DF-74E2-26FA6B1CDB9B}"/>
              </a:ext>
            </a:extLst>
          </p:cNvPr>
          <p:cNvSpPr>
            <a:spLocks/>
          </p:cNvSpPr>
          <p:nvPr/>
        </p:nvSpPr>
        <p:spPr bwMode="auto">
          <a:xfrm>
            <a:off x="4264528" y="5774917"/>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34" name="Oval 16">
            <a:extLst>
              <a:ext uri="{FF2B5EF4-FFF2-40B4-BE49-F238E27FC236}">
                <a16:creationId xmlns:a16="http://schemas.microsoft.com/office/drawing/2014/main" id="{4FD04BDB-6E00-9914-1DF1-93308F9AB7CD}"/>
              </a:ext>
            </a:extLst>
          </p:cNvPr>
          <p:cNvSpPr>
            <a:spLocks noChangeArrowheads="1"/>
          </p:cNvSpPr>
          <p:nvPr/>
        </p:nvSpPr>
        <p:spPr bwMode="auto">
          <a:xfrm>
            <a:off x="5963571" y="5684889"/>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35" name="Freeform 17">
            <a:extLst>
              <a:ext uri="{FF2B5EF4-FFF2-40B4-BE49-F238E27FC236}">
                <a16:creationId xmlns:a16="http://schemas.microsoft.com/office/drawing/2014/main" id="{06F8B1FC-F194-4408-D55F-923047679840}"/>
              </a:ext>
            </a:extLst>
          </p:cNvPr>
          <p:cNvSpPr>
            <a:spLocks/>
          </p:cNvSpPr>
          <p:nvPr/>
        </p:nvSpPr>
        <p:spPr bwMode="auto">
          <a:xfrm>
            <a:off x="6051552" y="5774916"/>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37" name="Oval 16">
            <a:extLst>
              <a:ext uri="{FF2B5EF4-FFF2-40B4-BE49-F238E27FC236}">
                <a16:creationId xmlns:a16="http://schemas.microsoft.com/office/drawing/2014/main" id="{CC8B62A9-4BCE-49D2-9D70-0AF1F8B9F2D1}"/>
              </a:ext>
            </a:extLst>
          </p:cNvPr>
          <p:cNvSpPr>
            <a:spLocks noChangeArrowheads="1"/>
          </p:cNvSpPr>
          <p:nvPr/>
        </p:nvSpPr>
        <p:spPr bwMode="auto">
          <a:xfrm>
            <a:off x="9537618" y="5684889"/>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38" name="Freeform 17">
            <a:extLst>
              <a:ext uri="{FF2B5EF4-FFF2-40B4-BE49-F238E27FC236}">
                <a16:creationId xmlns:a16="http://schemas.microsoft.com/office/drawing/2014/main" id="{15A57AFE-BFB2-5C09-C237-0081B91CB54E}"/>
              </a:ext>
            </a:extLst>
          </p:cNvPr>
          <p:cNvSpPr>
            <a:spLocks/>
          </p:cNvSpPr>
          <p:nvPr/>
        </p:nvSpPr>
        <p:spPr bwMode="auto">
          <a:xfrm>
            <a:off x="9625599" y="5774916"/>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40" name="Oval 16">
            <a:extLst>
              <a:ext uri="{FF2B5EF4-FFF2-40B4-BE49-F238E27FC236}">
                <a16:creationId xmlns:a16="http://schemas.microsoft.com/office/drawing/2014/main" id="{1763737B-6957-3159-0732-76790CB7BF4A}"/>
              </a:ext>
            </a:extLst>
          </p:cNvPr>
          <p:cNvSpPr>
            <a:spLocks noChangeArrowheads="1"/>
          </p:cNvSpPr>
          <p:nvPr/>
        </p:nvSpPr>
        <p:spPr bwMode="auto">
          <a:xfrm>
            <a:off x="10431132" y="5684890"/>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41" name="Freeform 17">
            <a:extLst>
              <a:ext uri="{FF2B5EF4-FFF2-40B4-BE49-F238E27FC236}">
                <a16:creationId xmlns:a16="http://schemas.microsoft.com/office/drawing/2014/main" id="{134CF51E-AB83-F94D-51AE-FE21F47B9FAF}"/>
              </a:ext>
            </a:extLst>
          </p:cNvPr>
          <p:cNvSpPr>
            <a:spLocks/>
          </p:cNvSpPr>
          <p:nvPr/>
        </p:nvSpPr>
        <p:spPr bwMode="auto">
          <a:xfrm>
            <a:off x="10519113" y="5774917"/>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43" name="Oval 16">
            <a:extLst>
              <a:ext uri="{FF2B5EF4-FFF2-40B4-BE49-F238E27FC236}">
                <a16:creationId xmlns:a16="http://schemas.microsoft.com/office/drawing/2014/main" id="{D5FB0B54-4755-A677-3228-5B9508EA56A8}"/>
              </a:ext>
            </a:extLst>
          </p:cNvPr>
          <p:cNvSpPr>
            <a:spLocks noChangeArrowheads="1"/>
          </p:cNvSpPr>
          <p:nvPr/>
        </p:nvSpPr>
        <p:spPr bwMode="auto">
          <a:xfrm>
            <a:off x="11324644" y="5684889"/>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44" name="Freeform 17">
            <a:extLst>
              <a:ext uri="{FF2B5EF4-FFF2-40B4-BE49-F238E27FC236}">
                <a16:creationId xmlns:a16="http://schemas.microsoft.com/office/drawing/2014/main" id="{3841E8C5-2241-5DE7-875A-1354330573BB}"/>
              </a:ext>
            </a:extLst>
          </p:cNvPr>
          <p:cNvSpPr>
            <a:spLocks/>
          </p:cNvSpPr>
          <p:nvPr/>
        </p:nvSpPr>
        <p:spPr bwMode="auto">
          <a:xfrm>
            <a:off x="11412625" y="5774916"/>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46" name="Oval 16">
            <a:extLst>
              <a:ext uri="{FF2B5EF4-FFF2-40B4-BE49-F238E27FC236}">
                <a16:creationId xmlns:a16="http://schemas.microsoft.com/office/drawing/2014/main" id="{DB838BCB-AD69-AB1A-C6DF-54D70A1FF20E}"/>
              </a:ext>
            </a:extLst>
          </p:cNvPr>
          <p:cNvSpPr>
            <a:spLocks noChangeArrowheads="1"/>
          </p:cNvSpPr>
          <p:nvPr/>
        </p:nvSpPr>
        <p:spPr bwMode="auto">
          <a:xfrm>
            <a:off x="9537620" y="6257054"/>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47" name="Freeform 17">
            <a:extLst>
              <a:ext uri="{FF2B5EF4-FFF2-40B4-BE49-F238E27FC236}">
                <a16:creationId xmlns:a16="http://schemas.microsoft.com/office/drawing/2014/main" id="{22A61151-200A-EA0D-559D-A07675414641}"/>
              </a:ext>
            </a:extLst>
          </p:cNvPr>
          <p:cNvSpPr>
            <a:spLocks/>
          </p:cNvSpPr>
          <p:nvPr/>
        </p:nvSpPr>
        <p:spPr bwMode="auto">
          <a:xfrm>
            <a:off x="9625601" y="6347081"/>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49" name="Oval 16">
            <a:extLst>
              <a:ext uri="{FF2B5EF4-FFF2-40B4-BE49-F238E27FC236}">
                <a16:creationId xmlns:a16="http://schemas.microsoft.com/office/drawing/2014/main" id="{4C2E65C8-F353-F445-433F-E2A566EA716E}"/>
              </a:ext>
            </a:extLst>
          </p:cNvPr>
          <p:cNvSpPr>
            <a:spLocks noChangeArrowheads="1"/>
          </p:cNvSpPr>
          <p:nvPr/>
        </p:nvSpPr>
        <p:spPr bwMode="auto">
          <a:xfrm>
            <a:off x="11324644" y="6829217"/>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50" name="Freeform 17">
            <a:extLst>
              <a:ext uri="{FF2B5EF4-FFF2-40B4-BE49-F238E27FC236}">
                <a16:creationId xmlns:a16="http://schemas.microsoft.com/office/drawing/2014/main" id="{311C96E7-EDAB-1FED-E703-EEEBDC821ADE}"/>
              </a:ext>
            </a:extLst>
          </p:cNvPr>
          <p:cNvSpPr>
            <a:spLocks/>
          </p:cNvSpPr>
          <p:nvPr/>
        </p:nvSpPr>
        <p:spPr bwMode="auto">
          <a:xfrm>
            <a:off x="11412625" y="6919244"/>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52" name="Oval 16">
            <a:extLst>
              <a:ext uri="{FF2B5EF4-FFF2-40B4-BE49-F238E27FC236}">
                <a16:creationId xmlns:a16="http://schemas.microsoft.com/office/drawing/2014/main" id="{835633CE-9957-6281-060B-E472E84E6ADC}"/>
              </a:ext>
            </a:extLst>
          </p:cNvPr>
          <p:cNvSpPr>
            <a:spLocks noChangeArrowheads="1"/>
          </p:cNvSpPr>
          <p:nvPr/>
        </p:nvSpPr>
        <p:spPr bwMode="auto">
          <a:xfrm>
            <a:off x="7750594" y="6257054"/>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53" name="Freeform 17">
            <a:extLst>
              <a:ext uri="{FF2B5EF4-FFF2-40B4-BE49-F238E27FC236}">
                <a16:creationId xmlns:a16="http://schemas.microsoft.com/office/drawing/2014/main" id="{D7F29958-BF33-3A51-B911-187D8ABEAB3E}"/>
              </a:ext>
            </a:extLst>
          </p:cNvPr>
          <p:cNvSpPr>
            <a:spLocks/>
          </p:cNvSpPr>
          <p:nvPr/>
        </p:nvSpPr>
        <p:spPr bwMode="auto">
          <a:xfrm>
            <a:off x="7838575" y="6347081"/>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55" name="Oval 16">
            <a:extLst>
              <a:ext uri="{FF2B5EF4-FFF2-40B4-BE49-F238E27FC236}">
                <a16:creationId xmlns:a16="http://schemas.microsoft.com/office/drawing/2014/main" id="{ADEF023E-9B0B-E364-D691-9F9A6C54D79D}"/>
              </a:ext>
            </a:extLst>
          </p:cNvPr>
          <p:cNvSpPr>
            <a:spLocks noChangeArrowheads="1"/>
          </p:cNvSpPr>
          <p:nvPr/>
        </p:nvSpPr>
        <p:spPr bwMode="auto">
          <a:xfrm>
            <a:off x="6857082" y="6257054"/>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56" name="Freeform 17">
            <a:extLst>
              <a:ext uri="{FF2B5EF4-FFF2-40B4-BE49-F238E27FC236}">
                <a16:creationId xmlns:a16="http://schemas.microsoft.com/office/drawing/2014/main" id="{FE38673A-EF8E-F88F-30E9-3B4AF86FAE60}"/>
              </a:ext>
            </a:extLst>
          </p:cNvPr>
          <p:cNvSpPr>
            <a:spLocks/>
          </p:cNvSpPr>
          <p:nvPr/>
        </p:nvSpPr>
        <p:spPr bwMode="auto">
          <a:xfrm>
            <a:off x="6945063" y="6347081"/>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58" name="Oval 16">
            <a:extLst>
              <a:ext uri="{FF2B5EF4-FFF2-40B4-BE49-F238E27FC236}">
                <a16:creationId xmlns:a16="http://schemas.microsoft.com/office/drawing/2014/main" id="{2DA1F208-C85C-9026-0532-53A382C31852}"/>
              </a:ext>
            </a:extLst>
          </p:cNvPr>
          <p:cNvSpPr>
            <a:spLocks noChangeArrowheads="1"/>
          </p:cNvSpPr>
          <p:nvPr/>
        </p:nvSpPr>
        <p:spPr bwMode="auto">
          <a:xfrm>
            <a:off x="4176547" y="6257054"/>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59" name="Freeform 17">
            <a:extLst>
              <a:ext uri="{FF2B5EF4-FFF2-40B4-BE49-F238E27FC236}">
                <a16:creationId xmlns:a16="http://schemas.microsoft.com/office/drawing/2014/main" id="{56CCEE96-B317-7177-282D-196631B0DA42}"/>
              </a:ext>
            </a:extLst>
          </p:cNvPr>
          <p:cNvSpPr>
            <a:spLocks/>
          </p:cNvSpPr>
          <p:nvPr/>
        </p:nvSpPr>
        <p:spPr bwMode="auto">
          <a:xfrm>
            <a:off x="4264528" y="6347081"/>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61" name="Oval 16">
            <a:extLst>
              <a:ext uri="{FF2B5EF4-FFF2-40B4-BE49-F238E27FC236}">
                <a16:creationId xmlns:a16="http://schemas.microsoft.com/office/drawing/2014/main" id="{3CF0DE81-B6CB-47EA-A479-4DE887DD0E63}"/>
              </a:ext>
            </a:extLst>
          </p:cNvPr>
          <p:cNvSpPr>
            <a:spLocks noChangeArrowheads="1"/>
          </p:cNvSpPr>
          <p:nvPr/>
        </p:nvSpPr>
        <p:spPr bwMode="auto">
          <a:xfrm>
            <a:off x="2389522" y="6257054"/>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62" name="Freeform 17">
            <a:extLst>
              <a:ext uri="{FF2B5EF4-FFF2-40B4-BE49-F238E27FC236}">
                <a16:creationId xmlns:a16="http://schemas.microsoft.com/office/drawing/2014/main" id="{B80ACADD-3B2B-13DA-BD06-9968BB21458D}"/>
              </a:ext>
            </a:extLst>
          </p:cNvPr>
          <p:cNvSpPr>
            <a:spLocks/>
          </p:cNvSpPr>
          <p:nvPr/>
        </p:nvSpPr>
        <p:spPr bwMode="auto">
          <a:xfrm>
            <a:off x="2477503" y="6347081"/>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64" name="Oval 16">
            <a:extLst>
              <a:ext uri="{FF2B5EF4-FFF2-40B4-BE49-F238E27FC236}">
                <a16:creationId xmlns:a16="http://schemas.microsoft.com/office/drawing/2014/main" id="{42CC3903-E58B-B7C5-765F-A83D590733C0}"/>
              </a:ext>
            </a:extLst>
          </p:cNvPr>
          <p:cNvSpPr>
            <a:spLocks noChangeArrowheads="1"/>
          </p:cNvSpPr>
          <p:nvPr/>
        </p:nvSpPr>
        <p:spPr bwMode="auto">
          <a:xfrm>
            <a:off x="10395315" y="3971545"/>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65" name="Freeform 17">
            <a:extLst>
              <a:ext uri="{FF2B5EF4-FFF2-40B4-BE49-F238E27FC236}">
                <a16:creationId xmlns:a16="http://schemas.microsoft.com/office/drawing/2014/main" id="{9B30044C-1CF6-5604-779C-A96F8F95C0AF}"/>
              </a:ext>
            </a:extLst>
          </p:cNvPr>
          <p:cNvSpPr>
            <a:spLocks/>
          </p:cNvSpPr>
          <p:nvPr/>
        </p:nvSpPr>
        <p:spPr bwMode="auto">
          <a:xfrm>
            <a:off x="10483296" y="4061572"/>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66" name="Rectangle 165">
            <a:extLst>
              <a:ext uri="{FF2B5EF4-FFF2-40B4-BE49-F238E27FC236}">
                <a16:creationId xmlns:a16="http://schemas.microsoft.com/office/drawing/2014/main" id="{D0D048FC-0A64-CE83-8FED-BB4785FADFBD}"/>
              </a:ext>
            </a:extLst>
          </p:cNvPr>
          <p:cNvSpPr/>
          <p:nvPr/>
        </p:nvSpPr>
        <p:spPr>
          <a:xfrm>
            <a:off x="9666737" y="89524"/>
            <a:ext cx="3438391" cy="552874"/>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3632" tIns="51816" rIns="103632" bIns="51816" numCol="1" spcCol="0" rtlCol="0" fromWordArt="0" anchor="ctr" anchorCtr="0" forceAA="0" compatLnSpc="1">
            <a:prstTxWarp prst="textNoShape">
              <a:avLst/>
            </a:prstTxWarp>
            <a:noAutofit/>
          </a:bodyPr>
          <a:lstStyle/>
          <a:p>
            <a:pPr algn="ctr"/>
            <a:endParaRPr lang="en-US" sz="1360">
              <a:solidFill>
                <a:srgbClr val="FFFFFF"/>
              </a:solidFill>
            </a:endParaRPr>
          </a:p>
        </p:txBody>
      </p:sp>
      <p:sp>
        <p:nvSpPr>
          <p:cNvPr id="168" name="Oval 16">
            <a:extLst>
              <a:ext uri="{FF2B5EF4-FFF2-40B4-BE49-F238E27FC236}">
                <a16:creationId xmlns:a16="http://schemas.microsoft.com/office/drawing/2014/main" id="{D7EAD10A-F45E-9964-5231-3A667C39AD14}"/>
              </a:ext>
            </a:extLst>
          </p:cNvPr>
          <p:cNvSpPr>
            <a:spLocks noChangeArrowheads="1"/>
          </p:cNvSpPr>
          <p:nvPr/>
        </p:nvSpPr>
        <p:spPr bwMode="auto">
          <a:xfrm>
            <a:off x="9803919" y="192046"/>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69" name="Freeform 17">
            <a:extLst>
              <a:ext uri="{FF2B5EF4-FFF2-40B4-BE49-F238E27FC236}">
                <a16:creationId xmlns:a16="http://schemas.microsoft.com/office/drawing/2014/main" id="{4872FA70-4116-B70E-341E-DDB6EB27C324}"/>
              </a:ext>
            </a:extLst>
          </p:cNvPr>
          <p:cNvSpPr>
            <a:spLocks/>
          </p:cNvSpPr>
          <p:nvPr/>
        </p:nvSpPr>
        <p:spPr bwMode="auto">
          <a:xfrm>
            <a:off x="9891900" y="282073"/>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70" name="TextBox 169">
            <a:extLst>
              <a:ext uri="{FF2B5EF4-FFF2-40B4-BE49-F238E27FC236}">
                <a16:creationId xmlns:a16="http://schemas.microsoft.com/office/drawing/2014/main" id="{DAD3ACB2-8B1A-93C0-6399-726AB6EDF9FF}"/>
              </a:ext>
            </a:extLst>
          </p:cNvPr>
          <p:cNvSpPr txBox="1"/>
          <p:nvPr/>
        </p:nvSpPr>
        <p:spPr>
          <a:xfrm>
            <a:off x="10151751" y="68714"/>
            <a:ext cx="1193743" cy="5931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3632" tIns="51816" rIns="103632" bIns="51816" numCol="1" spcCol="0" rtlCol="0" fromWordArt="0" anchor="ctr" anchorCtr="0" forceAA="0" compatLnSpc="1">
            <a:prstTxWarp prst="textNoShape">
              <a:avLst/>
            </a:prstTxWarp>
            <a:spAutoFit/>
          </a:bodyPr>
          <a:lstStyle/>
          <a:p>
            <a:r>
              <a:rPr lang="en-US" sz="1587">
                <a:solidFill>
                  <a:srgbClr val="575757"/>
                </a:solidFill>
              </a:rPr>
              <a:t>Common match</a:t>
            </a:r>
          </a:p>
        </p:txBody>
      </p:sp>
      <p:sp>
        <p:nvSpPr>
          <p:cNvPr id="171" name="Rectangle 170">
            <a:extLst>
              <a:ext uri="{FF2B5EF4-FFF2-40B4-BE49-F238E27FC236}">
                <a16:creationId xmlns:a16="http://schemas.microsoft.com/office/drawing/2014/main" id="{29FB233E-8E9C-72D1-C029-4E25FC157E3F}"/>
              </a:ext>
            </a:extLst>
          </p:cNvPr>
          <p:cNvSpPr/>
          <p:nvPr/>
        </p:nvSpPr>
        <p:spPr>
          <a:xfrm>
            <a:off x="11386436" y="178822"/>
            <a:ext cx="359348" cy="359348"/>
          </a:xfrm>
          <a:prstGeom prst="rect">
            <a:avLst/>
          </a:prstGeom>
          <a:solidFill>
            <a:schemeClr val="accent1">
              <a:lumMod val="20000"/>
              <a:lumOff val="80000"/>
            </a:schemeClr>
          </a:solidFill>
          <a:ln w="9525" cap="rnd" cmpd="sng" algn="ctr">
            <a:solidFill>
              <a:schemeClr val="accent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3632" tIns="51816" rIns="103632" bIns="51816" numCol="1" spcCol="0" rtlCol="0" fromWordArt="0" anchor="ctr" anchorCtr="0" forceAA="0" compatLnSpc="1">
            <a:prstTxWarp prst="textNoShape">
              <a:avLst/>
            </a:prstTxWarp>
            <a:noAutofit/>
          </a:bodyPr>
          <a:lstStyle/>
          <a:p>
            <a:pPr algn="ctr"/>
            <a:endParaRPr lang="en-US" sz="1360">
              <a:solidFill>
                <a:srgbClr val="FFFFFF"/>
              </a:solidFill>
            </a:endParaRPr>
          </a:p>
        </p:txBody>
      </p:sp>
      <p:sp>
        <p:nvSpPr>
          <p:cNvPr id="172" name="TextBox 171">
            <a:extLst>
              <a:ext uri="{FF2B5EF4-FFF2-40B4-BE49-F238E27FC236}">
                <a16:creationId xmlns:a16="http://schemas.microsoft.com/office/drawing/2014/main" id="{3699CBE7-E2EF-444B-FF7D-077A27814D10}"/>
              </a:ext>
            </a:extLst>
          </p:cNvPr>
          <p:cNvSpPr txBox="1"/>
          <p:nvPr/>
        </p:nvSpPr>
        <p:spPr>
          <a:xfrm>
            <a:off x="11850795" y="61940"/>
            <a:ext cx="1252805" cy="59311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3632" tIns="51816" rIns="103632" bIns="51816" numCol="1" spcCol="0" rtlCol="0" fromWordArt="0" anchor="ctr" anchorCtr="0" forceAA="0" compatLnSpc="1">
            <a:prstTxWarp prst="textNoShape">
              <a:avLst/>
            </a:prstTxWarp>
            <a:spAutoFit/>
          </a:bodyPr>
          <a:lstStyle/>
          <a:p>
            <a:r>
              <a:rPr lang="en-US" sz="1587">
                <a:solidFill>
                  <a:srgbClr val="575757"/>
                </a:solidFill>
              </a:rPr>
              <a:t>Usual best viz for U.C.</a:t>
            </a:r>
          </a:p>
        </p:txBody>
      </p:sp>
      <p:sp>
        <p:nvSpPr>
          <p:cNvPr id="10" name="Oval 16">
            <a:extLst>
              <a:ext uri="{FF2B5EF4-FFF2-40B4-BE49-F238E27FC236}">
                <a16:creationId xmlns:a16="http://schemas.microsoft.com/office/drawing/2014/main" id="{EADE340D-0247-E76D-E031-919C4F27CFFF}"/>
              </a:ext>
            </a:extLst>
          </p:cNvPr>
          <p:cNvSpPr>
            <a:spLocks noChangeArrowheads="1"/>
          </p:cNvSpPr>
          <p:nvPr/>
        </p:nvSpPr>
        <p:spPr bwMode="auto">
          <a:xfrm>
            <a:off x="5070058" y="6249583"/>
            <a:ext cx="347831" cy="347831"/>
          </a:xfrm>
          <a:prstGeom prst="ellipse">
            <a:avLst/>
          </a:prstGeom>
          <a:solidFill>
            <a:schemeClr val="accent2"/>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2" name="Freeform 17">
            <a:extLst>
              <a:ext uri="{FF2B5EF4-FFF2-40B4-BE49-F238E27FC236}">
                <a16:creationId xmlns:a16="http://schemas.microsoft.com/office/drawing/2014/main" id="{88FFF3D1-B190-850F-32EB-1793055376D9}"/>
              </a:ext>
            </a:extLst>
          </p:cNvPr>
          <p:cNvSpPr>
            <a:spLocks/>
          </p:cNvSpPr>
          <p:nvPr/>
        </p:nvSpPr>
        <p:spPr bwMode="auto">
          <a:xfrm>
            <a:off x="5158039" y="6339610"/>
            <a:ext cx="171869" cy="165731"/>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103632" tIns="51816" rIns="103632" bIns="51816" numCol="1" anchor="t" anchorCtr="0" compatLnSpc="1">
            <a:prstTxWarp prst="textNoShape">
              <a:avLst/>
            </a:prstTxWarp>
          </a:bodyPr>
          <a:lstStyle/>
          <a:p>
            <a:endParaRPr lang="en-US" sz="1360">
              <a:solidFill>
                <a:schemeClr val="bg1"/>
              </a:solidFill>
            </a:endParaRPr>
          </a:p>
        </p:txBody>
      </p:sp>
      <p:sp>
        <p:nvSpPr>
          <p:cNvPr id="18" name="Title 17">
            <a:extLst>
              <a:ext uri="{FF2B5EF4-FFF2-40B4-BE49-F238E27FC236}">
                <a16:creationId xmlns:a16="http://schemas.microsoft.com/office/drawing/2014/main" id="{57F717D0-4F66-0E90-CBF2-DCF1A7A25E58}"/>
              </a:ext>
            </a:extLst>
          </p:cNvPr>
          <p:cNvSpPr>
            <a:spLocks noGrp="1"/>
          </p:cNvSpPr>
          <p:nvPr>
            <p:ph type="title"/>
          </p:nvPr>
        </p:nvSpPr>
        <p:spPr/>
        <p:txBody>
          <a:bodyPr vert="horz"/>
          <a:lstStyle/>
          <a:p>
            <a:r>
              <a:rPr lang="en-US"/>
              <a:t>Matrix of Think-Cell graphics and use cases</a:t>
            </a:r>
          </a:p>
        </p:txBody>
      </p:sp>
      <p:pic>
        <p:nvPicPr>
          <p:cNvPr id="28" name="Picture 27">
            <a:extLst>
              <a:ext uri="{FF2B5EF4-FFF2-40B4-BE49-F238E27FC236}">
                <a16:creationId xmlns:a16="http://schemas.microsoft.com/office/drawing/2014/main" id="{BA15CBEE-435A-DC56-7E66-19CBA24BB1E6}"/>
              </a:ext>
            </a:extLst>
          </p:cNvPr>
          <p:cNvPicPr>
            <a:picLocks noChangeAspect="1"/>
          </p:cNvPicPr>
          <p:nvPr/>
        </p:nvPicPr>
        <p:blipFill>
          <a:blip r:embed="rId18"/>
          <a:stretch>
            <a:fillRect/>
          </a:stretch>
        </p:blipFill>
        <p:spPr>
          <a:xfrm>
            <a:off x="12163117" y="2127573"/>
            <a:ext cx="417268" cy="448761"/>
          </a:xfrm>
          <a:prstGeom prst="rect">
            <a:avLst/>
          </a:prstGeom>
        </p:spPr>
      </p:pic>
    </p:spTree>
    <p:extLst>
      <p:ext uri="{BB962C8B-B14F-4D97-AF65-F5344CB8AC3E}">
        <p14:creationId xmlns:p14="http://schemas.microsoft.com/office/powerpoint/2010/main" val="31942809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90EC84D1-2C11-DD57-C97C-A906D781CE24}"/>
              </a:ext>
            </a:extLst>
          </p:cNvPr>
          <p:cNvGraphicFramePr>
            <a:graphicFrameLocks noChangeAspect="1"/>
          </p:cNvGraphicFramePr>
          <p:nvPr>
            <p:custDataLst>
              <p:tags r:id="rId1"/>
            </p:custDataLst>
            <p:extLst>
              <p:ext uri="{D42A27DB-BD31-4B8C-83A1-F6EECF244321}">
                <p14:modId xmlns:p14="http://schemas.microsoft.com/office/powerpoint/2010/main" val="2847102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10" name="think-cell data - do not delete" hidden="1">
                        <a:extLst>
                          <a:ext uri="{FF2B5EF4-FFF2-40B4-BE49-F238E27FC236}">
                            <a16:creationId xmlns:a16="http://schemas.microsoft.com/office/drawing/2014/main" id="{90EC84D1-2C11-DD57-C97C-A906D781CE2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9" name="Content Placeholder 18">
            <a:extLst>
              <a:ext uri="{FF2B5EF4-FFF2-40B4-BE49-F238E27FC236}">
                <a16:creationId xmlns:a16="http://schemas.microsoft.com/office/drawing/2014/main" id="{001562A7-DE1A-AAB5-47BA-14E41E9EBCB8}"/>
              </a:ext>
            </a:extLst>
          </p:cNvPr>
          <p:cNvSpPr>
            <a:spLocks noGrp="1"/>
          </p:cNvSpPr>
          <p:nvPr>
            <p:ph sz="quarter" idx="15"/>
          </p:nvPr>
        </p:nvSpPr>
        <p:spPr>
          <a:xfrm>
            <a:off x="6908800" y="1942086"/>
            <a:ext cx="6225587" cy="4703374"/>
          </a:xfrm>
        </p:spPr>
        <p:txBody>
          <a:bodyPr/>
          <a:lstStyle/>
          <a:p>
            <a:pPr marL="450900" lvl="1" indent="-342900">
              <a:spcBef>
                <a:spcPts val="0"/>
              </a:spcBef>
              <a:spcAft>
                <a:spcPts val="1200"/>
              </a:spcAft>
              <a:buClr>
                <a:schemeClr val="accent1"/>
              </a:buClr>
              <a:buSzPct val="100000"/>
              <a:buFont typeface="+mj-lt"/>
              <a:buAutoNum type="arabicParenR" startAt="10"/>
            </a:pPr>
            <a:r>
              <a:rPr lang="en-US" sz="1400" kern="1200">
                <a:solidFill>
                  <a:schemeClr val="tx1">
                    <a:lumMod val="100000"/>
                  </a:schemeClr>
                </a:solidFill>
                <a:latin typeface="+mn-lt"/>
              </a:rPr>
              <a:t>Don’t overdo images and icons - Too many icons can overpower content and confuse your audience (Avoid using &gt;6-8 icons on any one slide)</a:t>
            </a:r>
          </a:p>
          <a:p>
            <a:pPr marL="450900" lvl="1" indent="-342900">
              <a:spcBef>
                <a:spcPts val="0"/>
              </a:spcBef>
              <a:spcAft>
                <a:spcPts val="1200"/>
              </a:spcAft>
              <a:buClr>
                <a:schemeClr val="accent1"/>
              </a:buClr>
              <a:buSzPct val="100000"/>
              <a:buFont typeface="+mj-lt"/>
              <a:buAutoNum type="arabicParenR" startAt="10"/>
            </a:pPr>
            <a:r>
              <a:rPr lang="en-US" sz="1400" kern="1200">
                <a:solidFill>
                  <a:schemeClr val="tx1">
                    <a:lumMod val="100000"/>
                  </a:schemeClr>
                </a:solidFill>
                <a:latin typeface="+mn-lt"/>
              </a:rPr>
              <a:t>Use cell spacing in a table to add whitespace and breathing room</a:t>
            </a:r>
          </a:p>
          <a:p>
            <a:pPr marL="450900" lvl="1" indent="-342900">
              <a:spcBef>
                <a:spcPts val="0"/>
              </a:spcBef>
              <a:spcAft>
                <a:spcPts val="1200"/>
              </a:spcAft>
              <a:buClr>
                <a:schemeClr val="accent1"/>
              </a:buClr>
              <a:buSzPct val="100000"/>
              <a:buFont typeface="+mj-lt"/>
              <a:buAutoNum type="arabicParenR" startAt="10"/>
            </a:pPr>
            <a:r>
              <a:rPr lang="en-US" sz="1400" kern="1200">
                <a:solidFill>
                  <a:schemeClr val="tx1">
                    <a:lumMod val="100000"/>
                  </a:schemeClr>
                </a:solidFill>
                <a:latin typeface="+mn-lt"/>
              </a:rPr>
              <a:t>Simplify your graphs, use contrasting colors, &amp; make them as large as possible</a:t>
            </a:r>
          </a:p>
          <a:p>
            <a:pPr marL="450900" lvl="1" indent="-342900">
              <a:spcBef>
                <a:spcPts val="0"/>
              </a:spcBef>
              <a:spcAft>
                <a:spcPts val="1200"/>
              </a:spcAft>
              <a:buClr>
                <a:schemeClr val="accent1"/>
              </a:buClr>
              <a:buSzPct val="100000"/>
              <a:buFont typeface="+mj-lt"/>
              <a:buAutoNum type="arabicParenR" startAt="10"/>
            </a:pPr>
            <a:r>
              <a:rPr lang="en-US" sz="1400" kern="1200">
                <a:solidFill>
                  <a:schemeClr val="tx1">
                    <a:lumMod val="100000"/>
                  </a:schemeClr>
                </a:solidFill>
                <a:latin typeface="+mn-lt"/>
              </a:rPr>
              <a:t>Be consistent with your colors. E.g., if you have 2 charts on a page, or a chart and a table/text related to the chart, make sure colors match</a:t>
            </a:r>
          </a:p>
          <a:p>
            <a:pPr marL="450900" lvl="1" indent="-342900">
              <a:spcBef>
                <a:spcPts val="0"/>
              </a:spcBef>
              <a:spcAft>
                <a:spcPts val="1200"/>
              </a:spcAft>
              <a:buClr>
                <a:schemeClr val="accent1"/>
              </a:buClr>
              <a:buSzPct val="100000"/>
              <a:buFont typeface="+mj-lt"/>
              <a:buAutoNum type="arabicParenR" startAt="10"/>
            </a:pPr>
            <a:r>
              <a:rPr lang="en-US" sz="1400" kern="1200">
                <a:solidFill>
                  <a:schemeClr val="tx1">
                    <a:lumMod val="100000"/>
                  </a:schemeClr>
                </a:solidFill>
                <a:latin typeface="+mn-lt"/>
              </a:rPr>
              <a:t>Never repeat the same colors in the same graphs</a:t>
            </a:r>
          </a:p>
          <a:p>
            <a:endParaRPr lang="en-US" sz="1400"/>
          </a:p>
        </p:txBody>
      </p:sp>
      <p:sp>
        <p:nvSpPr>
          <p:cNvPr id="9" name="Content Placeholder 8">
            <a:extLst>
              <a:ext uri="{FF2B5EF4-FFF2-40B4-BE49-F238E27FC236}">
                <a16:creationId xmlns:a16="http://schemas.microsoft.com/office/drawing/2014/main" id="{96B51669-C3CA-82AE-5B01-B2CF040728B4}"/>
              </a:ext>
            </a:extLst>
          </p:cNvPr>
          <p:cNvSpPr>
            <a:spLocks noGrp="1"/>
          </p:cNvSpPr>
          <p:nvPr>
            <p:ph sz="quarter" idx="14"/>
          </p:nvPr>
        </p:nvSpPr>
        <p:spPr>
          <a:xfrm>
            <a:off x="455791" y="1942102"/>
            <a:ext cx="6071618" cy="4703373"/>
          </a:xfrm>
        </p:spPr>
        <p:txBody>
          <a:bodyPr/>
          <a:lstStyle/>
          <a:p>
            <a:pPr marL="450900" lvl="1" indent="-342900">
              <a:spcBef>
                <a:spcPts val="0"/>
              </a:spcBef>
              <a:spcAft>
                <a:spcPts val="0"/>
              </a:spcAft>
              <a:buClr>
                <a:schemeClr val="accent1"/>
              </a:buClr>
              <a:buSzPct val="100000"/>
              <a:buFont typeface="+mj-lt"/>
              <a:buAutoNum type="arabicParenR"/>
            </a:pPr>
            <a:r>
              <a:rPr lang="en-US" sz="1400" kern="1200">
                <a:solidFill>
                  <a:schemeClr val="tx1">
                    <a:lumMod val="100000"/>
                  </a:schemeClr>
                </a:solidFill>
                <a:latin typeface="+mn-lt"/>
              </a:rPr>
              <a:t>There are 3 types of slides – </a:t>
            </a:r>
          </a:p>
          <a:p>
            <a:pPr marL="774900" lvl="2" indent="-342900">
              <a:spcBef>
                <a:spcPts val="0"/>
              </a:spcBef>
              <a:spcAft>
                <a:spcPts val="0"/>
              </a:spcAft>
              <a:buClr>
                <a:schemeClr val="accent1"/>
              </a:buClr>
              <a:buFont typeface="+mj-lt"/>
              <a:buAutoNum type="alphaLcParenR"/>
            </a:pPr>
            <a:r>
              <a:rPr lang="en-US" sz="1400" kern="1200">
                <a:solidFill>
                  <a:schemeClr val="tx1">
                    <a:lumMod val="100000"/>
                  </a:schemeClr>
                </a:solidFill>
                <a:latin typeface="+mn-lt"/>
              </a:rPr>
              <a:t>Slides with unclear insights / too much detail</a:t>
            </a:r>
          </a:p>
          <a:p>
            <a:pPr marL="774900" lvl="2" indent="-342900">
              <a:spcBef>
                <a:spcPts val="0"/>
              </a:spcBef>
              <a:spcAft>
                <a:spcPts val="0"/>
              </a:spcAft>
              <a:buClr>
                <a:schemeClr val="accent1"/>
              </a:buClr>
              <a:buFont typeface="+mj-lt"/>
              <a:buAutoNum type="alphaLcParenR"/>
            </a:pPr>
            <a:r>
              <a:rPr lang="en-US" sz="1400" kern="1200">
                <a:solidFill>
                  <a:schemeClr val="tx1">
                    <a:lumMod val="100000"/>
                  </a:schemeClr>
                </a:solidFill>
                <a:latin typeface="+mn-lt"/>
              </a:rPr>
              <a:t>Clear slides that shows analysis and its insights elegantly – one key takeaway per slide that you "get" in &lt;10 seconds of reading</a:t>
            </a:r>
          </a:p>
          <a:p>
            <a:pPr marL="774900" lvl="2" indent="-342900">
              <a:spcBef>
                <a:spcPts val="0"/>
              </a:spcBef>
              <a:spcAft>
                <a:spcPts val="0"/>
              </a:spcAft>
              <a:buClr>
                <a:schemeClr val="accent1"/>
              </a:buClr>
              <a:buFont typeface="+mj-lt"/>
              <a:buAutoNum type="alphaLcParenR"/>
            </a:pPr>
            <a:r>
              <a:rPr lang="en-US" sz="1400" kern="1200">
                <a:solidFill>
                  <a:schemeClr val="tx1">
                    <a:lumMod val="100000"/>
                  </a:schemeClr>
                </a:solidFill>
                <a:latin typeface="+mn-lt"/>
              </a:rPr>
              <a:t>Pretty slides that make you question your career</a:t>
            </a:r>
          </a:p>
          <a:p>
            <a:pPr marL="432000" lvl="2">
              <a:spcBef>
                <a:spcPts val="0"/>
              </a:spcBef>
              <a:spcAft>
                <a:spcPts val="1200"/>
              </a:spcAft>
              <a:buClr>
                <a:schemeClr val="accent1"/>
              </a:buClr>
            </a:pPr>
            <a:r>
              <a:rPr lang="en-US" sz="1400" b="1" u="sng" kern="1200">
                <a:solidFill>
                  <a:schemeClr val="tx1">
                    <a:lumMod val="100000"/>
                  </a:schemeClr>
                </a:solidFill>
                <a:latin typeface="+mn-lt"/>
              </a:rPr>
              <a:t>Aim for #2</a:t>
            </a:r>
            <a:r>
              <a:rPr lang="en-US" sz="1400" kern="1200">
                <a:solidFill>
                  <a:schemeClr val="tx1">
                    <a:lumMod val="100000"/>
                  </a:schemeClr>
                </a:solidFill>
                <a:latin typeface="+mn-lt"/>
              </a:rPr>
              <a:t>– Avoid #1 </a:t>
            </a:r>
            <a:r>
              <a:rPr lang="en-US" sz="1400" b="1" u="sng" kern="1200">
                <a:solidFill>
                  <a:schemeClr val="tx1">
                    <a:lumMod val="100000"/>
                  </a:schemeClr>
                </a:solidFill>
                <a:latin typeface="+mn-lt"/>
              </a:rPr>
              <a:t>always</a:t>
            </a:r>
            <a:r>
              <a:rPr lang="en-US" sz="1400" kern="1200">
                <a:solidFill>
                  <a:schemeClr val="tx1">
                    <a:lumMod val="100000"/>
                  </a:schemeClr>
                </a:solidFill>
                <a:latin typeface="+mn-lt"/>
              </a:rPr>
              <a:t>; #3 is awesome but not an expectation and can be used selectively if it's high priority external content</a:t>
            </a:r>
          </a:p>
          <a:p>
            <a:pPr marL="450900" lvl="1" indent="-342900">
              <a:spcBef>
                <a:spcPts val="0"/>
              </a:spcBef>
              <a:spcAft>
                <a:spcPts val="1200"/>
              </a:spcAft>
              <a:buClr>
                <a:schemeClr val="accent1"/>
              </a:buClr>
              <a:buSzPct val="100000"/>
              <a:buFont typeface="+mj-lt"/>
              <a:buAutoNum type="arabicParenR"/>
            </a:pPr>
            <a:r>
              <a:rPr lang="en-US" sz="1400" kern="1200">
                <a:solidFill>
                  <a:schemeClr val="tx1">
                    <a:lumMod val="100000"/>
                  </a:schemeClr>
                </a:solidFill>
                <a:latin typeface="+mn-lt"/>
              </a:rPr>
              <a:t>Think in key messages first and then the supporting details</a:t>
            </a:r>
          </a:p>
          <a:p>
            <a:pPr marL="450900" lvl="1" indent="-342900">
              <a:spcBef>
                <a:spcPts val="0"/>
              </a:spcBef>
              <a:spcAft>
                <a:spcPts val="1200"/>
              </a:spcAft>
              <a:buClr>
                <a:schemeClr val="accent1"/>
              </a:buClr>
              <a:buSzPct val="100000"/>
              <a:buFont typeface="+mj-lt"/>
              <a:buAutoNum type="arabicParenR"/>
            </a:pPr>
            <a:r>
              <a:rPr lang="en-US" sz="1400" kern="1200">
                <a:solidFill>
                  <a:schemeClr val="tx1">
                    <a:lumMod val="100000"/>
                  </a:schemeClr>
                </a:solidFill>
                <a:latin typeface="+mn-lt"/>
              </a:rPr>
              <a:t>Build your slide library</a:t>
            </a:r>
          </a:p>
          <a:p>
            <a:pPr marL="450900" lvl="1" indent="-342900">
              <a:spcBef>
                <a:spcPts val="0"/>
              </a:spcBef>
              <a:spcAft>
                <a:spcPts val="1200"/>
              </a:spcAft>
              <a:buClr>
                <a:schemeClr val="accent1"/>
              </a:buClr>
              <a:buSzPct val="100000"/>
              <a:buFont typeface="+mj-lt"/>
              <a:buAutoNum type="arabicParenR"/>
            </a:pPr>
            <a:r>
              <a:rPr lang="en-US" sz="1400" kern="1200">
                <a:solidFill>
                  <a:schemeClr val="tx1">
                    <a:lumMod val="100000"/>
                  </a:schemeClr>
                </a:solidFill>
                <a:latin typeface="+mn-lt"/>
              </a:rPr>
              <a:t>Use tables over text boxes wherever possible</a:t>
            </a:r>
          </a:p>
          <a:p>
            <a:pPr marL="450900" lvl="1" indent="-342900">
              <a:spcBef>
                <a:spcPts val="0"/>
              </a:spcBef>
              <a:spcAft>
                <a:spcPts val="1200"/>
              </a:spcAft>
              <a:buClr>
                <a:schemeClr val="accent1"/>
              </a:buClr>
              <a:buSzPct val="100000"/>
              <a:buFont typeface="+mj-lt"/>
              <a:buAutoNum type="arabicParenR"/>
            </a:pPr>
            <a:r>
              <a:rPr lang="en-US" sz="1400" kern="1200">
                <a:solidFill>
                  <a:schemeClr val="tx1">
                    <a:lumMod val="100000"/>
                  </a:schemeClr>
                </a:solidFill>
                <a:latin typeface="+mn-lt"/>
              </a:rPr>
              <a:t>Always (ALWAYS) stick to the brand guidelines</a:t>
            </a:r>
          </a:p>
          <a:p>
            <a:pPr marL="450900" lvl="1" indent="-342900">
              <a:spcBef>
                <a:spcPts val="0"/>
              </a:spcBef>
              <a:spcAft>
                <a:spcPts val="1200"/>
              </a:spcAft>
              <a:buClr>
                <a:schemeClr val="accent1"/>
              </a:buClr>
              <a:buSzPct val="100000"/>
              <a:buFont typeface="+mj-lt"/>
              <a:buAutoNum type="arabicParenR"/>
            </a:pPr>
            <a:r>
              <a:rPr lang="en-US" sz="1400" kern="1200">
                <a:solidFill>
                  <a:schemeClr val="tx1">
                    <a:lumMod val="100000"/>
                  </a:schemeClr>
                </a:solidFill>
                <a:latin typeface="+mn-lt"/>
              </a:rPr>
              <a:t>Utilize the full potential of the Quick Access toolbar tailored to your needs</a:t>
            </a:r>
          </a:p>
          <a:p>
            <a:pPr marL="450900" lvl="1" indent="-342900">
              <a:spcBef>
                <a:spcPts val="0"/>
              </a:spcBef>
              <a:spcAft>
                <a:spcPts val="1200"/>
              </a:spcAft>
              <a:buClr>
                <a:schemeClr val="accent1"/>
              </a:buClr>
              <a:buSzPct val="100000"/>
              <a:buFont typeface="+mj-lt"/>
              <a:buAutoNum type="arabicParenR"/>
            </a:pPr>
            <a:r>
              <a:rPr lang="en-US" sz="1400" kern="1200">
                <a:solidFill>
                  <a:schemeClr val="tx1">
                    <a:lumMod val="100000"/>
                  </a:schemeClr>
                </a:solidFill>
                <a:latin typeface="+mn-lt"/>
              </a:rPr>
              <a:t>Increase information to ink ratio on every page</a:t>
            </a:r>
          </a:p>
          <a:p>
            <a:pPr marL="450900" lvl="1" indent="-342900">
              <a:spcBef>
                <a:spcPts val="0"/>
              </a:spcBef>
              <a:spcAft>
                <a:spcPts val="1200"/>
              </a:spcAft>
              <a:buClr>
                <a:schemeClr val="accent1"/>
              </a:buClr>
              <a:buSzPct val="100000"/>
              <a:buFont typeface="+mj-lt"/>
              <a:buAutoNum type="arabicParenR"/>
            </a:pPr>
            <a:r>
              <a:rPr lang="en-US" sz="1400" kern="1200">
                <a:solidFill>
                  <a:schemeClr val="tx1">
                    <a:lumMod val="100000"/>
                  </a:schemeClr>
                </a:solidFill>
                <a:latin typeface="+mn-lt"/>
              </a:rPr>
              <a:t>Never use pie charts (ever)</a:t>
            </a:r>
          </a:p>
          <a:p>
            <a:pPr marL="450900" lvl="1" indent="-342900">
              <a:spcBef>
                <a:spcPts val="0"/>
              </a:spcBef>
              <a:spcAft>
                <a:spcPts val="1200"/>
              </a:spcAft>
              <a:buClr>
                <a:schemeClr val="accent1"/>
              </a:buClr>
              <a:buSzPct val="100000"/>
              <a:buFont typeface="+mj-lt"/>
              <a:buAutoNum type="arabicParenR"/>
            </a:pPr>
            <a:r>
              <a:rPr lang="en-US" sz="1400" kern="1200">
                <a:solidFill>
                  <a:schemeClr val="tx1">
                    <a:lumMod val="100000"/>
                  </a:schemeClr>
                </a:solidFill>
                <a:latin typeface="+mn-lt"/>
              </a:rPr>
              <a:t>Use picture effects like shadows to create depth perception</a:t>
            </a:r>
          </a:p>
        </p:txBody>
      </p:sp>
      <p:sp>
        <p:nvSpPr>
          <p:cNvPr id="7" name="Title 6">
            <a:extLst>
              <a:ext uri="{FF2B5EF4-FFF2-40B4-BE49-F238E27FC236}">
                <a16:creationId xmlns:a16="http://schemas.microsoft.com/office/drawing/2014/main" id="{F5B1BAC0-773A-55B2-5933-CE72031CCD26}"/>
              </a:ext>
            </a:extLst>
          </p:cNvPr>
          <p:cNvSpPr>
            <a:spLocks noGrp="1"/>
          </p:cNvSpPr>
          <p:nvPr>
            <p:ph type="title"/>
          </p:nvPr>
        </p:nvSpPr>
        <p:spPr/>
        <p:txBody>
          <a:bodyPr vert="horz"/>
          <a:lstStyle/>
          <a:p>
            <a:r>
              <a:rPr lang="en-US"/>
              <a:t>Other parting tips…</a:t>
            </a:r>
          </a:p>
        </p:txBody>
      </p:sp>
      <p:sp>
        <p:nvSpPr>
          <p:cNvPr id="18" name="Subtitle 17">
            <a:extLst>
              <a:ext uri="{FF2B5EF4-FFF2-40B4-BE49-F238E27FC236}">
                <a16:creationId xmlns:a16="http://schemas.microsoft.com/office/drawing/2014/main" id="{D53145E7-1E5B-B1F8-BAC3-17FD817E6302}"/>
              </a:ext>
            </a:extLst>
          </p:cNvPr>
          <p:cNvSpPr>
            <a:spLocks noGrp="1"/>
          </p:cNvSpPr>
          <p:nvPr>
            <p:ph type="subTitle" idx="1"/>
          </p:nvPr>
        </p:nvSpPr>
        <p:spPr/>
        <p:txBody>
          <a:bodyPr/>
          <a:lstStyle/>
          <a:p>
            <a:endParaRPr lang="en-US"/>
          </a:p>
        </p:txBody>
      </p:sp>
      <p:sp>
        <p:nvSpPr>
          <p:cNvPr id="6" name="Footer Placeholder 5">
            <a:extLst>
              <a:ext uri="{FF2B5EF4-FFF2-40B4-BE49-F238E27FC236}">
                <a16:creationId xmlns:a16="http://schemas.microsoft.com/office/drawing/2014/main" id="{831BB7D3-3EC6-DA7B-A5F6-B4CF60B0D49D}"/>
              </a:ext>
            </a:extLst>
          </p:cNvPr>
          <p:cNvSpPr>
            <a:spLocks noGrp="1"/>
          </p:cNvSpPr>
          <p:nvPr>
            <p:ph type="ftr" sz="quarter" idx="3"/>
          </p:nvPr>
        </p:nvSpPr>
        <p:spPr/>
        <p:txBody>
          <a:bodyPr/>
          <a:lstStyle/>
          <a:p>
            <a:r>
              <a:rPr lang="en-CA"/>
              <a:t>2024</a:t>
            </a:r>
          </a:p>
        </p:txBody>
      </p:sp>
      <p:grpSp>
        <p:nvGrpSpPr>
          <p:cNvPr id="2" name="Group 1">
            <a:extLst>
              <a:ext uri="{FF2B5EF4-FFF2-40B4-BE49-F238E27FC236}">
                <a16:creationId xmlns:a16="http://schemas.microsoft.com/office/drawing/2014/main" id="{A72C758E-6734-6F26-0155-A25E88C30058}"/>
              </a:ext>
            </a:extLst>
          </p:cNvPr>
          <p:cNvGrpSpPr/>
          <p:nvPr/>
        </p:nvGrpSpPr>
        <p:grpSpPr>
          <a:xfrm>
            <a:off x="10874499" y="0"/>
            <a:ext cx="2943101" cy="914400"/>
            <a:chOff x="10874499" y="0"/>
            <a:chExt cx="2943101" cy="914400"/>
          </a:xfrm>
        </p:grpSpPr>
        <p:grpSp>
          <p:nvGrpSpPr>
            <p:cNvPr id="3" name="Group 2">
              <a:extLst>
                <a:ext uri="{FF2B5EF4-FFF2-40B4-BE49-F238E27FC236}">
                  <a16:creationId xmlns:a16="http://schemas.microsoft.com/office/drawing/2014/main" id="{44C3C7B1-901C-8696-3859-D87FABE6CBF5}"/>
                </a:ext>
              </a:extLst>
            </p:cNvPr>
            <p:cNvGrpSpPr/>
            <p:nvPr/>
          </p:nvGrpSpPr>
          <p:grpSpPr>
            <a:xfrm>
              <a:off x="12903200" y="0"/>
              <a:ext cx="914400" cy="914400"/>
              <a:chOff x="12903200" y="0"/>
              <a:chExt cx="914400" cy="914400"/>
            </a:xfrm>
          </p:grpSpPr>
          <p:sp>
            <p:nvSpPr>
              <p:cNvPr id="5" name="Right Triangle 4">
                <a:extLst>
                  <a:ext uri="{FF2B5EF4-FFF2-40B4-BE49-F238E27FC236}">
                    <a16:creationId xmlns:a16="http://schemas.microsoft.com/office/drawing/2014/main" id="{EE9CC978-D0E4-6EBF-043F-9959D6AB8D4F}"/>
                  </a:ext>
                </a:extLst>
              </p:cNvPr>
              <p:cNvSpPr/>
              <p:nvPr/>
            </p:nvSpPr>
            <p:spPr bwMode="auto">
              <a:xfrm rot="10800000">
                <a:off x="12903200" y="0"/>
                <a:ext cx="914400" cy="914400"/>
              </a:xfrm>
              <a:prstGeom prst="rtTriangle">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1081088"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a:ln>
                    <a:noFill/>
                  </a:ln>
                  <a:solidFill>
                    <a:schemeClr val="tx1"/>
                  </a:solidFill>
                  <a:effectLst/>
                  <a:latin typeface="Arial" charset="0"/>
                </a:endParaRPr>
              </a:p>
            </p:txBody>
          </p:sp>
          <p:sp>
            <p:nvSpPr>
              <p:cNvPr id="11" name="Oval 20">
                <a:extLst>
                  <a:ext uri="{FF2B5EF4-FFF2-40B4-BE49-F238E27FC236}">
                    <a16:creationId xmlns:a16="http://schemas.microsoft.com/office/drawing/2014/main" id="{6BCC6C7A-4408-C384-EA29-9D0A2AA34DE7}"/>
                  </a:ext>
                </a:extLst>
              </p:cNvPr>
              <p:cNvSpPr>
                <a:spLocks noChangeAspect="1" noChangeArrowheads="1"/>
              </p:cNvSpPr>
              <p:nvPr/>
            </p:nvSpPr>
            <p:spPr bwMode="auto">
              <a:xfrm>
                <a:off x="13402153" y="131795"/>
                <a:ext cx="306910" cy="306910"/>
              </a:xfrm>
              <a:prstGeom prst="ellipse">
                <a:avLst/>
              </a:prstGeom>
              <a:solidFill>
                <a:schemeClr val="accent2"/>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accent2"/>
                    </a:solidFill>
                    <a:prstDash val="solid"/>
                    <a:round/>
                    <a:headEnd type="none" w="med" len="med"/>
                    <a:tailEnd type="none" w="med" len="med"/>
                  </a14:hiddenLine>
                </a:ext>
              </a:extLst>
            </p:spPr>
            <p:txBody>
              <a:bodyPr vert="horz" wrap="square" lIns="0" tIns="0" rIns="0" bIns="0" numCol="1" anchor="ctr" anchorCtr="0" compatLnSpc="1">
                <a:prstTxWarp prst="textNoShape">
                  <a:avLst/>
                </a:prstTxWarp>
              </a:bodyPr>
              <a:lstStyle/>
              <a:p>
                <a:pPr algn="ctr"/>
                <a:r>
                  <a:rPr lang="en-US">
                    <a:solidFill>
                      <a:schemeClr val="bg1"/>
                    </a:solidFill>
                  </a:rPr>
                  <a:t>B</a:t>
                </a:r>
              </a:p>
            </p:txBody>
          </p:sp>
        </p:grpSp>
        <p:sp>
          <p:nvSpPr>
            <p:cNvPr id="4" name="TextBox 3">
              <a:extLst>
                <a:ext uri="{FF2B5EF4-FFF2-40B4-BE49-F238E27FC236}">
                  <a16:creationId xmlns:a16="http://schemas.microsoft.com/office/drawing/2014/main" id="{42B5E893-5633-4DA1-B8FF-A00BB4563440}"/>
                </a:ext>
              </a:extLst>
            </p:cNvPr>
            <p:cNvSpPr txBox="1"/>
            <p:nvPr/>
          </p:nvSpPr>
          <p:spPr>
            <a:xfrm>
              <a:off x="10874499" y="51368"/>
              <a:ext cx="2043004" cy="276999"/>
            </a:xfrm>
            <a:prstGeom prst="rect">
              <a:avLst/>
            </a:prstGeom>
            <a:noFill/>
          </p:spPr>
          <p:txBody>
            <a:bodyPr wrap="square" lIns="0" tIns="45720" rIns="0" bIns="45720" rtlCol="0" anchor="ctr">
              <a:spAutoFit/>
            </a:bodyPr>
            <a:lstStyle/>
            <a:p>
              <a:pPr algn="r"/>
              <a:r>
                <a:rPr lang="en-US"/>
                <a:t>Tips and tricks</a:t>
              </a:r>
            </a:p>
          </p:txBody>
        </p:sp>
      </p:grpSp>
    </p:spTree>
    <p:extLst>
      <p:ext uri="{BB962C8B-B14F-4D97-AF65-F5344CB8AC3E}">
        <p14:creationId xmlns:p14="http://schemas.microsoft.com/office/powerpoint/2010/main" val="3602666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352C487-C2A9-634D-C145-E34A73FB595E}"/>
              </a:ext>
            </a:extLst>
          </p:cNvPr>
          <p:cNvGraphicFramePr>
            <a:graphicFrameLocks noChangeAspect="1"/>
          </p:cNvGraphicFramePr>
          <p:nvPr>
            <p:custDataLst>
              <p:tags r:id="rId1"/>
            </p:custDataLst>
            <p:extLst>
              <p:ext uri="{D42A27DB-BD31-4B8C-83A1-F6EECF244321}">
                <p14:modId xmlns:p14="http://schemas.microsoft.com/office/powerpoint/2010/main" val="19468999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7" name="think-cell data - do not delete" hidden="1">
                        <a:extLst>
                          <a:ext uri="{FF2B5EF4-FFF2-40B4-BE49-F238E27FC236}">
                            <a16:creationId xmlns:a16="http://schemas.microsoft.com/office/drawing/2014/main" id="{D352C487-C2A9-634D-C145-E34A73FB595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16CDD018-A17D-0F54-F958-2D1651455C2A}"/>
              </a:ext>
            </a:extLst>
          </p:cNvPr>
          <p:cNvSpPr>
            <a:spLocks noGrp="1"/>
          </p:cNvSpPr>
          <p:nvPr>
            <p:ph type="ctrTitle" sz="quarter"/>
          </p:nvPr>
        </p:nvSpPr>
        <p:spPr/>
        <p:txBody>
          <a:bodyPr/>
          <a:lstStyle/>
          <a:p>
            <a:endParaRPr lang="en-US"/>
          </a:p>
        </p:txBody>
      </p:sp>
      <p:sp>
        <p:nvSpPr>
          <p:cNvPr id="5" name="Footer Placeholder 4">
            <a:extLst>
              <a:ext uri="{FF2B5EF4-FFF2-40B4-BE49-F238E27FC236}">
                <a16:creationId xmlns:a16="http://schemas.microsoft.com/office/drawing/2014/main" id="{A963895F-EBA7-ABC4-6583-F02F15A270C9}"/>
              </a:ext>
            </a:extLst>
          </p:cNvPr>
          <p:cNvSpPr>
            <a:spLocks noGrp="1"/>
          </p:cNvSpPr>
          <p:nvPr>
            <p:ph type="ftr" sz="quarter" idx="4294967295"/>
          </p:nvPr>
        </p:nvSpPr>
        <p:spPr>
          <a:xfrm>
            <a:off x="12503150" y="7113588"/>
            <a:ext cx="1314450" cy="193675"/>
          </a:xfrm>
        </p:spPr>
        <p:txBody>
          <a:bodyPr/>
          <a:lstStyle/>
          <a:p>
            <a:r>
              <a:rPr lang="en-CA"/>
              <a:t>2024</a:t>
            </a:r>
          </a:p>
        </p:txBody>
      </p:sp>
    </p:spTree>
    <p:extLst>
      <p:ext uri="{BB962C8B-B14F-4D97-AF65-F5344CB8AC3E}">
        <p14:creationId xmlns:p14="http://schemas.microsoft.com/office/powerpoint/2010/main" val="14378247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FDF7CA4-D086-DEE1-77EB-4DE28249810D}"/>
              </a:ext>
            </a:extLst>
          </p:cNvPr>
          <p:cNvGraphicFramePr>
            <a:graphicFrameLocks noChangeAspect="1"/>
          </p:cNvGraphicFramePr>
          <p:nvPr>
            <p:custDataLst>
              <p:tags r:id="rId1"/>
            </p:custDataLst>
            <p:extLst>
              <p:ext uri="{D42A27DB-BD31-4B8C-83A1-F6EECF244321}">
                <p14:modId xmlns:p14="http://schemas.microsoft.com/office/powerpoint/2010/main" val="2054243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9" name="think-cell data - do not delete" hidden="1">
                        <a:extLst>
                          <a:ext uri="{FF2B5EF4-FFF2-40B4-BE49-F238E27FC236}">
                            <a16:creationId xmlns:a16="http://schemas.microsoft.com/office/drawing/2014/main" id="{9FDF7CA4-D086-DEE1-77EB-4DE2824981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Subtitle 7">
            <a:extLst>
              <a:ext uri="{FF2B5EF4-FFF2-40B4-BE49-F238E27FC236}">
                <a16:creationId xmlns:a16="http://schemas.microsoft.com/office/drawing/2014/main" id="{82E0C575-EF2F-AF99-8A60-6622822E5E12}"/>
              </a:ext>
            </a:extLst>
          </p:cNvPr>
          <p:cNvSpPr>
            <a:spLocks noGrp="1"/>
          </p:cNvSpPr>
          <p:nvPr>
            <p:ph type="subTitle" idx="1"/>
          </p:nvPr>
        </p:nvSpPr>
        <p:spPr/>
        <p:txBody>
          <a:bodyPr/>
          <a:lstStyle/>
          <a:p>
            <a:r>
              <a:rPr lang="en-US"/>
              <a:t>Charting excellence</a:t>
            </a:r>
          </a:p>
        </p:txBody>
      </p:sp>
      <p:sp>
        <p:nvSpPr>
          <p:cNvPr id="7" name="Title 6">
            <a:extLst>
              <a:ext uri="{FF2B5EF4-FFF2-40B4-BE49-F238E27FC236}">
                <a16:creationId xmlns:a16="http://schemas.microsoft.com/office/drawing/2014/main" id="{15AF0970-C1BD-BCAD-F793-4A83EC4D4E2F}"/>
              </a:ext>
            </a:extLst>
          </p:cNvPr>
          <p:cNvSpPr>
            <a:spLocks noGrp="1"/>
          </p:cNvSpPr>
          <p:nvPr>
            <p:ph type="ctrTitle" sz="quarter"/>
          </p:nvPr>
        </p:nvSpPr>
        <p:spPr/>
        <p:txBody>
          <a:bodyPr vert="horz"/>
          <a:lstStyle/>
          <a:p>
            <a:r>
              <a:rPr lang="en-US"/>
              <a:t>Appendix 1</a:t>
            </a:r>
          </a:p>
        </p:txBody>
      </p:sp>
      <p:sp>
        <p:nvSpPr>
          <p:cNvPr id="6" name="Footer Placeholder 5">
            <a:extLst>
              <a:ext uri="{FF2B5EF4-FFF2-40B4-BE49-F238E27FC236}">
                <a16:creationId xmlns:a16="http://schemas.microsoft.com/office/drawing/2014/main" id="{ED3568E5-C695-A30A-A3DD-67F50F29D8DB}"/>
              </a:ext>
            </a:extLst>
          </p:cNvPr>
          <p:cNvSpPr>
            <a:spLocks noGrp="1"/>
          </p:cNvSpPr>
          <p:nvPr>
            <p:ph type="ftr" sz="quarter" idx="4294967295"/>
          </p:nvPr>
        </p:nvSpPr>
        <p:spPr>
          <a:xfrm>
            <a:off x="12503150" y="7113588"/>
            <a:ext cx="1314450" cy="193675"/>
          </a:xfrm>
        </p:spPr>
        <p:txBody>
          <a:bodyPr/>
          <a:lstStyle/>
          <a:p>
            <a:r>
              <a:rPr lang="en-CA"/>
              <a:t>2024</a:t>
            </a:r>
          </a:p>
        </p:txBody>
      </p:sp>
    </p:spTree>
    <p:extLst>
      <p:ext uri="{BB962C8B-B14F-4D97-AF65-F5344CB8AC3E}">
        <p14:creationId xmlns:p14="http://schemas.microsoft.com/office/powerpoint/2010/main" val="39457955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AEF092A-DAB8-03B8-E060-7ED59BB16C6C}"/>
              </a:ext>
            </a:extLst>
          </p:cNvPr>
          <p:cNvGraphicFramePr>
            <a:graphicFrameLocks noChangeAspect="1"/>
          </p:cNvGraphicFramePr>
          <p:nvPr>
            <p:custDataLst>
              <p:tags r:id="rId1"/>
            </p:custDataLst>
            <p:extLst>
              <p:ext uri="{D42A27DB-BD31-4B8C-83A1-F6EECF244321}">
                <p14:modId xmlns:p14="http://schemas.microsoft.com/office/powerpoint/2010/main" val="27659814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8" name="think-cell data - do not delete" hidden="1">
                        <a:extLst>
                          <a:ext uri="{FF2B5EF4-FFF2-40B4-BE49-F238E27FC236}">
                            <a16:creationId xmlns:a16="http://schemas.microsoft.com/office/drawing/2014/main" id="{4AEF092A-DAB8-03B8-E060-7ED59BB16C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ubtitle 11">
            <a:extLst>
              <a:ext uri="{FF2B5EF4-FFF2-40B4-BE49-F238E27FC236}">
                <a16:creationId xmlns:a16="http://schemas.microsoft.com/office/drawing/2014/main" id="{3B1F73CC-01CD-81B7-BEF1-02745E510F96}"/>
              </a:ext>
            </a:extLst>
          </p:cNvPr>
          <p:cNvSpPr>
            <a:spLocks noGrp="1"/>
          </p:cNvSpPr>
          <p:nvPr>
            <p:ph type="subTitle" idx="1"/>
          </p:nvPr>
        </p:nvSpPr>
        <p:spPr/>
        <p:txBody>
          <a:bodyPr anchor="t"/>
          <a:lstStyle/>
          <a:p>
            <a:r>
              <a:rPr lang="en-US"/>
              <a:t>Question: How has Acme (a competitor) seen shifts in their geographic revenue mix change over time?</a:t>
            </a:r>
          </a:p>
        </p:txBody>
      </p:sp>
      <p:sp>
        <p:nvSpPr>
          <p:cNvPr id="4" name="Title 3">
            <a:extLst>
              <a:ext uri="{FF2B5EF4-FFF2-40B4-BE49-F238E27FC236}">
                <a16:creationId xmlns:a16="http://schemas.microsoft.com/office/drawing/2014/main" id="{70F3BFCA-0E67-03CB-66A1-74FA30407AEF}"/>
              </a:ext>
            </a:extLst>
          </p:cNvPr>
          <p:cNvSpPr>
            <a:spLocks noGrp="1"/>
          </p:cNvSpPr>
          <p:nvPr>
            <p:ph type="ctrTitle" sz="quarter"/>
          </p:nvPr>
        </p:nvSpPr>
        <p:spPr>
          <a:xfrm>
            <a:off x="1422210" y="3006516"/>
            <a:ext cx="10720655" cy="879684"/>
          </a:xfrm>
        </p:spPr>
        <p:txBody>
          <a:bodyPr vert="horz"/>
          <a:lstStyle/>
          <a:p>
            <a:r>
              <a:rPr lang="en-US"/>
              <a:t>“Acme” geographic mix</a:t>
            </a:r>
          </a:p>
        </p:txBody>
      </p:sp>
      <p:sp>
        <p:nvSpPr>
          <p:cNvPr id="6" name="Footer Placeholder 5">
            <a:extLst>
              <a:ext uri="{FF2B5EF4-FFF2-40B4-BE49-F238E27FC236}">
                <a16:creationId xmlns:a16="http://schemas.microsoft.com/office/drawing/2014/main" id="{D2D1143A-B608-02F5-9F84-E5140A87C46B}"/>
              </a:ext>
            </a:extLst>
          </p:cNvPr>
          <p:cNvSpPr>
            <a:spLocks noGrp="1"/>
          </p:cNvSpPr>
          <p:nvPr>
            <p:ph type="ftr" sz="quarter" idx="4294967295"/>
          </p:nvPr>
        </p:nvSpPr>
        <p:spPr>
          <a:xfrm>
            <a:off x="12503150" y="7113588"/>
            <a:ext cx="1314450" cy="193675"/>
          </a:xfrm>
        </p:spPr>
        <p:txBody>
          <a:bodyPr/>
          <a:lstStyle/>
          <a:p>
            <a:r>
              <a:rPr lang="en-CA"/>
              <a:t>2024</a:t>
            </a:r>
          </a:p>
        </p:txBody>
      </p:sp>
    </p:spTree>
    <p:extLst>
      <p:ext uri="{BB962C8B-B14F-4D97-AF65-F5344CB8AC3E}">
        <p14:creationId xmlns:p14="http://schemas.microsoft.com/office/powerpoint/2010/main" val="27352078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4A44F92-52C2-4AD2-3558-924828D39B0A}"/>
              </a:ext>
            </a:extLst>
          </p:cNvPr>
          <p:cNvGraphicFramePr>
            <a:graphicFrameLocks noChangeAspect="1"/>
          </p:cNvGraphicFramePr>
          <p:nvPr>
            <p:custDataLst>
              <p:tags r:id="rId1"/>
            </p:custDataLst>
            <p:extLst>
              <p:ext uri="{D42A27DB-BD31-4B8C-83A1-F6EECF244321}">
                <p14:modId xmlns:p14="http://schemas.microsoft.com/office/powerpoint/2010/main" val="2443020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404" imgH="405" progId="TCLayout.ActiveDocument.1">
                  <p:embed/>
                </p:oleObj>
              </mc:Choice>
              <mc:Fallback>
                <p:oleObj name="think-cell Slide" r:id="rId20" imgW="404" imgH="405" progId="TCLayout.ActiveDocument.1">
                  <p:embed/>
                  <p:pic>
                    <p:nvPicPr>
                      <p:cNvPr id="7" name="think-cell data - do not delete" hidden="1">
                        <a:extLst>
                          <a:ext uri="{FF2B5EF4-FFF2-40B4-BE49-F238E27FC236}">
                            <a16:creationId xmlns:a16="http://schemas.microsoft.com/office/drawing/2014/main" id="{64A44F92-52C2-4AD2-3558-924828D39B0A}"/>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CE9DFC27-5586-117A-392A-381A02CB7324}"/>
              </a:ext>
            </a:extLst>
          </p:cNvPr>
          <p:cNvSpPr>
            <a:spLocks noGrp="1"/>
          </p:cNvSpPr>
          <p:nvPr>
            <p:ph type="title"/>
          </p:nvPr>
        </p:nvSpPr>
        <p:spPr/>
        <p:txBody>
          <a:bodyPr vert="horz"/>
          <a:lstStyle/>
          <a:p>
            <a:r>
              <a:rPr lang="en-US"/>
              <a:t>Option 1</a:t>
            </a:r>
          </a:p>
        </p:txBody>
      </p:sp>
      <p:sp>
        <p:nvSpPr>
          <p:cNvPr id="5" name="Subtitle 4">
            <a:extLst>
              <a:ext uri="{FF2B5EF4-FFF2-40B4-BE49-F238E27FC236}">
                <a16:creationId xmlns:a16="http://schemas.microsoft.com/office/drawing/2014/main" id="{B723FED1-F55B-D027-A1F5-475619B303FB}"/>
              </a:ext>
            </a:extLst>
          </p:cNvPr>
          <p:cNvSpPr>
            <a:spLocks noGrp="1"/>
          </p:cNvSpPr>
          <p:nvPr>
            <p:ph type="subTitle" idx="1"/>
          </p:nvPr>
        </p:nvSpPr>
        <p:spPr/>
        <p:txBody>
          <a:bodyPr/>
          <a:lstStyle/>
          <a:p>
            <a:endParaRPr lang="en-US"/>
          </a:p>
        </p:txBody>
      </p:sp>
      <p:graphicFrame>
        <p:nvGraphicFramePr>
          <p:cNvPr id="53" name="Chart 52">
            <a:extLst>
              <a:ext uri="{FF2B5EF4-FFF2-40B4-BE49-F238E27FC236}">
                <a16:creationId xmlns:a16="http://schemas.microsoft.com/office/drawing/2014/main" id="{23662C71-15C4-4AB3-4889-3D19F68E945E}"/>
              </a:ext>
            </a:extLst>
          </p:cNvPr>
          <p:cNvGraphicFramePr/>
          <p:nvPr>
            <p:custDataLst>
              <p:tags r:id="rId2"/>
            </p:custDataLst>
            <p:extLst>
              <p:ext uri="{D42A27DB-BD31-4B8C-83A1-F6EECF244321}">
                <p14:modId xmlns:p14="http://schemas.microsoft.com/office/powerpoint/2010/main" val="1815121164"/>
              </p:ext>
            </p:extLst>
          </p:nvPr>
        </p:nvGraphicFramePr>
        <p:xfrm>
          <a:off x="1185863" y="2095500"/>
          <a:ext cx="6353175" cy="4157663"/>
        </p:xfrm>
        <a:graphic>
          <a:graphicData uri="http://schemas.openxmlformats.org/drawingml/2006/chart">
            <c:chart xmlns:c="http://schemas.openxmlformats.org/drawingml/2006/chart" xmlns:r="http://schemas.openxmlformats.org/officeDocument/2006/relationships" r:id="rId22"/>
          </a:graphicData>
        </a:graphic>
      </p:graphicFrame>
      <p:sp>
        <p:nvSpPr>
          <p:cNvPr id="32" name="Text Placeholder 3">
            <a:extLst>
              <a:ext uri="{FF2B5EF4-FFF2-40B4-BE49-F238E27FC236}">
                <a16:creationId xmlns:a16="http://schemas.microsoft.com/office/drawing/2014/main" id="{CD1CE82C-B0F4-BE05-17EA-3CCC946F1283}"/>
              </a:ext>
            </a:extLst>
          </p:cNvPr>
          <p:cNvSpPr>
            <a:spLocks noGrp="1"/>
          </p:cNvSpPr>
          <p:nvPr>
            <p:custDataLst>
              <p:tags r:id="rId3"/>
            </p:custDataLst>
          </p:nvPr>
        </p:nvSpPr>
        <p:spPr bwMode="gray">
          <a:xfrm>
            <a:off x="1019175" y="5765800"/>
            <a:ext cx="112713"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6573EAF0-AFAA-447A-9183-402E158B889E}" type="datetime'''''''''''''''''''0'''''''''''''''''''''''''">
              <a:rPr lang="en-US" altLang="en-US" sz="1600" smtClean="0">
                <a:solidFill>
                  <a:schemeClr val="tx1">
                    <a:lumMod val="85000"/>
                    <a:lumOff val="15000"/>
                  </a:schemeClr>
                </a:solidFill>
                <a:sym typeface="+mn-lt"/>
              </a:rPr>
              <a:pPr algn="r">
                <a:spcBef>
                  <a:spcPct val="0"/>
                </a:spcBef>
                <a:spcAft>
                  <a:spcPct val="0"/>
                </a:spcAft>
              </a:pPr>
              <a:t>0</a:t>
            </a:fld>
            <a:endParaRPr lang="en-US" sz="1600">
              <a:solidFill>
                <a:schemeClr val="tx1">
                  <a:lumMod val="85000"/>
                  <a:lumOff val="15000"/>
                </a:schemeClr>
              </a:solidFill>
              <a:sym typeface="+mn-lt"/>
            </a:endParaRPr>
          </a:p>
        </p:txBody>
      </p:sp>
      <p:sp>
        <p:nvSpPr>
          <p:cNvPr id="30" name="Text Placeholder 3">
            <a:extLst>
              <a:ext uri="{FF2B5EF4-FFF2-40B4-BE49-F238E27FC236}">
                <a16:creationId xmlns:a16="http://schemas.microsoft.com/office/drawing/2014/main" id="{FFB1376B-6E67-F932-62B8-4E421D8F4B1C}"/>
              </a:ext>
            </a:extLst>
          </p:cNvPr>
          <p:cNvSpPr>
            <a:spLocks noGrp="1"/>
          </p:cNvSpPr>
          <p:nvPr>
            <p:custDataLst>
              <p:tags r:id="rId4"/>
            </p:custDataLst>
          </p:nvPr>
        </p:nvSpPr>
        <p:spPr bwMode="gray">
          <a:xfrm>
            <a:off x="793750" y="4899025"/>
            <a:ext cx="33813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5C1E7BEB-568E-4803-BDD7-9960C1F691D0}" type="datetime'''''''''''''1''0''''''''''''''''''''''''0'''''''''''''''">
              <a:rPr lang="en-US" altLang="en-US" sz="1600" smtClean="0">
                <a:solidFill>
                  <a:schemeClr val="tx1">
                    <a:lumMod val="85000"/>
                    <a:lumOff val="15000"/>
                  </a:schemeClr>
                </a:solidFill>
                <a:sym typeface="+mn-lt"/>
              </a:rPr>
              <a:pPr algn="r">
                <a:spcBef>
                  <a:spcPct val="0"/>
                </a:spcBef>
                <a:spcAft>
                  <a:spcPct val="0"/>
                </a:spcAft>
              </a:pPr>
              <a:t>100</a:t>
            </a:fld>
            <a:endParaRPr lang="en-US" sz="1600">
              <a:solidFill>
                <a:schemeClr val="tx1">
                  <a:lumMod val="85000"/>
                  <a:lumOff val="15000"/>
                </a:schemeClr>
              </a:solidFill>
              <a:sym typeface="+mn-lt"/>
            </a:endParaRPr>
          </a:p>
        </p:txBody>
      </p:sp>
      <p:sp>
        <p:nvSpPr>
          <p:cNvPr id="31" name="Text Placeholder 3">
            <a:extLst>
              <a:ext uri="{FF2B5EF4-FFF2-40B4-BE49-F238E27FC236}">
                <a16:creationId xmlns:a16="http://schemas.microsoft.com/office/drawing/2014/main" id="{32D353EE-DF97-9F9B-30F3-2BBE8BEE04E2}"/>
              </a:ext>
            </a:extLst>
          </p:cNvPr>
          <p:cNvSpPr>
            <a:spLocks noGrp="1"/>
          </p:cNvSpPr>
          <p:nvPr>
            <p:custDataLst>
              <p:tags r:id="rId5"/>
            </p:custDataLst>
          </p:nvPr>
        </p:nvSpPr>
        <p:spPr bwMode="gray">
          <a:xfrm>
            <a:off x="793750" y="4033838"/>
            <a:ext cx="33813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E4DA5719-0C9E-41BE-AFA1-8B1124AF5F0C}" type="datetime'''''2''''0''''''''''''''''''''''''''0'''''''''''''''">
              <a:rPr lang="en-US" altLang="en-US" sz="1600" smtClean="0">
                <a:solidFill>
                  <a:schemeClr val="tx1">
                    <a:lumMod val="85000"/>
                    <a:lumOff val="15000"/>
                  </a:schemeClr>
                </a:solidFill>
                <a:sym typeface="+mn-lt"/>
              </a:rPr>
              <a:pPr algn="r">
                <a:spcBef>
                  <a:spcPct val="0"/>
                </a:spcBef>
                <a:spcAft>
                  <a:spcPct val="0"/>
                </a:spcAft>
              </a:pPr>
              <a:t>200</a:t>
            </a:fld>
            <a:endParaRPr lang="en-US" sz="1600">
              <a:solidFill>
                <a:schemeClr val="tx1">
                  <a:lumMod val="85000"/>
                  <a:lumOff val="15000"/>
                </a:schemeClr>
              </a:solidFill>
              <a:sym typeface="+mn-lt"/>
            </a:endParaRPr>
          </a:p>
        </p:txBody>
      </p:sp>
      <p:sp>
        <p:nvSpPr>
          <p:cNvPr id="33" name="Text Placeholder 3">
            <a:extLst>
              <a:ext uri="{FF2B5EF4-FFF2-40B4-BE49-F238E27FC236}">
                <a16:creationId xmlns:a16="http://schemas.microsoft.com/office/drawing/2014/main" id="{AD37A998-9982-D744-A793-CCD2C12758EB}"/>
              </a:ext>
            </a:extLst>
          </p:cNvPr>
          <p:cNvSpPr>
            <a:spLocks noGrp="1"/>
          </p:cNvSpPr>
          <p:nvPr>
            <p:custDataLst>
              <p:tags r:id="rId6"/>
            </p:custDataLst>
          </p:nvPr>
        </p:nvSpPr>
        <p:spPr bwMode="gray">
          <a:xfrm>
            <a:off x="793750" y="3168650"/>
            <a:ext cx="33813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6975A29E-7283-4EF1-8162-C52A552ABC3F}" type="datetime'''''''''''''3''''''''''0''''''''''0'''''''''''''">
              <a:rPr lang="en-US" altLang="en-US" sz="1600" smtClean="0">
                <a:solidFill>
                  <a:schemeClr val="tx1">
                    <a:lumMod val="85000"/>
                    <a:lumOff val="15000"/>
                  </a:schemeClr>
                </a:solidFill>
                <a:sym typeface="+mn-lt"/>
              </a:rPr>
              <a:pPr algn="r">
                <a:spcBef>
                  <a:spcPct val="0"/>
                </a:spcBef>
                <a:spcAft>
                  <a:spcPct val="0"/>
                </a:spcAft>
              </a:pPr>
              <a:t>300</a:t>
            </a:fld>
            <a:endParaRPr lang="en-US" sz="1600">
              <a:solidFill>
                <a:schemeClr val="tx1">
                  <a:lumMod val="85000"/>
                  <a:lumOff val="15000"/>
                </a:schemeClr>
              </a:solidFill>
              <a:sym typeface="+mn-lt"/>
            </a:endParaRPr>
          </a:p>
        </p:txBody>
      </p:sp>
      <p:sp>
        <p:nvSpPr>
          <p:cNvPr id="34" name="Text Placeholder 3">
            <a:extLst>
              <a:ext uri="{FF2B5EF4-FFF2-40B4-BE49-F238E27FC236}">
                <a16:creationId xmlns:a16="http://schemas.microsoft.com/office/drawing/2014/main" id="{256E42A9-1553-238C-7B13-4A1432297E3A}"/>
              </a:ext>
            </a:extLst>
          </p:cNvPr>
          <p:cNvSpPr>
            <a:spLocks noGrp="1"/>
          </p:cNvSpPr>
          <p:nvPr>
            <p:custDataLst>
              <p:tags r:id="rId7"/>
            </p:custDataLst>
          </p:nvPr>
        </p:nvSpPr>
        <p:spPr bwMode="gray">
          <a:xfrm>
            <a:off x="793750" y="2303463"/>
            <a:ext cx="33813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D864CF9A-CD41-46D2-90C8-3EF13945DC52}" type="datetime'''4''''''''''''''''''''''''''''''0''''''''''''''0'''''''">
              <a:rPr lang="en-US" altLang="en-US" sz="1600" smtClean="0">
                <a:solidFill>
                  <a:schemeClr val="tx1">
                    <a:lumMod val="85000"/>
                    <a:lumOff val="15000"/>
                  </a:schemeClr>
                </a:solidFill>
                <a:sym typeface="+mn-lt"/>
              </a:rPr>
              <a:pPr algn="r">
                <a:spcBef>
                  <a:spcPct val="0"/>
                </a:spcBef>
                <a:spcAft>
                  <a:spcPct val="0"/>
                </a:spcAft>
              </a:pPr>
              <a:t>400</a:t>
            </a:fld>
            <a:endParaRPr lang="en-US" sz="1600">
              <a:solidFill>
                <a:schemeClr val="tx1">
                  <a:lumMod val="85000"/>
                  <a:lumOff val="15000"/>
                </a:schemeClr>
              </a:solidFill>
              <a:sym typeface="+mn-lt"/>
            </a:endParaRPr>
          </a:p>
        </p:txBody>
      </p:sp>
      <p:sp>
        <p:nvSpPr>
          <p:cNvPr id="37" name="Text Placeholder 3">
            <a:extLst>
              <a:ext uri="{FF2B5EF4-FFF2-40B4-BE49-F238E27FC236}">
                <a16:creationId xmlns:a16="http://schemas.microsoft.com/office/drawing/2014/main" id="{A91D36A5-CF5F-54A1-094C-20AA1503588A}"/>
              </a:ext>
            </a:extLst>
          </p:cNvPr>
          <p:cNvSpPr>
            <a:spLocks noGrp="1"/>
          </p:cNvSpPr>
          <p:nvPr>
            <p:custDataLst>
              <p:tags r:id="rId8"/>
            </p:custDataLst>
          </p:nvPr>
        </p:nvSpPr>
        <p:spPr bwMode="auto">
          <a:xfrm>
            <a:off x="793750" y="1873250"/>
            <a:ext cx="1287463"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b"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r>
              <a:rPr lang="en-US" altLang="en-US" sz="1600">
                <a:solidFill>
                  <a:schemeClr val="tx1">
                    <a:lumMod val="85000"/>
                    <a:lumOff val="15000"/>
                  </a:schemeClr>
                </a:solidFill>
                <a:sym typeface="+mn-lt"/>
              </a:rPr>
              <a:t>Revenue ($M)</a:t>
            </a:r>
          </a:p>
        </p:txBody>
      </p:sp>
      <p:sp>
        <p:nvSpPr>
          <p:cNvPr id="38" name="Text Placeholder 3">
            <a:extLst>
              <a:ext uri="{FF2B5EF4-FFF2-40B4-BE49-F238E27FC236}">
                <a16:creationId xmlns:a16="http://schemas.microsoft.com/office/drawing/2014/main" id="{3148C243-A5BA-C531-CC23-70B116C7E925}"/>
              </a:ext>
            </a:extLst>
          </p:cNvPr>
          <p:cNvSpPr>
            <a:spLocks noGrp="1"/>
          </p:cNvSpPr>
          <p:nvPr>
            <p:custDataLst>
              <p:tags r:id="rId9"/>
            </p:custDataLst>
          </p:nvPr>
        </p:nvSpPr>
        <p:spPr bwMode="auto">
          <a:xfrm>
            <a:off x="1922463" y="5973763"/>
            <a:ext cx="238125"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2C0CE188-1017-4CE0-88A8-F8E7E9FFBA5F}" type="datetime'''''''9''''''''''''''''''''''''''''''''3'''''''''''''''''">
              <a:rPr lang="en-US" altLang="en-US" sz="1600" smtClean="0">
                <a:solidFill>
                  <a:schemeClr val="tx1">
                    <a:lumMod val="85000"/>
                    <a:lumOff val="15000"/>
                  </a:schemeClr>
                </a:solidFill>
              </a:rPr>
              <a:pPr algn="ctr">
                <a:spcBef>
                  <a:spcPct val="0"/>
                </a:spcBef>
                <a:spcAft>
                  <a:spcPct val="0"/>
                </a:spcAft>
              </a:pPr>
              <a:t>93</a:t>
            </a:fld>
            <a:endParaRPr lang="en-US" sz="1600">
              <a:solidFill>
                <a:schemeClr val="tx1">
                  <a:lumMod val="85000"/>
                  <a:lumOff val="15000"/>
                </a:schemeClr>
              </a:solidFill>
              <a:sym typeface="+mn-lt"/>
            </a:endParaRPr>
          </a:p>
        </p:txBody>
      </p:sp>
      <p:sp>
        <p:nvSpPr>
          <p:cNvPr id="36" name="Text Placeholder 3">
            <a:extLst>
              <a:ext uri="{FF2B5EF4-FFF2-40B4-BE49-F238E27FC236}">
                <a16:creationId xmlns:a16="http://schemas.microsoft.com/office/drawing/2014/main" id="{64C9C6F7-C773-B22F-8F07-7655946BF355}"/>
              </a:ext>
            </a:extLst>
          </p:cNvPr>
          <p:cNvSpPr>
            <a:spLocks noGrp="1"/>
          </p:cNvSpPr>
          <p:nvPr>
            <p:custDataLst>
              <p:tags r:id="rId10"/>
            </p:custDataLst>
          </p:nvPr>
        </p:nvSpPr>
        <p:spPr bwMode="auto">
          <a:xfrm>
            <a:off x="3470275" y="5973763"/>
            <a:ext cx="238125"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95222D31-C054-4DDE-851A-4B94FA79BD03}" type="datetime'''''''''''''''''''''''''''''''''''''''''''''9''''''''''4'''">
              <a:rPr lang="en-US" altLang="en-US" sz="1600" smtClean="0">
                <a:solidFill>
                  <a:schemeClr val="tx1">
                    <a:lumMod val="85000"/>
                    <a:lumOff val="15000"/>
                  </a:schemeClr>
                </a:solidFill>
              </a:rPr>
              <a:pPr algn="ctr">
                <a:spcBef>
                  <a:spcPct val="0"/>
                </a:spcBef>
                <a:spcAft>
                  <a:spcPct val="0"/>
                </a:spcAft>
              </a:pPr>
              <a:t>94</a:t>
            </a:fld>
            <a:endParaRPr lang="en-US" sz="1600">
              <a:solidFill>
                <a:schemeClr val="tx1">
                  <a:lumMod val="85000"/>
                  <a:lumOff val="15000"/>
                </a:schemeClr>
              </a:solidFill>
              <a:sym typeface="+mn-lt"/>
            </a:endParaRPr>
          </a:p>
        </p:txBody>
      </p:sp>
      <p:sp>
        <p:nvSpPr>
          <p:cNvPr id="35" name="Text Placeholder 3">
            <a:extLst>
              <a:ext uri="{FF2B5EF4-FFF2-40B4-BE49-F238E27FC236}">
                <a16:creationId xmlns:a16="http://schemas.microsoft.com/office/drawing/2014/main" id="{668F9E1C-8E90-E07F-59FF-735894EB0790}"/>
              </a:ext>
            </a:extLst>
          </p:cNvPr>
          <p:cNvSpPr>
            <a:spLocks noGrp="1"/>
          </p:cNvSpPr>
          <p:nvPr>
            <p:custDataLst>
              <p:tags r:id="rId11"/>
            </p:custDataLst>
          </p:nvPr>
        </p:nvSpPr>
        <p:spPr bwMode="auto">
          <a:xfrm>
            <a:off x="5016500" y="5973763"/>
            <a:ext cx="238125"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DB979629-580C-49C8-AFC7-5A9C0D9B9C5C}" type="datetime'''''''''''''''''''''''''''''''''''9''''5'">
              <a:rPr lang="en-US" altLang="en-US" sz="1600" smtClean="0">
                <a:solidFill>
                  <a:schemeClr val="tx1">
                    <a:lumMod val="85000"/>
                    <a:lumOff val="15000"/>
                  </a:schemeClr>
                </a:solidFill>
              </a:rPr>
              <a:pPr algn="ctr">
                <a:spcBef>
                  <a:spcPct val="0"/>
                </a:spcBef>
                <a:spcAft>
                  <a:spcPct val="0"/>
                </a:spcAft>
              </a:pPr>
              <a:t>95</a:t>
            </a:fld>
            <a:endParaRPr lang="en-US" sz="1600">
              <a:solidFill>
                <a:schemeClr val="tx1">
                  <a:lumMod val="85000"/>
                  <a:lumOff val="15000"/>
                </a:schemeClr>
              </a:solidFill>
              <a:sym typeface="+mn-lt"/>
            </a:endParaRPr>
          </a:p>
        </p:txBody>
      </p:sp>
      <p:sp>
        <p:nvSpPr>
          <p:cNvPr id="39" name="Text Placeholder 3">
            <a:extLst>
              <a:ext uri="{FF2B5EF4-FFF2-40B4-BE49-F238E27FC236}">
                <a16:creationId xmlns:a16="http://schemas.microsoft.com/office/drawing/2014/main" id="{8DCDB632-3BA4-6EA6-6E69-9EFB908C3EF1}"/>
              </a:ext>
            </a:extLst>
          </p:cNvPr>
          <p:cNvSpPr>
            <a:spLocks noGrp="1"/>
          </p:cNvSpPr>
          <p:nvPr>
            <p:custDataLst>
              <p:tags r:id="rId12"/>
            </p:custDataLst>
          </p:nvPr>
        </p:nvSpPr>
        <p:spPr bwMode="auto">
          <a:xfrm>
            <a:off x="6564313" y="5973763"/>
            <a:ext cx="238125"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926D29C8-B5DF-4CB4-8DB4-4F136CA2E6B0}" type="datetime'''''''''''''''''''''''''''''''''''''''''''''''9''''''''''6'''">
              <a:rPr lang="en-US" altLang="en-US" sz="1600" smtClean="0">
                <a:solidFill>
                  <a:schemeClr val="tx1">
                    <a:lumMod val="85000"/>
                    <a:lumOff val="15000"/>
                  </a:schemeClr>
                </a:solidFill>
              </a:rPr>
              <a:pPr algn="ctr">
                <a:spcBef>
                  <a:spcPct val="0"/>
                </a:spcBef>
                <a:spcAft>
                  <a:spcPct val="0"/>
                </a:spcAft>
              </a:pPr>
              <a:t>96</a:t>
            </a:fld>
            <a:endParaRPr lang="en-US" sz="1600">
              <a:solidFill>
                <a:schemeClr val="tx1">
                  <a:lumMod val="85000"/>
                  <a:lumOff val="15000"/>
                </a:schemeClr>
              </a:solidFill>
              <a:sym typeface="+mn-lt"/>
            </a:endParaRPr>
          </a:p>
        </p:txBody>
      </p:sp>
      <p:sp>
        <p:nvSpPr>
          <p:cNvPr id="40" name="Rectangle 9">
            <a:extLst>
              <a:ext uri="{FF2B5EF4-FFF2-40B4-BE49-F238E27FC236}">
                <a16:creationId xmlns:a16="http://schemas.microsoft.com/office/drawing/2014/main" id="{099A5F33-F3A5-B5F7-C2E6-2D439D569DA7}"/>
              </a:ext>
            </a:extLst>
          </p:cNvPr>
          <p:cNvSpPr>
            <a:spLocks noChangeArrowheads="1"/>
          </p:cNvSpPr>
          <p:nvPr/>
        </p:nvSpPr>
        <p:spPr bwMode="auto">
          <a:xfrm>
            <a:off x="8289924" y="2292350"/>
            <a:ext cx="3468688" cy="401638"/>
          </a:xfrm>
          <a:prstGeom prst="rect">
            <a:avLst/>
          </a:prstGeom>
          <a:solidFill>
            <a:schemeClr val="accent2"/>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lstStyle/>
          <a:p>
            <a:pPr algn="ctr">
              <a:defRPr/>
            </a:pPr>
            <a:r>
              <a:rPr lang="en-US" sz="2000">
                <a:solidFill>
                  <a:srgbClr val="FFFFFF"/>
                </a:solidFill>
                <a:latin typeface="+mn-lt"/>
              </a:rPr>
              <a:t>Design thoughts</a:t>
            </a:r>
          </a:p>
        </p:txBody>
      </p:sp>
      <p:sp>
        <p:nvSpPr>
          <p:cNvPr id="41" name="Rectangle 10">
            <a:extLst>
              <a:ext uri="{FF2B5EF4-FFF2-40B4-BE49-F238E27FC236}">
                <a16:creationId xmlns:a16="http://schemas.microsoft.com/office/drawing/2014/main" id="{19F16854-2E6E-38CB-1942-CA6434E82CB0}"/>
              </a:ext>
            </a:extLst>
          </p:cNvPr>
          <p:cNvSpPr>
            <a:spLocks noChangeArrowheads="1"/>
          </p:cNvSpPr>
          <p:nvPr/>
        </p:nvSpPr>
        <p:spPr bwMode="auto">
          <a:xfrm>
            <a:off x="8289924" y="2693988"/>
            <a:ext cx="3468688" cy="3394075"/>
          </a:xfrm>
          <a:prstGeom prst="rect">
            <a:avLst/>
          </a:prstGeom>
          <a:solidFill>
            <a:schemeClr val="bg1"/>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noAutofit/>
          </a:bodyPr>
          <a:lstStyle/>
          <a:p>
            <a:pPr>
              <a:buSzPct val="100000"/>
              <a:buFont typeface="Trebuchet MS" panose="020B0603020202020204" pitchFamily="34" charset="0"/>
              <a:buChar char="​"/>
              <a:defRPr/>
            </a:pPr>
            <a:r>
              <a:rPr lang="en-US" sz="1600">
                <a:solidFill>
                  <a:schemeClr val="tx1">
                    <a:lumMod val="100000"/>
                  </a:schemeClr>
                </a:solidFill>
              </a:rPr>
              <a:t>A low-density display that</a:t>
            </a:r>
            <a:br>
              <a:rPr lang="en-US" sz="1600">
                <a:solidFill>
                  <a:schemeClr val="tx1">
                    <a:lumMod val="100000"/>
                  </a:schemeClr>
                </a:solidFill>
              </a:rPr>
            </a:br>
            <a:r>
              <a:rPr lang="en-US" sz="1600">
                <a:solidFill>
                  <a:schemeClr val="tx1">
                    <a:lumMod val="100000"/>
                  </a:schemeClr>
                </a:solidFill>
              </a:rPr>
              <a:t>only indirectly addresses the</a:t>
            </a:r>
            <a:br>
              <a:rPr lang="en-US" sz="1600">
                <a:solidFill>
                  <a:schemeClr val="tx1">
                    <a:lumMod val="100000"/>
                  </a:schemeClr>
                </a:solidFill>
              </a:rPr>
            </a:br>
            <a:r>
              <a:rPr lang="en-US" sz="1600">
                <a:solidFill>
                  <a:schemeClr val="tx1">
                    <a:lumMod val="100000"/>
                  </a:schemeClr>
                </a:solidFill>
              </a:rPr>
              <a:t>mix question</a:t>
            </a:r>
          </a:p>
        </p:txBody>
      </p:sp>
      <p:sp>
        <p:nvSpPr>
          <p:cNvPr id="42" name="Rectangle 41">
            <a:extLst>
              <a:ext uri="{FF2B5EF4-FFF2-40B4-BE49-F238E27FC236}">
                <a16:creationId xmlns:a16="http://schemas.microsoft.com/office/drawing/2014/main" id="{312894E6-AFA6-6D44-3639-8415621AA067}"/>
              </a:ext>
            </a:extLst>
          </p:cNvPr>
          <p:cNvSpPr/>
          <p:nvPr>
            <p:custDataLst>
              <p:tags r:id="rId13"/>
            </p:custDataLst>
          </p:nvPr>
        </p:nvSpPr>
        <p:spPr bwMode="gray">
          <a:xfrm>
            <a:off x="2247900" y="6467475"/>
            <a:ext cx="285750" cy="214313"/>
          </a:xfrm>
          <a:prstGeom prst="rect">
            <a:avLst/>
          </a:prstGeom>
          <a:solidFill>
            <a:schemeClr val="accent1"/>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3" name="Rectangle 42">
            <a:extLst>
              <a:ext uri="{FF2B5EF4-FFF2-40B4-BE49-F238E27FC236}">
                <a16:creationId xmlns:a16="http://schemas.microsoft.com/office/drawing/2014/main" id="{19059BEF-B7FB-76D8-0B8B-D310522BBD97}"/>
              </a:ext>
            </a:extLst>
          </p:cNvPr>
          <p:cNvSpPr/>
          <p:nvPr>
            <p:custDataLst>
              <p:tags r:id="rId14"/>
            </p:custDataLst>
          </p:nvPr>
        </p:nvSpPr>
        <p:spPr bwMode="gray">
          <a:xfrm>
            <a:off x="3973513" y="6467475"/>
            <a:ext cx="285750" cy="214313"/>
          </a:xfrm>
          <a:prstGeom prst="rect">
            <a:avLst/>
          </a:prstGeom>
          <a:solidFill>
            <a:schemeClr val="accent2"/>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4" name="Rectangle 43">
            <a:extLst>
              <a:ext uri="{FF2B5EF4-FFF2-40B4-BE49-F238E27FC236}">
                <a16:creationId xmlns:a16="http://schemas.microsoft.com/office/drawing/2014/main" id="{516F7A76-E7B1-21F8-F86D-91ED99C387CD}"/>
              </a:ext>
            </a:extLst>
          </p:cNvPr>
          <p:cNvSpPr/>
          <p:nvPr>
            <p:custDataLst>
              <p:tags r:id="rId15"/>
            </p:custDataLst>
          </p:nvPr>
        </p:nvSpPr>
        <p:spPr bwMode="gray">
          <a:xfrm>
            <a:off x="5065713" y="6467475"/>
            <a:ext cx="285750" cy="214313"/>
          </a:xfrm>
          <a:prstGeom prst="rect">
            <a:avLst/>
          </a:prstGeom>
          <a:solidFill>
            <a:schemeClr val="accent3"/>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5" name="Text Placeholder 3">
            <a:extLst>
              <a:ext uri="{FF2B5EF4-FFF2-40B4-BE49-F238E27FC236}">
                <a16:creationId xmlns:a16="http://schemas.microsoft.com/office/drawing/2014/main" id="{4966D30B-C55E-F303-6309-935EBEC49F74}"/>
              </a:ext>
            </a:extLst>
          </p:cNvPr>
          <p:cNvSpPr>
            <a:spLocks noGrp="1"/>
          </p:cNvSpPr>
          <p:nvPr>
            <p:custDataLst>
              <p:tags r:id="rId16"/>
            </p:custDataLst>
          </p:nvPr>
        </p:nvSpPr>
        <p:spPr bwMode="auto">
          <a:xfrm>
            <a:off x="2584450" y="6443663"/>
            <a:ext cx="1287463"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6315BC8D-D317-45CE-9B30-FED12EE64C97}" type="datetime'''''''''''N''or''t''''h A''''''''''''''''''''m''''''erica'''">
              <a:rPr lang="en-US" altLang="en-US" sz="1600" smtClean="0">
                <a:solidFill>
                  <a:schemeClr val="tx1">
                    <a:lumMod val="85000"/>
                    <a:lumOff val="15000"/>
                  </a:schemeClr>
                </a:solidFill>
              </a:rPr>
              <a:pPr>
                <a:spcBef>
                  <a:spcPct val="0"/>
                </a:spcBef>
                <a:spcAft>
                  <a:spcPct val="0"/>
                </a:spcAft>
              </a:pPr>
              <a:t>North America</a:t>
            </a:fld>
            <a:endParaRPr lang="en-US" sz="1600">
              <a:solidFill>
                <a:schemeClr val="tx1">
                  <a:lumMod val="85000"/>
                  <a:lumOff val="15000"/>
                </a:schemeClr>
              </a:solidFill>
              <a:sym typeface="+mn-lt"/>
            </a:endParaRPr>
          </a:p>
        </p:txBody>
      </p:sp>
      <p:sp>
        <p:nvSpPr>
          <p:cNvPr id="46" name="Text Placeholder 3">
            <a:extLst>
              <a:ext uri="{FF2B5EF4-FFF2-40B4-BE49-F238E27FC236}">
                <a16:creationId xmlns:a16="http://schemas.microsoft.com/office/drawing/2014/main" id="{94C8A648-0798-C51B-C0F8-295B56110CB4}"/>
              </a:ext>
            </a:extLst>
          </p:cNvPr>
          <p:cNvSpPr>
            <a:spLocks noGrp="1"/>
          </p:cNvSpPr>
          <p:nvPr>
            <p:custDataLst>
              <p:tags r:id="rId17"/>
            </p:custDataLst>
          </p:nvPr>
        </p:nvSpPr>
        <p:spPr bwMode="auto">
          <a:xfrm>
            <a:off x="4310062" y="6443663"/>
            <a:ext cx="654050"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E654C05F-DF4C-4793-8F24-2FA298E977DC}" type="datetime'''E''''u''''''''''''r''''''''o''p''''''e'''''''''''''''">
              <a:rPr lang="en-US" altLang="en-US" sz="1600" smtClean="0">
                <a:solidFill>
                  <a:schemeClr val="tx1">
                    <a:lumMod val="85000"/>
                    <a:lumOff val="15000"/>
                  </a:schemeClr>
                </a:solidFill>
              </a:rPr>
              <a:pPr>
                <a:spcBef>
                  <a:spcPct val="0"/>
                </a:spcBef>
                <a:spcAft>
                  <a:spcPct val="0"/>
                </a:spcAft>
              </a:pPr>
              <a:t>Europe</a:t>
            </a:fld>
            <a:endParaRPr lang="en-US" sz="1600">
              <a:solidFill>
                <a:schemeClr val="tx1">
                  <a:lumMod val="85000"/>
                  <a:lumOff val="15000"/>
                </a:schemeClr>
              </a:solidFill>
              <a:sym typeface="+mn-lt"/>
            </a:endParaRPr>
          </a:p>
        </p:txBody>
      </p:sp>
      <p:sp>
        <p:nvSpPr>
          <p:cNvPr id="47" name="Text Placeholder 3">
            <a:extLst>
              <a:ext uri="{FF2B5EF4-FFF2-40B4-BE49-F238E27FC236}">
                <a16:creationId xmlns:a16="http://schemas.microsoft.com/office/drawing/2014/main" id="{6AEDF0E7-B8F8-D7A4-CE58-6303F6D745C4}"/>
              </a:ext>
            </a:extLst>
          </p:cNvPr>
          <p:cNvSpPr>
            <a:spLocks noGrp="1"/>
          </p:cNvSpPr>
          <p:nvPr>
            <p:custDataLst>
              <p:tags r:id="rId18"/>
            </p:custDataLst>
          </p:nvPr>
        </p:nvSpPr>
        <p:spPr bwMode="auto">
          <a:xfrm>
            <a:off x="5402263" y="6443663"/>
            <a:ext cx="1047750"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B022CDC8-966C-4D8F-B461-B7EA04C1EA73}" type="datetime'''''A''sia''/''''P''''a''''''ci''f''''''''''''i''''''''''c'''">
              <a:rPr lang="en-US" altLang="en-US" sz="1600" smtClean="0">
                <a:solidFill>
                  <a:schemeClr val="tx1">
                    <a:lumMod val="85000"/>
                    <a:lumOff val="15000"/>
                  </a:schemeClr>
                </a:solidFill>
              </a:rPr>
              <a:pPr>
                <a:spcBef>
                  <a:spcPct val="0"/>
                </a:spcBef>
                <a:spcAft>
                  <a:spcPct val="0"/>
                </a:spcAft>
              </a:pPr>
              <a:t>Asia/Pacific</a:t>
            </a:fld>
            <a:endParaRPr lang="en-US" sz="1600">
              <a:solidFill>
                <a:schemeClr val="tx1">
                  <a:lumMod val="85000"/>
                  <a:lumOff val="15000"/>
                </a:schemeClr>
              </a:solidFill>
              <a:sym typeface="+mn-lt"/>
            </a:endParaRPr>
          </a:p>
        </p:txBody>
      </p:sp>
    </p:spTree>
    <p:extLst>
      <p:ext uri="{BB962C8B-B14F-4D97-AF65-F5344CB8AC3E}">
        <p14:creationId xmlns:p14="http://schemas.microsoft.com/office/powerpoint/2010/main" val="3787920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7A12A-94D2-97C2-9651-B0A883C2E03C}"/>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D419C89-ED21-17F8-046D-4A559F708A60}"/>
              </a:ext>
            </a:extLst>
          </p:cNvPr>
          <p:cNvGraphicFramePr>
            <a:graphicFrameLocks noChangeAspect="1"/>
          </p:cNvGraphicFramePr>
          <p:nvPr>
            <p:custDataLst>
              <p:tags r:id="rId1"/>
            </p:custDataLst>
            <p:extLst>
              <p:ext uri="{D42A27DB-BD31-4B8C-83A1-F6EECF244321}">
                <p14:modId xmlns:p14="http://schemas.microsoft.com/office/powerpoint/2010/main" val="4750421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404" imgH="405" progId="TCLayout.ActiveDocument.1">
                  <p:embed/>
                </p:oleObj>
              </mc:Choice>
              <mc:Fallback>
                <p:oleObj name="think-cell Slide" r:id="rId36" imgW="404" imgH="405" progId="TCLayout.ActiveDocument.1">
                  <p:embed/>
                  <p:pic>
                    <p:nvPicPr>
                      <p:cNvPr id="7" name="think-cell data - do not delete" hidden="1">
                        <a:extLst>
                          <a:ext uri="{FF2B5EF4-FFF2-40B4-BE49-F238E27FC236}">
                            <a16:creationId xmlns:a16="http://schemas.microsoft.com/office/drawing/2014/main" id="{BD419C89-ED21-17F8-046D-4A559F708A60}"/>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DE87443E-F59D-5099-1893-E07BBA230A2C}"/>
              </a:ext>
            </a:extLst>
          </p:cNvPr>
          <p:cNvSpPr>
            <a:spLocks noGrp="1"/>
          </p:cNvSpPr>
          <p:nvPr>
            <p:ph type="title"/>
          </p:nvPr>
        </p:nvSpPr>
        <p:spPr/>
        <p:txBody>
          <a:bodyPr vert="horz"/>
          <a:lstStyle/>
          <a:p>
            <a:r>
              <a:rPr lang="en-US"/>
              <a:t>Option 2</a:t>
            </a:r>
          </a:p>
        </p:txBody>
      </p:sp>
      <p:sp>
        <p:nvSpPr>
          <p:cNvPr id="5" name="Subtitle 4">
            <a:extLst>
              <a:ext uri="{FF2B5EF4-FFF2-40B4-BE49-F238E27FC236}">
                <a16:creationId xmlns:a16="http://schemas.microsoft.com/office/drawing/2014/main" id="{8A148C35-F8A8-13FC-9800-4A7223979DD0}"/>
              </a:ext>
            </a:extLst>
          </p:cNvPr>
          <p:cNvSpPr>
            <a:spLocks noGrp="1"/>
          </p:cNvSpPr>
          <p:nvPr>
            <p:ph type="subTitle" idx="1"/>
          </p:nvPr>
        </p:nvSpPr>
        <p:spPr/>
        <p:txBody>
          <a:bodyPr/>
          <a:lstStyle/>
          <a:p>
            <a:endParaRPr lang="en-US"/>
          </a:p>
        </p:txBody>
      </p:sp>
      <p:sp>
        <p:nvSpPr>
          <p:cNvPr id="40" name="Rectangle 9">
            <a:extLst>
              <a:ext uri="{FF2B5EF4-FFF2-40B4-BE49-F238E27FC236}">
                <a16:creationId xmlns:a16="http://schemas.microsoft.com/office/drawing/2014/main" id="{5069FFFF-F1FD-A20B-D53A-24AEE2EBAEAE}"/>
              </a:ext>
            </a:extLst>
          </p:cNvPr>
          <p:cNvSpPr>
            <a:spLocks noChangeArrowheads="1"/>
          </p:cNvSpPr>
          <p:nvPr/>
        </p:nvSpPr>
        <p:spPr bwMode="auto">
          <a:xfrm>
            <a:off x="8289924" y="2292350"/>
            <a:ext cx="3468688" cy="401638"/>
          </a:xfrm>
          <a:prstGeom prst="rect">
            <a:avLst/>
          </a:prstGeom>
          <a:solidFill>
            <a:schemeClr val="accent2"/>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lstStyle/>
          <a:p>
            <a:pPr algn="ctr">
              <a:defRPr/>
            </a:pPr>
            <a:r>
              <a:rPr lang="en-US" sz="2000">
                <a:solidFill>
                  <a:srgbClr val="FFFFFF"/>
                </a:solidFill>
                <a:latin typeface="+mn-lt"/>
              </a:rPr>
              <a:t>Design thoughts</a:t>
            </a:r>
          </a:p>
        </p:txBody>
      </p:sp>
      <p:sp>
        <p:nvSpPr>
          <p:cNvPr id="41" name="Rectangle 10">
            <a:extLst>
              <a:ext uri="{FF2B5EF4-FFF2-40B4-BE49-F238E27FC236}">
                <a16:creationId xmlns:a16="http://schemas.microsoft.com/office/drawing/2014/main" id="{B472D626-4600-6D4B-2BAD-1C027B3B1B42}"/>
              </a:ext>
            </a:extLst>
          </p:cNvPr>
          <p:cNvSpPr>
            <a:spLocks noChangeArrowheads="1"/>
          </p:cNvSpPr>
          <p:nvPr/>
        </p:nvSpPr>
        <p:spPr bwMode="auto">
          <a:xfrm>
            <a:off x="8289924" y="2693988"/>
            <a:ext cx="3468688" cy="3394075"/>
          </a:xfrm>
          <a:prstGeom prst="rect">
            <a:avLst/>
          </a:prstGeom>
          <a:solidFill>
            <a:schemeClr val="bg1"/>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noAutofit/>
          </a:bodyPr>
          <a:lstStyle/>
          <a:p>
            <a:pPr>
              <a:buSzPct val="100000"/>
              <a:buFont typeface="Trebuchet MS" panose="020B0603020202020204" pitchFamily="34" charset="0"/>
              <a:buChar char="​"/>
              <a:defRPr/>
            </a:pPr>
            <a:r>
              <a:rPr lang="en-US" sz="1600">
                <a:solidFill>
                  <a:schemeClr val="tx1">
                    <a:lumMod val="100000"/>
                  </a:schemeClr>
                </a:solidFill>
              </a:rPr>
              <a:t>Stacked bar design and regional CAGRs more closely address </a:t>
            </a:r>
            <a:br>
              <a:rPr lang="en-US" sz="1600">
                <a:solidFill>
                  <a:schemeClr val="tx1">
                    <a:lumMod val="100000"/>
                  </a:schemeClr>
                </a:solidFill>
              </a:rPr>
            </a:br>
            <a:r>
              <a:rPr lang="en-US" sz="1600">
                <a:solidFill>
                  <a:schemeClr val="tx1">
                    <a:lumMod val="100000"/>
                  </a:schemeClr>
                </a:solidFill>
              </a:rPr>
              <a:t>mix question</a:t>
            </a:r>
          </a:p>
          <a:p>
            <a:pPr>
              <a:buSzPct val="100000"/>
              <a:buFont typeface="Trebuchet MS" panose="020B0603020202020204" pitchFamily="34" charset="0"/>
              <a:buChar char="​"/>
              <a:defRPr/>
            </a:pPr>
            <a:endParaRPr lang="en-US" sz="1600">
              <a:solidFill>
                <a:schemeClr val="tx1">
                  <a:lumMod val="100000"/>
                </a:schemeClr>
              </a:solidFill>
            </a:endParaRPr>
          </a:p>
          <a:p>
            <a:pPr>
              <a:buSzPct val="100000"/>
              <a:buFont typeface="Trebuchet MS" panose="020B0603020202020204" pitchFamily="34" charset="0"/>
              <a:buChar char="​"/>
              <a:defRPr/>
            </a:pPr>
            <a:r>
              <a:rPr lang="en-US" sz="1600">
                <a:solidFill>
                  <a:schemeClr val="tx1">
                    <a:lumMod val="100000"/>
                  </a:schemeClr>
                </a:solidFill>
              </a:rPr>
              <a:t>Density increased through data on/in bars, CAGRs at right and cleaned-up y-axis tic marks</a:t>
            </a:r>
          </a:p>
          <a:p>
            <a:pPr>
              <a:buSzPct val="100000"/>
              <a:buFont typeface="Trebuchet MS" panose="020B0603020202020204" pitchFamily="34" charset="0"/>
              <a:buChar char="​"/>
              <a:defRPr/>
            </a:pPr>
            <a:endParaRPr lang="en-US" sz="1600">
              <a:solidFill>
                <a:schemeClr val="tx1">
                  <a:lumMod val="100000"/>
                </a:schemeClr>
              </a:solidFill>
            </a:endParaRPr>
          </a:p>
          <a:p>
            <a:pPr>
              <a:buSzPct val="100000"/>
              <a:buFont typeface="Trebuchet MS" panose="020B0603020202020204" pitchFamily="34" charset="0"/>
              <a:buChar char="​"/>
              <a:defRPr/>
            </a:pPr>
            <a:r>
              <a:rPr lang="en-US" sz="1600">
                <a:solidFill>
                  <a:schemeClr val="tx1">
                    <a:lumMod val="100000"/>
                  </a:schemeClr>
                </a:solidFill>
              </a:rPr>
              <a:t>Integrity improved though source line and more complete axis label</a:t>
            </a:r>
          </a:p>
        </p:txBody>
      </p:sp>
      <p:cxnSp>
        <p:nvCxnSpPr>
          <p:cNvPr id="8" name="Straight Connector 7">
            <a:extLst>
              <a:ext uri="{FF2B5EF4-FFF2-40B4-BE49-F238E27FC236}">
                <a16:creationId xmlns:a16="http://schemas.microsoft.com/office/drawing/2014/main" id="{F8D30C13-3AAA-ED87-3501-426C47E1C974}"/>
              </a:ext>
            </a:extLst>
          </p:cNvPr>
          <p:cNvCxnSpPr/>
          <p:nvPr>
            <p:custDataLst>
              <p:tags r:id="rId2"/>
            </p:custDataLst>
          </p:nvPr>
        </p:nvCxnSpPr>
        <p:spPr bwMode="gray">
          <a:xfrm flipV="1">
            <a:off x="1778000" y="3908425"/>
            <a:ext cx="407988" cy="49530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C28557A-9285-D4CB-F2F0-2FBD8D3EE948}"/>
              </a:ext>
            </a:extLst>
          </p:cNvPr>
          <p:cNvCxnSpPr/>
          <p:nvPr>
            <p:custDataLst>
              <p:tags r:id="rId3"/>
            </p:custDataLst>
          </p:nvPr>
        </p:nvCxnSpPr>
        <p:spPr bwMode="gray">
          <a:xfrm flipV="1">
            <a:off x="1778000" y="4243388"/>
            <a:ext cx="407988" cy="40322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96755A9-D6A5-9743-04F2-D8710C65538F}"/>
              </a:ext>
            </a:extLst>
          </p:cNvPr>
          <p:cNvCxnSpPr/>
          <p:nvPr>
            <p:custDataLst>
              <p:tags r:id="rId4"/>
            </p:custDataLst>
          </p:nvPr>
        </p:nvCxnSpPr>
        <p:spPr bwMode="gray">
          <a:xfrm flipV="1">
            <a:off x="1778000" y="5592763"/>
            <a:ext cx="407988" cy="16192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D354F5-33C7-3E05-5B6E-3CB65535E9E5}"/>
              </a:ext>
            </a:extLst>
          </p:cNvPr>
          <p:cNvCxnSpPr/>
          <p:nvPr>
            <p:custDataLst>
              <p:tags r:id="rId5"/>
            </p:custDataLst>
          </p:nvPr>
        </p:nvCxnSpPr>
        <p:spPr bwMode="gray">
          <a:xfrm flipV="1">
            <a:off x="2867025" y="3284538"/>
            <a:ext cx="407988" cy="623888"/>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F33F6FF-7801-CAFA-CD1C-9B1B5E1082E4}"/>
              </a:ext>
            </a:extLst>
          </p:cNvPr>
          <p:cNvCxnSpPr/>
          <p:nvPr>
            <p:custDataLst>
              <p:tags r:id="rId6"/>
            </p:custDataLst>
          </p:nvPr>
        </p:nvCxnSpPr>
        <p:spPr bwMode="gray">
          <a:xfrm flipV="1">
            <a:off x="2867025" y="3722688"/>
            <a:ext cx="407988" cy="52070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408C040-27A4-3012-44D9-38606BDBF37E}"/>
              </a:ext>
            </a:extLst>
          </p:cNvPr>
          <p:cNvCxnSpPr/>
          <p:nvPr>
            <p:custDataLst>
              <p:tags r:id="rId7"/>
            </p:custDataLst>
          </p:nvPr>
        </p:nvCxnSpPr>
        <p:spPr bwMode="gray">
          <a:xfrm flipV="1">
            <a:off x="2867025" y="5430838"/>
            <a:ext cx="407988" cy="16192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55681FD-3FB6-6C98-7E98-8EFE450DFC78}"/>
              </a:ext>
            </a:extLst>
          </p:cNvPr>
          <p:cNvCxnSpPr/>
          <p:nvPr>
            <p:custDataLst>
              <p:tags r:id="rId8"/>
            </p:custDataLst>
          </p:nvPr>
        </p:nvCxnSpPr>
        <p:spPr bwMode="gray">
          <a:xfrm flipV="1">
            <a:off x="3957638" y="3094038"/>
            <a:ext cx="407988" cy="19050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8C7C265-ADAA-98BE-E63F-3CE6DD435F9F}"/>
              </a:ext>
            </a:extLst>
          </p:cNvPr>
          <p:cNvCxnSpPr/>
          <p:nvPr>
            <p:custDataLst>
              <p:tags r:id="rId9"/>
            </p:custDataLst>
          </p:nvPr>
        </p:nvCxnSpPr>
        <p:spPr bwMode="gray">
          <a:xfrm flipV="1">
            <a:off x="3957638" y="3597275"/>
            <a:ext cx="407988" cy="125413"/>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812F792-9C97-F5EB-EC4E-708F097AE172}"/>
              </a:ext>
            </a:extLst>
          </p:cNvPr>
          <p:cNvCxnSpPr/>
          <p:nvPr>
            <p:custDataLst>
              <p:tags r:id="rId10"/>
            </p:custDataLst>
          </p:nvPr>
        </p:nvCxnSpPr>
        <p:spPr bwMode="gray">
          <a:xfrm>
            <a:off x="3957638" y="5430838"/>
            <a:ext cx="407988" cy="17463"/>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66" name="Chart 65">
            <a:extLst>
              <a:ext uri="{FF2B5EF4-FFF2-40B4-BE49-F238E27FC236}">
                <a16:creationId xmlns:a16="http://schemas.microsoft.com/office/drawing/2014/main" id="{5B376608-5F41-7570-1174-66C54747BF09}"/>
              </a:ext>
            </a:extLst>
          </p:cNvPr>
          <p:cNvGraphicFramePr/>
          <p:nvPr>
            <p:custDataLst>
              <p:tags r:id="rId11"/>
            </p:custDataLst>
            <p:extLst>
              <p:ext uri="{D42A27DB-BD31-4B8C-83A1-F6EECF244321}">
                <p14:modId xmlns:p14="http://schemas.microsoft.com/office/powerpoint/2010/main" val="3693148475"/>
              </p:ext>
            </p:extLst>
          </p:nvPr>
        </p:nvGraphicFramePr>
        <p:xfrm>
          <a:off x="809625" y="1944688"/>
          <a:ext cx="4524375" cy="4157662"/>
        </p:xfrm>
        <a:graphic>
          <a:graphicData uri="http://schemas.openxmlformats.org/drawingml/2006/chart">
            <c:chart xmlns:c="http://schemas.openxmlformats.org/drawingml/2006/chart" xmlns:r="http://schemas.openxmlformats.org/officeDocument/2006/relationships" r:id="rId38"/>
          </a:graphicData>
        </a:graphic>
      </p:graphicFrame>
      <p:sp>
        <p:nvSpPr>
          <p:cNvPr id="18" name="Text Placeholder 3">
            <a:extLst>
              <a:ext uri="{FF2B5EF4-FFF2-40B4-BE49-F238E27FC236}">
                <a16:creationId xmlns:a16="http://schemas.microsoft.com/office/drawing/2014/main" id="{0C57C3AE-84FC-DEC4-2623-09A39BAC4F4A}"/>
              </a:ext>
            </a:extLst>
          </p:cNvPr>
          <p:cNvSpPr>
            <a:spLocks noGrp="1"/>
          </p:cNvSpPr>
          <p:nvPr>
            <p:custDataLst>
              <p:tags r:id="rId12"/>
            </p:custDataLst>
          </p:nvPr>
        </p:nvSpPr>
        <p:spPr bwMode="gray">
          <a:xfrm>
            <a:off x="417513" y="5614988"/>
            <a:ext cx="33813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F029B779-6056-4B17-8558-DF4E4BB6B9F9}" type="datetime'''''1''''''''''''5''''''''''''''''''''0'''''''''''''''''''">
              <a:rPr lang="en-US" altLang="en-US" sz="1600" smtClean="0">
                <a:solidFill>
                  <a:schemeClr val="tx1">
                    <a:lumMod val="85000"/>
                    <a:lumOff val="15000"/>
                  </a:schemeClr>
                </a:solidFill>
                <a:sym typeface="+mn-lt"/>
              </a:rPr>
              <a:pPr algn="r">
                <a:spcBef>
                  <a:spcPct val="0"/>
                </a:spcBef>
                <a:spcAft>
                  <a:spcPct val="0"/>
                </a:spcAft>
              </a:pPr>
              <a:t>150</a:t>
            </a:fld>
            <a:endParaRPr lang="en-US" sz="1600">
              <a:solidFill>
                <a:schemeClr val="tx1">
                  <a:lumMod val="85000"/>
                  <a:lumOff val="15000"/>
                </a:schemeClr>
              </a:solidFill>
              <a:sym typeface="+mn-lt"/>
            </a:endParaRPr>
          </a:p>
        </p:txBody>
      </p:sp>
      <p:sp>
        <p:nvSpPr>
          <p:cNvPr id="19" name="Text Placeholder 3">
            <a:extLst>
              <a:ext uri="{FF2B5EF4-FFF2-40B4-BE49-F238E27FC236}">
                <a16:creationId xmlns:a16="http://schemas.microsoft.com/office/drawing/2014/main" id="{63535743-0CEC-40A4-C469-4014910E8EED}"/>
              </a:ext>
            </a:extLst>
          </p:cNvPr>
          <p:cNvSpPr>
            <a:spLocks noGrp="1"/>
          </p:cNvSpPr>
          <p:nvPr>
            <p:custDataLst>
              <p:tags r:id="rId13"/>
            </p:custDataLst>
          </p:nvPr>
        </p:nvSpPr>
        <p:spPr bwMode="gray">
          <a:xfrm>
            <a:off x="417513" y="4749800"/>
            <a:ext cx="33813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C3DA600A-1614-4FFE-AE5B-42AC6DC07FD4}" type="datetime'''''''3''''00'''''''''''''''''">
              <a:rPr lang="en-US" altLang="en-US" sz="1600" smtClean="0">
                <a:solidFill>
                  <a:schemeClr val="tx1">
                    <a:lumMod val="85000"/>
                    <a:lumOff val="15000"/>
                  </a:schemeClr>
                </a:solidFill>
                <a:sym typeface="+mn-lt"/>
              </a:rPr>
              <a:pPr algn="r">
                <a:spcBef>
                  <a:spcPct val="0"/>
                </a:spcBef>
                <a:spcAft>
                  <a:spcPct val="0"/>
                </a:spcAft>
              </a:pPr>
              <a:t>300</a:t>
            </a:fld>
            <a:endParaRPr lang="en-US" sz="1600">
              <a:solidFill>
                <a:schemeClr val="tx1">
                  <a:lumMod val="85000"/>
                  <a:lumOff val="15000"/>
                </a:schemeClr>
              </a:solidFill>
              <a:sym typeface="+mn-lt"/>
            </a:endParaRPr>
          </a:p>
        </p:txBody>
      </p:sp>
      <p:sp>
        <p:nvSpPr>
          <p:cNvPr id="20" name="Text Placeholder 3">
            <a:extLst>
              <a:ext uri="{FF2B5EF4-FFF2-40B4-BE49-F238E27FC236}">
                <a16:creationId xmlns:a16="http://schemas.microsoft.com/office/drawing/2014/main" id="{F85B85D3-6B1A-2A1B-FCF3-284A86FA7412}"/>
              </a:ext>
            </a:extLst>
          </p:cNvPr>
          <p:cNvSpPr>
            <a:spLocks noGrp="1"/>
          </p:cNvSpPr>
          <p:nvPr>
            <p:custDataLst>
              <p:tags r:id="rId14"/>
            </p:custDataLst>
          </p:nvPr>
        </p:nvSpPr>
        <p:spPr bwMode="gray">
          <a:xfrm>
            <a:off x="417513" y="3884613"/>
            <a:ext cx="33813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F7ADAB20-D087-458A-AFA5-510D681B137D}" type="datetime'''''''''''''''''''''''45''''''0'''''''''''''''''''">
              <a:rPr lang="en-US" altLang="en-US" sz="1600" smtClean="0">
                <a:solidFill>
                  <a:schemeClr val="tx1">
                    <a:lumMod val="85000"/>
                    <a:lumOff val="15000"/>
                  </a:schemeClr>
                </a:solidFill>
                <a:sym typeface="+mn-lt"/>
              </a:rPr>
              <a:pPr algn="r">
                <a:spcBef>
                  <a:spcPct val="0"/>
                </a:spcBef>
                <a:spcAft>
                  <a:spcPct val="0"/>
                </a:spcAft>
              </a:pPr>
              <a:t>450</a:t>
            </a:fld>
            <a:endParaRPr lang="en-US" sz="1600">
              <a:solidFill>
                <a:schemeClr val="tx1">
                  <a:lumMod val="85000"/>
                  <a:lumOff val="15000"/>
                </a:schemeClr>
              </a:solidFill>
              <a:sym typeface="+mn-lt"/>
            </a:endParaRPr>
          </a:p>
        </p:txBody>
      </p:sp>
      <p:sp>
        <p:nvSpPr>
          <p:cNvPr id="17" name="Text Placeholder 3">
            <a:extLst>
              <a:ext uri="{FF2B5EF4-FFF2-40B4-BE49-F238E27FC236}">
                <a16:creationId xmlns:a16="http://schemas.microsoft.com/office/drawing/2014/main" id="{CD1F73BF-3956-4AE1-F963-CEFF454EB1EB}"/>
              </a:ext>
            </a:extLst>
          </p:cNvPr>
          <p:cNvSpPr>
            <a:spLocks noGrp="1"/>
          </p:cNvSpPr>
          <p:nvPr>
            <p:custDataLst>
              <p:tags r:id="rId15"/>
            </p:custDataLst>
          </p:nvPr>
        </p:nvSpPr>
        <p:spPr bwMode="gray">
          <a:xfrm>
            <a:off x="417513" y="3017838"/>
            <a:ext cx="33813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8B9CB1FF-060E-4512-870C-0ACA2D57827D}" type="datetime'''''''''''''''''''''''''''''''6''''''''''0''''''''''''''0'''">
              <a:rPr lang="en-US" altLang="en-US" sz="1600" smtClean="0">
                <a:solidFill>
                  <a:schemeClr val="tx1">
                    <a:lumMod val="85000"/>
                    <a:lumOff val="15000"/>
                  </a:schemeClr>
                </a:solidFill>
                <a:sym typeface="+mn-lt"/>
              </a:rPr>
              <a:pPr algn="r">
                <a:spcBef>
                  <a:spcPct val="0"/>
                </a:spcBef>
                <a:spcAft>
                  <a:spcPct val="0"/>
                </a:spcAft>
              </a:pPr>
              <a:t>600</a:t>
            </a:fld>
            <a:endParaRPr lang="en-US" sz="1600">
              <a:solidFill>
                <a:schemeClr val="tx1">
                  <a:lumMod val="85000"/>
                  <a:lumOff val="15000"/>
                </a:schemeClr>
              </a:solidFill>
              <a:sym typeface="+mn-lt"/>
            </a:endParaRPr>
          </a:p>
        </p:txBody>
      </p:sp>
      <p:sp>
        <p:nvSpPr>
          <p:cNvPr id="16" name="Text Placeholder 3">
            <a:extLst>
              <a:ext uri="{FF2B5EF4-FFF2-40B4-BE49-F238E27FC236}">
                <a16:creationId xmlns:a16="http://schemas.microsoft.com/office/drawing/2014/main" id="{42C34E84-8F46-7B85-0E7C-5FFBBF8E6CE0}"/>
              </a:ext>
            </a:extLst>
          </p:cNvPr>
          <p:cNvSpPr>
            <a:spLocks noGrp="1"/>
          </p:cNvSpPr>
          <p:nvPr>
            <p:custDataLst>
              <p:tags r:id="rId16"/>
            </p:custDataLst>
          </p:nvPr>
        </p:nvSpPr>
        <p:spPr bwMode="gray">
          <a:xfrm>
            <a:off x="417513" y="2152650"/>
            <a:ext cx="33813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B41BA9BB-F903-4E9E-B401-706E04547373}" type="datetime'''''''''''''''''''''7''5''''''''''''''''''0'''''''''''''''''''">
              <a:rPr lang="en-US" altLang="en-US" sz="1600" smtClean="0">
                <a:solidFill>
                  <a:schemeClr val="tx1">
                    <a:lumMod val="85000"/>
                    <a:lumOff val="15000"/>
                  </a:schemeClr>
                </a:solidFill>
                <a:sym typeface="+mn-lt"/>
              </a:rPr>
              <a:pPr algn="r">
                <a:spcBef>
                  <a:spcPct val="0"/>
                </a:spcBef>
                <a:spcAft>
                  <a:spcPct val="0"/>
                </a:spcAft>
              </a:pPr>
              <a:t>750</a:t>
            </a:fld>
            <a:endParaRPr lang="en-US" sz="1600">
              <a:solidFill>
                <a:schemeClr val="tx1">
                  <a:lumMod val="85000"/>
                  <a:lumOff val="15000"/>
                </a:schemeClr>
              </a:solidFill>
              <a:sym typeface="+mn-lt"/>
            </a:endParaRPr>
          </a:p>
        </p:txBody>
      </p:sp>
      <p:sp>
        <p:nvSpPr>
          <p:cNvPr id="22" name="Text Placeholder 3">
            <a:extLst>
              <a:ext uri="{FF2B5EF4-FFF2-40B4-BE49-F238E27FC236}">
                <a16:creationId xmlns:a16="http://schemas.microsoft.com/office/drawing/2014/main" id="{A796A5CE-2050-F480-CA1A-EC9EC292F6A8}"/>
              </a:ext>
            </a:extLst>
          </p:cNvPr>
          <p:cNvSpPr>
            <a:spLocks noGrp="1"/>
          </p:cNvSpPr>
          <p:nvPr>
            <p:custDataLst>
              <p:tags r:id="rId17"/>
            </p:custDataLst>
          </p:nvPr>
        </p:nvSpPr>
        <p:spPr bwMode="auto">
          <a:xfrm>
            <a:off x="4846638" y="6388100"/>
            <a:ext cx="409575"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r>
              <a:rPr lang="en-US" altLang="en-US" sz="1600">
                <a:solidFill>
                  <a:schemeClr val="tx1">
                    <a:lumMod val="85000"/>
                    <a:lumOff val="15000"/>
                  </a:schemeClr>
                </a:solidFill>
                <a:sym typeface="+mn-lt"/>
              </a:rPr>
              <a:t>Year</a:t>
            </a:r>
            <a:endParaRPr lang="en-US" sz="1600">
              <a:solidFill>
                <a:schemeClr val="tx1">
                  <a:lumMod val="85000"/>
                  <a:lumOff val="15000"/>
                </a:schemeClr>
              </a:solidFill>
              <a:sym typeface="+mn-lt"/>
            </a:endParaRPr>
          </a:p>
        </p:txBody>
      </p:sp>
      <p:sp>
        <p:nvSpPr>
          <p:cNvPr id="23" name="Text Placeholder 3">
            <a:extLst>
              <a:ext uri="{FF2B5EF4-FFF2-40B4-BE49-F238E27FC236}">
                <a16:creationId xmlns:a16="http://schemas.microsoft.com/office/drawing/2014/main" id="{7B26A527-2B28-8163-369A-61FE309DC098}"/>
              </a:ext>
            </a:extLst>
          </p:cNvPr>
          <p:cNvSpPr>
            <a:spLocks noGrp="1"/>
          </p:cNvSpPr>
          <p:nvPr>
            <p:custDataLst>
              <p:tags r:id="rId18"/>
            </p:custDataLst>
          </p:nvPr>
        </p:nvSpPr>
        <p:spPr bwMode="auto">
          <a:xfrm>
            <a:off x="417512" y="1722438"/>
            <a:ext cx="1682750"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b"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r>
              <a:rPr lang="en-US" altLang="en-US" sz="1600">
                <a:solidFill>
                  <a:schemeClr val="tx1">
                    <a:lumMod val="85000"/>
                    <a:lumOff val="15000"/>
                  </a:schemeClr>
                </a:solidFill>
                <a:sym typeface="+mn-lt"/>
              </a:rPr>
              <a:t>Real revenue ($M)</a:t>
            </a:r>
          </a:p>
        </p:txBody>
      </p:sp>
      <p:sp>
        <p:nvSpPr>
          <p:cNvPr id="24" name="Text Placeholder 3">
            <a:extLst>
              <a:ext uri="{FF2B5EF4-FFF2-40B4-BE49-F238E27FC236}">
                <a16:creationId xmlns:a16="http://schemas.microsoft.com/office/drawing/2014/main" id="{BEE6F7A9-76FC-F213-9AEF-612ACE8F07BA}"/>
              </a:ext>
            </a:extLst>
          </p:cNvPr>
          <p:cNvSpPr>
            <a:spLocks noGrp="1"/>
          </p:cNvSpPr>
          <p:nvPr>
            <p:custDataLst>
              <p:tags r:id="rId19"/>
            </p:custDataLst>
          </p:nvPr>
        </p:nvSpPr>
        <p:spPr bwMode="gray">
          <a:xfrm>
            <a:off x="1239838" y="5621338"/>
            <a:ext cx="395288" cy="268288"/>
          </a:xfrm>
          <a:prstGeom prst="rect">
            <a:avLst/>
          </a:prstGeom>
          <a:solidFill>
            <a:schemeClr val="accent3"/>
          </a:solidFill>
          <a:ln>
            <a:noFill/>
          </a:ln>
        </p:spPr>
        <p:txBody>
          <a:bodyPr vert="horz" wrap="none" lIns="28575" tIns="0" rIns="28575"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5A57EA36-3262-4450-9159-79BE40A3FD23}" type="datetime'''1''''''''''''''''''''''''''''''''''5''''0'''''''''''">
              <a:rPr lang="en-US" altLang="en-US" sz="1600" smtClean="0">
                <a:solidFill>
                  <a:schemeClr val="bg1"/>
                </a:solidFill>
                <a:effectLst/>
              </a:rPr>
              <a:pPr algn="ctr">
                <a:spcBef>
                  <a:spcPct val="0"/>
                </a:spcBef>
                <a:spcAft>
                  <a:spcPct val="0"/>
                </a:spcAft>
              </a:pPr>
              <a:t>150</a:t>
            </a:fld>
            <a:endParaRPr lang="en-US" sz="1600">
              <a:solidFill>
                <a:schemeClr val="bg1"/>
              </a:solidFill>
              <a:sym typeface="+mn-lt"/>
            </a:endParaRPr>
          </a:p>
        </p:txBody>
      </p:sp>
      <p:sp>
        <p:nvSpPr>
          <p:cNvPr id="26" name="Text Placeholder 3">
            <a:extLst>
              <a:ext uri="{FF2B5EF4-FFF2-40B4-BE49-F238E27FC236}">
                <a16:creationId xmlns:a16="http://schemas.microsoft.com/office/drawing/2014/main" id="{7D2D85DD-31E3-C842-B966-192E73E561B1}"/>
              </a:ext>
            </a:extLst>
          </p:cNvPr>
          <p:cNvSpPr>
            <a:spLocks noGrp="1"/>
          </p:cNvSpPr>
          <p:nvPr>
            <p:custDataLst>
              <p:tags r:id="rId20"/>
            </p:custDataLst>
          </p:nvPr>
        </p:nvSpPr>
        <p:spPr bwMode="auto">
          <a:xfrm>
            <a:off x="1317625" y="5957888"/>
            <a:ext cx="238125"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A3562ACD-C7AF-4CDF-8E5D-AAD8F5F7E56C}" type="datetime'''''''''9''''''''''''''''''''3'''''">
              <a:rPr lang="en-US" altLang="en-US" sz="1600" smtClean="0">
                <a:solidFill>
                  <a:schemeClr val="tx1">
                    <a:lumMod val="85000"/>
                    <a:lumOff val="15000"/>
                  </a:schemeClr>
                </a:solidFill>
              </a:rPr>
              <a:pPr algn="ctr">
                <a:spcBef>
                  <a:spcPct val="0"/>
                </a:spcBef>
                <a:spcAft>
                  <a:spcPct val="0"/>
                </a:spcAft>
              </a:pPr>
              <a:t>93</a:t>
            </a:fld>
            <a:endParaRPr lang="en-US" sz="1600">
              <a:solidFill>
                <a:schemeClr val="tx1">
                  <a:lumMod val="85000"/>
                  <a:lumOff val="15000"/>
                </a:schemeClr>
              </a:solidFill>
              <a:sym typeface="+mn-lt"/>
            </a:endParaRPr>
          </a:p>
        </p:txBody>
      </p:sp>
      <p:sp>
        <p:nvSpPr>
          <p:cNvPr id="27" name="Text Placeholder 3">
            <a:extLst>
              <a:ext uri="{FF2B5EF4-FFF2-40B4-BE49-F238E27FC236}">
                <a16:creationId xmlns:a16="http://schemas.microsoft.com/office/drawing/2014/main" id="{0289315D-4603-6C6B-AEF5-225738F2C5CA}"/>
              </a:ext>
            </a:extLst>
          </p:cNvPr>
          <p:cNvSpPr>
            <a:spLocks noGrp="1"/>
          </p:cNvSpPr>
          <p:nvPr>
            <p:custDataLst>
              <p:tags r:id="rId21"/>
            </p:custDataLst>
          </p:nvPr>
        </p:nvSpPr>
        <p:spPr bwMode="gray">
          <a:xfrm>
            <a:off x="2328863" y="5540375"/>
            <a:ext cx="395288" cy="268288"/>
          </a:xfrm>
          <a:prstGeom prst="rect">
            <a:avLst/>
          </a:prstGeom>
          <a:solidFill>
            <a:schemeClr val="accent3"/>
          </a:solidFill>
          <a:ln>
            <a:noFill/>
          </a:ln>
        </p:spPr>
        <p:txBody>
          <a:bodyPr vert="horz" wrap="none" lIns="28575" tIns="0" rIns="28575"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47433BA7-1279-4982-B0F4-D07BC96C152C}" type="datetime'1''''''''''''''''''''''''''7''''''''8'''''''''''''''''''''''">
              <a:rPr lang="en-US" altLang="en-US" sz="1600" smtClean="0">
                <a:solidFill>
                  <a:schemeClr val="bg1"/>
                </a:solidFill>
                <a:effectLst/>
              </a:rPr>
              <a:pPr algn="ctr">
                <a:spcBef>
                  <a:spcPct val="0"/>
                </a:spcBef>
                <a:spcAft>
                  <a:spcPct val="0"/>
                </a:spcAft>
              </a:pPr>
              <a:t>178</a:t>
            </a:fld>
            <a:endParaRPr lang="en-US" sz="1600">
              <a:solidFill>
                <a:schemeClr val="bg1"/>
              </a:solidFill>
              <a:sym typeface="+mn-lt"/>
            </a:endParaRPr>
          </a:p>
        </p:txBody>
      </p:sp>
      <p:sp>
        <p:nvSpPr>
          <p:cNvPr id="21" name="Text Placeholder 3">
            <a:extLst>
              <a:ext uri="{FF2B5EF4-FFF2-40B4-BE49-F238E27FC236}">
                <a16:creationId xmlns:a16="http://schemas.microsoft.com/office/drawing/2014/main" id="{680D8D43-853E-1473-F847-8C8D250ECEE2}"/>
              </a:ext>
            </a:extLst>
          </p:cNvPr>
          <p:cNvSpPr>
            <a:spLocks noGrp="1"/>
          </p:cNvSpPr>
          <p:nvPr>
            <p:custDataLst>
              <p:tags r:id="rId22"/>
            </p:custDataLst>
          </p:nvPr>
        </p:nvSpPr>
        <p:spPr bwMode="auto">
          <a:xfrm>
            <a:off x="2406650" y="5957888"/>
            <a:ext cx="238125"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D83055BD-6A83-4BFC-9204-834DB65702EC}" type="datetime'''''''''''''''9''''''''''4'''''''''''">
              <a:rPr lang="en-US" altLang="en-US" sz="1600" smtClean="0">
                <a:solidFill>
                  <a:schemeClr val="tx1">
                    <a:lumMod val="85000"/>
                    <a:lumOff val="15000"/>
                  </a:schemeClr>
                </a:solidFill>
              </a:rPr>
              <a:pPr algn="ctr">
                <a:spcBef>
                  <a:spcPct val="0"/>
                </a:spcBef>
                <a:spcAft>
                  <a:spcPct val="0"/>
                </a:spcAft>
              </a:pPr>
              <a:t>94</a:t>
            </a:fld>
            <a:endParaRPr lang="en-US" sz="1600">
              <a:solidFill>
                <a:schemeClr val="tx1">
                  <a:lumMod val="85000"/>
                  <a:lumOff val="15000"/>
                </a:schemeClr>
              </a:solidFill>
              <a:sym typeface="+mn-lt"/>
            </a:endParaRPr>
          </a:p>
        </p:txBody>
      </p:sp>
      <p:sp>
        <p:nvSpPr>
          <p:cNvPr id="25" name="Text Placeholder 3">
            <a:extLst>
              <a:ext uri="{FF2B5EF4-FFF2-40B4-BE49-F238E27FC236}">
                <a16:creationId xmlns:a16="http://schemas.microsoft.com/office/drawing/2014/main" id="{D7CA8734-25A6-9B40-5AF2-DAEAC682EEED}"/>
              </a:ext>
            </a:extLst>
          </p:cNvPr>
          <p:cNvSpPr>
            <a:spLocks noGrp="1"/>
          </p:cNvSpPr>
          <p:nvPr>
            <p:custDataLst>
              <p:tags r:id="rId23"/>
            </p:custDataLst>
          </p:nvPr>
        </p:nvSpPr>
        <p:spPr bwMode="auto">
          <a:xfrm>
            <a:off x="3497263" y="5957888"/>
            <a:ext cx="238125"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3C8F3697-53E8-46F3-86AA-DDD5CB68EB96}" type="datetime'''''''''''''''''''''''''''''''''''''''''''''''''''95'">
              <a:rPr lang="en-US" altLang="en-US" sz="1600" smtClean="0">
                <a:solidFill>
                  <a:schemeClr val="tx1">
                    <a:lumMod val="85000"/>
                    <a:lumOff val="15000"/>
                  </a:schemeClr>
                </a:solidFill>
              </a:rPr>
              <a:pPr algn="ctr">
                <a:spcBef>
                  <a:spcPct val="0"/>
                </a:spcBef>
                <a:spcAft>
                  <a:spcPct val="0"/>
                </a:spcAft>
              </a:pPr>
              <a:t>95</a:t>
            </a:fld>
            <a:endParaRPr lang="en-US" sz="1600">
              <a:solidFill>
                <a:schemeClr val="tx1">
                  <a:lumMod val="85000"/>
                  <a:lumOff val="15000"/>
                </a:schemeClr>
              </a:solidFill>
              <a:sym typeface="+mn-lt"/>
            </a:endParaRPr>
          </a:p>
        </p:txBody>
      </p:sp>
      <p:sp>
        <p:nvSpPr>
          <p:cNvPr id="28" name="Text Placeholder 3">
            <a:extLst>
              <a:ext uri="{FF2B5EF4-FFF2-40B4-BE49-F238E27FC236}">
                <a16:creationId xmlns:a16="http://schemas.microsoft.com/office/drawing/2014/main" id="{C81058BD-5477-A4FE-F548-D126B9B8E3A5}"/>
              </a:ext>
            </a:extLst>
          </p:cNvPr>
          <p:cNvSpPr>
            <a:spLocks noGrp="1"/>
          </p:cNvSpPr>
          <p:nvPr>
            <p:custDataLst>
              <p:tags r:id="rId24"/>
            </p:custDataLst>
          </p:nvPr>
        </p:nvSpPr>
        <p:spPr bwMode="auto">
          <a:xfrm>
            <a:off x="4586288" y="5957888"/>
            <a:ext cx="238125"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41768ED7-2728-469B-9A1A-3C9CCF7FB827}" type="datetime'''''''''9''''''6'''''''''''''''''''''''''''''''''''''''''''''">
              <a:rPr lang="en-US" altLang="en-US" sz="1600" smtClean="0">
                <a:solidFill>
                  <a:schemeClr val="tx1">
                    <a:lumMod val="85000"/>
                    <a:lumOff val="15000"/>
                  </a:schemeClr>
                </a:solidFill>
              </a:rPr>
              <a:pPr algn="ctr">
                <a:spcBef>
                  <a:spcPct val="0"/>
                </a:spcBef>
                <a:spcAft>
                  <a:spcPct val="0"/>
                </a:spcAft>
              </a:pPr>
              <a:t>96</a:t>
            </a:fld>
            <a:endParaRPr lang="en-US" sz="1600">
              <a:solidFill>
                <a:schemeClr val="tx1">
                  <a:lumMod val="85000"/>
                  <a:lumOff val="15000"/>
                </a:schemeClr>
              </a:solidFill>
              <a:sym typeface="+mn-lt"/>
            </a:endParaRPr>
          </a:p>
        </p:txBody>
      </p:sp>
      <p:sp>
        <p:nvSpPr>
          <p:cNvPr id="29" name="Text Placeholder 3">
            <a:extLst>
              <a:ext uri="{FF2B5EF4-FFF2-40B4-BE49-F238E27FC236}">
                <a16:creationId xmlns:a16="http://schemas.microsoft.com/office/drawing/2014/main" id="{DE96E3CB-AD40-BFDF-A2C9-184DBB10429E}"/>
              </a:ext>
            </a:extLst>
          </p:cNvPr>
          <p:cNvSpPr>
            <a:spLocks noGrp="1"/>
          </p:cNvSpPr>
          <p:nvPr>
            <p:custDataLst>
              <p:tags r:id="rId25"/>
            </p:custDataLst>
          </p:nvPr>
        </p:nvSpPr>
        <p:spPr bwMode="gray">
          <a:xfrm>
            <a:off x="1239838" y="4110038"/>
            <a:ext cx="39528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8575" tIns="0" rIns="28575" bIns="0" numCol="1" spcCol="0" rtlCol="0" anchor="b"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582311FF-37CD-41D2-9AD4-669E5D302730}" type="datetime'3''''''''''''''''''8''''''''''''''''''''''''''''''''4'''''''">
              <a:rPr lang="en-US" altLang="en-US" sz="1600" smtClean="0">
                <a:solidFill>
                  <a:schemeClr val="tx1">
                    <a:lumMod val="85000"/>
                    <a:lumOff val="15000"/>
                  </a:schemeClr>
                </a:solidFill>
              </a:rPr>
              <a:pPr algn="ctr">
                <a:spcBef>
                  <a:spcPct val="0"/>
                </a:spcBef>
                <a:spcAft>
                  <a:spcPct val="0"/>
                </a:spcAft>
              </a:pPr>
              <a:t>384</a:t>
            </a:fld>
            <a:endParaRPr lang="en-US" sz="1600">
              <a:solidFill>
                <a:schemeClr val="tx1">
                  <a:lumMod val="85000"/>
                  <a:lumOff val="15000"/>
                </a:schemeClr>
              </a:solidFill>
              <a:sym typeface="+mn-lt"/>
            </a:endParaRPr>
          </a:p>
        </p:txBody>
      </p:sp>
      <p:sp>
        <p:nvSpPr>
          <p:cNvPr id="48" name="Text Placeholder 3">
            <a:extLst>
              <a:ext uri="{FF2B5EF4-FFF2-40B4-BE49-F238E27FC236}">
                <a16:creationId xmlns:a16="http://schemas.microsoft.com/office/drawing/2014/main" id="{B1CA6C3C-1373-6742-4D22-52022FD403F0}"/>
              </a:ext>
            </a:extLst>
          </p:cNvPr>
          <p:cNvSpPr>
            <a:spLocks noGrp="1"/>
          </p:cNvSpPr>
          <p:nvPr>
            <p:custDataLst>
              <p:tags r:id="rId26"/>
            </p:custDataLst>
          </p:nvPr>
        </p:nvSpPr>
        <p:spPr bwMode="gray">
          <a:xfrm>
            <a:off x="2328863" y="3614738"/>
            <a:ext cx="39528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8575" tIns="0" rIns="28575" bIns="0" numCol="1" spcCol="0" rtlCol="0" anchor="b"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8D846D6A-853E-4B38-BCCA-33D12A863610}" type="datetime'''''''4''7''''''''''''''0'''''''''''''''''''''''''''''''''">
              <a:rPr lang="en-US" altLang="en-US" sz="1600" smtClean="0">
                <a:solidFill>
                  <a:schemeClr val="tx1">
                    <a:lumMod val="85000"/>
                    <a:lumOff val="15000"/>
                  </a:schemeClr>
                </a:solidFill>
              </a:rPr>
              <a:pPr algn="ctr">
                <a:spcBef>
                  <a:spcPct val="0"/>
                </a:spcBef>
                <a:spcAft>
                  <a:spcPct val="0"/>
                </a:spcAft>
              </a:pPr>
              <a:t>470</a:t>
            </a:fld>
            <a:endParaRPr lang="en-US" sz="1600">
              <a:solidFill>
                <a:schemeClr val="tx1">
                  <a:lumMod val="85000"/>
                  <a:lumOff val="15000"/>
                </a:schemeClr>
              </a:solidFill>
              <a:sym typeface="+mn-lt"/>
            </a:endParaRPr>
          </a:p>
        </p:txBody>
      </p:sp>
      <p:sp>
        <p:nvSpPr>
          <p:cNvPr id="49" name="Text Placeholder 3">
            <a:extLst>
              <a:ext uri="{FF2B5EF4-FFF2-40B4-BE49-F238E27FC236}">
                <a16:creationId xmlns:a16="http://schemas.microsoft.com/office/drawing/2014/main" id="{29437BAE-1891-40B6-B6DD-3B1FC26C907B}"/>
              </a:ext>
            </a:extLst>
          </p:cNvPr>
          <p:cNvSpPr>
            <a:spLocks noGrp="1"/>
          </p:cNvSpPr>
          <p:nvPr>
            <p:custDataLst>
              <p:tags r:id="rId27"/>
            </p:custDataLst>
          </p:nvPr>
        </p:nvSpPr>
        <p:spPr bwMode="gray">
          <a:xfrm>
            <a:off x="3419475" y="2990850"/>
            <a:ext cx="395288"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8575" tIns="0" rIns="28575" bIns="0" numCol="1" spcCol="0" rtlCol="0" anchor="b"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CEB65C91-3BEB-4D92-BB4A-8FCCFC0A2249}" type="datetime'''''5''''''''''''''''''''7''''''''''''''''''8'''''''''''">
              <a:rPr lang="en-US" altLang="en-US" sz="1600" smtClean="0">
                <a:solidFill>
                  <a:schemeClr val="tx1">
                    <a:lumMod val="85000"/>
                    <a:lumOff val="15000"/>
                  </a:schemeClr>
                </a:solidFill>
              </a:rPr>
              <a:pPr algn="ctr">
                <a:spcBef>
                  <a:spcPct val="0"/>
                </a:spcBef>
                <a:spcAft>
                  <a:spcPct val="0"/>
                </a:spcAft>
              </a:pPr>
              <a:t>578</a:t>
            </a:fld>
            <a:endParaRPr lang="en-US" sz="1600">
              <a:solidFill>
                <a:schemeClr val="tx1">
                  <a:lumMod val="85000"/>
                  <a:lumOff val="15000"/>
                </a:schemeClr>
              </a:solidFill>
              <a:sym typeface="+mn-lt"/>
            </a:endParaRPr>
          </a:p>
        </p:txBody>
      </p:sp>
      <p:sp>
        <p:nvSpPr>
          <p:cNvPr id="50" name="Text Placeholder 3">
            <a:extLst>
              <a:ext uri="{FF2B5EF4-FFF2-40B4-BE49-F238E27FC236}">
                <a16:creationId xmlns:a16="http://schemas.microsoft.com/office/drawing/2014/main" id="{77BE9681-D0E6-157C-2B7A-55874F323D93}"/>
              </a:ext>
            </a:extLst>
          </p:cNvPr>
          <p:cNvSpPr>
            <a:spLocks noGrp="1"/>
          </p:cNvSpPr>
          <p:nvPr>
            <p:custDataLst>
              <p:tags r:id="rId28"/>
            </p:custDataLst>
          </p:nvPr>
        </p:nvSpPr>
        <p:spPr bwMode="gray">
          <a:xfrm>
            <a:off x="4514850" y="2800350"/>
            <a:ext cx="381000"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28575" tIns="0" rIns="28575" bIns="0" numCol="1" spcCol="0" rtlCol="0" anchor="b"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7A328451-50C7-4BCF-B343-AB71D00C765F}" type="datetime'''''''''''''''6''''''''''''''1''''''1'''''">
              <a:rPr lang="en-US" altLang="en-US" sz="1600" smtClean="0">
                <a:solidFill>
                  <a:schemeClr val="tx1">
                    <a:lumMod val="85000"/>
                    <a:lumOff val="15000"/>
                  </a:schemeClr>
                </a:solidFill>
              </a:rPr>
              <a:pPr algn="ctr">
                <a:spcBef>
                  <a:spcPct val="0"/>
                </a:spcBef>
                <a:spcAft>
                  <a:spcPct val="0"/>
                </a:spcAft>
              </a:pPr>
              <a:t>611</a:t>
            </a:fld>
            <a:endParaRPr lang="en-US" sz="1600">
              <a:solidFill>
                <a:schemeClr val="tx1">
                  <a:lumMod val="85000"/>
                  <a:lumOff val="15000"/>
                </a:schemeClr>
              </a:solidFill>
              <a:sym typeface="+mn-lt"/>
            </a:endParaRPr>
          </a:p>
        </p:txBody>
      </p:sp>
      <p:sp>
        <p:nvSpPr>
          <p:cNvPr id="52" name="Rectangle 51">
            <a:extLst>
              <a:ext uri="{FF2B5EF4-FFF2-40B4-BE49-F238E27FC236}">
                <a16:creationId xmlns:a16="http://schemas.microsoft.com/office/drawing/2014/main" id="{5281F7D9-8109-AB72-1E0C-BD674AFCD2CF}"/>
              </a:ext>
            </a:extLst>
          </p:cNvPr>
          <p:cNvSpPr/>
          <p:nvPr>
            <p:custDataLst>
              <p:tags r:id="rId29"/>
            </p:custDataLst>
          </p:nvPr>
        </p:nvSpPr>
        <p:spPr bwMode="gray">
          <a:xfrm>
            <a:off x="5332413" y="5429250"/>
            <a:ext cx="285750" cy="214313"/>
          </a:xfrm>
          <a:prstGeom prst="rect">
            <a:avLst/>
          </a:prstGeom>
          <a:solidFill>
            <a:schemeClr val="accent1"/>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54" name="Rectangle 53">
            <a:extLst>
              <a:ext uri="{FF2B5EF4-FFF2-40B4-BE49-F238E27FC236}">
                <a16:creationId xmlns:a16="http://schemas.microsoft.com/office/drawing/2014/main" id="{C6F4DBD1-4A74-615C-3D06-EC0E95AB5D04}"/>
              </a:ext>
            </a:extLst>
          </p:cNvPr>
          <p:cNvSpPr/>
          <p:nvPr>
            <p:custDataLst>
              <p:tags r:id="rId30"/>
            </p:custDataLst>
          </p:nvPr>
        </p:nvSpPr>
        <p:spPr bwMode="gray">
          <a:xfrm>
            <a:off x="5332413" y="5110163"/>
            <a:ext cx="285750" cy="214313"/>
          </a:xfrm>
          <a:prstGeom prst="rect">
            <a:avLst/>
          </a:prstGeom>
          <a:solidFill>
            <a:schemeClr val="accent2"/>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51" name="Rectangle 50">
            <a:extLst>
              <a:ext uri="{FF2B5EF4-FFF2-40B4-BE49-F238E27FC236}">
                <a16:creationId xmlns:a16="http://schemas.microsoft.com/office/drawing/2014/main" id="{365CF6EA-EF3C-4ABA-41FA-873864E8E92C}"/>
              </a:ext>
            </a:extLst>
          </p:cNvPr>
          <p:cNvSpPr/>
          <p:nvPr>
            <p:custDataLst>
              <p:tags r:id="rId31"/>
            </p:custDataLst>
          </p:nvPr>
        </p:nvSpPr>
        <p:spPr bwMode="gray">
          <a:xfrm>
            <a:off x="5332413" y="4791075"/>
            <a:ext cx="285750" cy="214313"/>
          </a:xfrm>
          <a:prstGeom prst="rect">
            <a:avLst/>
          </a:prstGeom>
          <a:solidFill>
            <a:schemeClr val="accent3"/>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55" name="Text Placeholder 3">
            <a:extLst>
              <a:ext uri="{FF2B5EF4-FFF2-40B4-BE49-F238E27FC236}">
                <a16:creationId xmlns:a16="http://schemas.microsoft.com/office/drawing/2014/main" id="{6184CAB0-F3E9-4318-E578-682661F7D7CF}"/>
              </a:ext>
            </a:extLst>
          </p:cNvPr>
          <p:cNvSpPr>
            <a:spLocks noGrp="1"/>
          </p:cNvSpPr>
          <p:nvPr>
            <p:custDataLst>
              <p:tags r:id="rId32"/>
            </p:custDataLst>
          </p:nvPr>
        </p:nvSpPr>
        <p:spPr bwMode="auto">
          <a:xfrm>
            <a:off x="5668963" y="5405438"/>
            <a:ext cx="1047750"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620807E8-9482-4458-B5C1-AE5F5D750E59}" type="datetime'A''''s''''i''a/''P''a''c''i''''''''''''f''''''''i''c'''">
              <a:rPr lang="en-US" altLang="en-US" sz="1600" smtClean="0">
                <a:solidFill>
                  <a:schemeClr val="tx1">
                    <a:lumMod val="85000"/>
                    <a:lumOff val="15000"/>
                  </a:schemeClr>
                </a:solidFill>
              </a:rPr>
              <a:pPr>
                <a:spcBef>
                  <a:spcPct val="0"/>
                </a:spcBef>
                <a:spcAft>
                  <a:spcPct val="0"/>
                </a:spcAft>
              </a:pPr>
              <a:t>Asia/Pacific</a:t>
            </a:fld>
            <a:endParaRPr lang="en-US" sz="1600">
              <a:solidFill>
                <a:schemeClr val="tx1">
                  <a:lumMod val="85000"/>
                  <a:lumOff val="15000"/>
                </a:schemeClr>
              </a:solidFill>
              <a:sym typeface="+mn-lt"/>
            </a:endParaRPr>
          </a:p>
        </p:txBody>
      </p:sp>
      <p:sp>
        <p:nvSpPr>
          <p:cNvPr id="57" name="Text Placeholder 3">
            <a:extLst>
              <a:ext uri="{FF2B5EF4-FFF2-40B4-BE49-F238E27FC236}">
                <a16:creationId xmlns:a16="http://schemas.microsoft.com/office/drawing/2014/main" id="{EA63772D-E4A1-494F-4B36-30ED27D82B98}"/>
              </a:ext>
            </a:extLst>
          </p:cNvPr>
          <p:cNvSpPr>
            <a:spLocks noGrp="1"/>
          </p:cNvSpPr>
          <p:nvPr>
            <p:custDataLst>
              <p:tags r:id="rId33"/>
            </p:custDataLst>
          </p:nvPr>
        </p:nvSpPr>
        <p:spPr bwMode="auto">
          <a:xfrm>
            <a:off x="5668962" y="5086350"/>
            <a:ext cx="654050"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B749A3FC-E807-4BCF-8C1D-CB617DDF29D3}" type="datetime'''''''''Eu''''''''''''''''''ro''''''p''''''''''e'''">
              <a:rPr lang="en-US" altLang="en-US" sz="1600" smtClean="0">
                <a:solidFill>
                  <a:schemeClr val="tx1">
                    <a:lumMod val="85000"/>
                    <a:lumOff val="15000"/>
                  </a:schemeClr>
                </a:solidFill>
              </a:rPr>
              <a:pPr>
                <a:spcBef>
                  <a:spcPct val="0"/>
                </a:spcBef>
                <a:spcAft>
                  <a:spcPct val="0"/>
                </a:spcAft>
              </a:pPr>
              <a:t>Europe</a:t>
            </a:fld>
            <a:endParaRPr lang="en-US" sz="1600">
              <a:solidFill>
                <a:schemeClr val="tx1">
                  <a:lumMod val="85000"/>
                  <a:lumOff val="15000"/>
                </a:schemeClr>
              </a:solidFill>
              <a:sym typeface="+mn-lt"/>
            </a:endParaRPr>
          </a:p>
        </p:txBody>
      </p:sp>
      <p:sp>
        <p:nvSpPr>
          <p:cNvPr id="56" name="Text Placeholder 3">
            <a:extLst>
              <a:ext uri="{FF2B5EF4-FFF2-40B4-BE49-F238E27FC236}">
                <a16:creationId xmlns:a16="http://schemas.microsoft.com/office/drawing/2014/main" id="{6D6CCC8A-5938-77FE-40B6-D48555A21FBD}"/>
              </a:ext>
            </a:extLst>
          </p:cNvPr>
          <p:cNvSpPr>
            <a:spLocks noGrp="1"/>
          </p:cNvSpPr>
          <p:nvPr>
            <p:custDataLst>
              <p:tags r:id="rId34"/>
            </p:custDataLst>
          </p:nvPr>
        </p:nvSpPr>
        <p:spPr bwMode="auto">
          <a:xfrm>
            <a:off x="5668963" y="4767263"/>
            <a:ext cx="1287463" cy="26828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E9D741F4-4039-47CF-92BE-AB35604D9C56}" type="datetime'Nort''''''h'' A''''m''e''''r''ic''a'''''''''">
              <a:rPr lang="en-US" altLang="en-US" sz="1600" smtClean="0">
                <a:solidFill>
                  <a:schemeClr val="tx1">
                    <a:lumMod val="85000"/>
                    <a:lumOff val="15000"/>
                  </a:schemeClr>
                </a:solidFill>
              </a:rPr>
              <a:pPr>
                <a:spcBef>
                  <a:spcPct val="0"/>
                </a:spcBef>
                <a:spcAft>
                  <a:spcPct val="0"/>
                </a:spcAft>
              </a:pPr>
              <a:t>North America</a:t>
            </a:fld>
            <a:endParaRPr lang="en-US" sz="1600">
              <a:solidFill>
                <a:schemeClr val="tx1">
                  <a:lumMod val="85000"/>
                  <a:lumOff val="15000"/>
                </a:schemeClr>
              </a:solidFill>
              <a:sym typeface="+mn-lt"/>
            </a:endParaRPr>
          </a:p>
        </p:txBody>
      </p:sp>
      <p:sp>
        <p:nvSpPr>
          <p:cNvPr id="58" name="Rectangle 14">
            <a:extLst>
              <a:ext uri="{FF2B5EF4-FFF2-40B4-BE49-F238E27FC236}">
                <a16:creationId xmlns:a16="http://schemas.microsoft.com/office/drawing/2014/main" id="{5DEE43C4-4A69-2BBA-3B06-3A224C2E7CEE}"/>
              </a:ext>
            </a:extLst>
          </p:cNvPr>
          <p:cNvSpPr>
            <a:spLocks noChangeArrowheads="1"/>
          </p:cNvSpPr>
          <p:nvPr/>
        </p:nvSpPr>
        <p:spPr bwMode="auto">
          <a:xfrm>
            <a:off x="7343719" y="4787900"/>
            <a:ext cx="16991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r"/>
            <a:r>
              <a:rPr lang="en-US" altLang="en-US" sz="1200" b="0">
                <a:solidFill>
                  <a:srgbClr val="575757"/>
                </a:solidFill>
                <a:latin typeface="+mn-lt"/>
              </a:rPr>
              <a:t>28</a:t>
            </a:r>
          </a:p>
        </p:txBody>
      </p:sp>
      <p:sp>
        <p:nvSpPr>
          <p:cNvPr id="59" name="Rectangle 15">
            <a:extLst>
              <a:ext uri="{FF2B5EF4-FFF2-40B4-BE49-F238E27FC236}">
                <a16:creationId xmlns:a16="http://schemas.microsoft.com/office/drawing/2014/main" id="{4656B3CB-0BDA-15E4-1B19-5176DCB50BBB}"/>
              </a:ext>
            </a:extLst>
          </p:cNvPr>
          <p:cNvSpPr>
            <a:spLocks noChangeArrowheads="1"/>
          </p:cNvSpPr>
          <p:nvPr/>
        </p:nvSpPr>
        <p:spPr bwMode="auto">
          <a:xfrm>
            <a:off x="7343719" y="5106988"/>
            <a:ext cx="169919"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r"/>
            <a:r>
              <a:rPr lang="en-US" altLang="en-US" sz="1200" b="0">
                <a:solidFill>
                  <a:srgbClr val="575757"/>
                </a:solidFill>
                <a:latin typeface="+mn-lt"/>
              </a:rPr>
              <a:t>19</a:t>
            </a:r>
          </a:p>
        </p:txBody>
      </p:sp>
      <p:sp>
        <p:nvSpPr>
          <p:cNvPr id="60" name="Rectangle 16">
            <a:extLst>
              <a:ext uri="{FF2B5EF4-FFF2-40B4-BE49-F238E27FC236}">
                <a16:creationId xmlns:a16="http://schemas.microsoft.com/office/drawing/2014/main" id="{BA888C91-DCE5-CD07-CFB2-C9A769EEFD35}"/>
              </a:ext>
            </a:extLst>
          </p:cNvPr>
          <p:cNvSpPr>
            <a:spLocks noChangeArrowheads="1"/>
          </p:cNvSpPr>
          <p:nvPr/>
        </p:nvSpPr>
        <p:spPr bwMode="auto">
          <a:xfrm>
            <a:off x="7353300" y="5426075"/>
            <a:ext cx="160338"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r"/>
            <a:r>
              <a:rPr lang="en-US" altLang="en-US" sz="1200" b="0">
                <a:solidFill>
                  <a:srgbClr val="575757"/>
                </a:solidFill>
                <a:latin typeface="+mn-lt"/>
              </a:rPr>
              <a:t>11</a:t>
            </a:r>
          </a:p>
        </p:txBody>
      </p:sp>
      <p:sp>
        <p:nvSpPr>
          <p:cNvPr id="61" name="Rectangle 17">
            <a:extLst>
              <a:ext uri="{FF2B5EF4-FFF2-40B4-BE49-F238E27FC236}">
                <a16:creationId xmlns:a16="http://schemas.microsoft.com/office/drawing/2014/main" id="{DC7DAEB8-F4AB-98C6-4FFA-69DA7A249A01}"/>
              </a:ext>
            </a:extLst>
          </p:cNvPr>
          <p:cNvSpPr>
            <a:spLocks noChangeArrowheads="1"/>
          </p:cNvSpPr>
          <p:nvPr/>
        </p:nvSpPr>
        <p:spPr bwMode="auto">
          <a:xfrm>
            <a:off x="7046913" y="4173538"/>
            <a:ext cx="7731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0" tIns="0" rIns="0" bIns="0" anchor="b" anchorCtr="1">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ctr"/>
            <a:r>
              <a:rPr lang="en-US" altLang="en-US" sz="1200" b="0">
                <a:solidFill>
                  <a:schemeClr val="accent2"/>
                </a:solidFill>
                <a:latin typeface="+mn-lt"/>
              </a:rPr>
              <a:t>1993-96</a:t>
            </a:r>
          </a:p>
          <a:p>
            <a:pPr algn="ctr"/>
            <a:r>
              <a:rPr lang="en-US" altLang="en-US" sz="1200" b="0">
                <a:solidFill>
                  <a:schemeClr val="accent2"/>
                </a:solidFill>
                <a:latin typeface="+mn-lt"/>
              </a:rPr>
              <a:t>CAGR (%)</a:t>
            </a:r>
          </a:p>
        </p:txBody>
      </p:sp>
      <p:sp>
        <p:nvSpPr>
          <p:cNvPr id="62" name="ee4pFootnotes">
            <a:extLst>
              <a:ext uri="{FF2B5EF4-FFF2-40B4-BE49-F238E27FC236}">
                <a16:creationId xmlns:a16="http://schemas.microsoft.com/office/drawing/2014/main" id="{90E40066-AB04-5163-62A7-CFF61FD15F62}"/>
              </a:ext>
            </a:extLst>
          </p:cNvPr>
          <p:cNvSpPr>
            <a:spLocks noChangeArrowheads="1"/>
          </p:cNvSpPr>
          <p:nvPr/>
        </p:nvSpPr>
        <p:spPr bwMode="auto">
          <a:xfrm>
            <a:off x="449263" y="6581775"/>
            <a:ext cx="9031288" cy="138113"/>
          </a:xfrm>
          <a:prstGeom prst="rect">
            <a:avLst/>
          </a:prstGeom>
          <a:noFill/>
          <a:ln w="9525" algn="ctr">
            <a:noFill/>
            <a:miter lim="800000"/>
            <a:headEnd type="none" w="lg" len="lg"/>
            <a:tailEnd type="none" w="lg" len="lg"/>
          </a:ln>
        </p:spPr>
        <p:txBody>
          <a:bodyPr vert="horz" wrap="square" lIns="0" tIns="0" rIns="0" bIns="0" anchor="b" anchorCtr="0">
            <a:spAutoFit/>
          </a:bodyPr>
          <a:lstStyle/>
          <a:p>
            <a:pPr>
              <a:lnSpc>
                <a:spcPct val="90000"/>
              </a:lnSpc>
            </a:pPr>
            <a:r>
              <a:rPr lang="en-US" sz="1000">
                <a:solidFill>
                  <a:schemeClr val="bg1">
                    <a:lumMod val="50000"/>
                  </a:schemeClr>
                </a:solidFill>
                <a:latin typeface="Trebuchet MS" panose="020B0603020202020204" pitchFamily="34" charset="0"/>
                <a:cs typeface="Arial" pitchFamily="34" charset="0"/>
              </a:rPr>
              <a:t>Source: Acme annual reports</a:t>
            </a:r>
          </a:p>
        </p:txBody>
      </p:sp>
    </p:spTree>
    <p:extLst>
      <p:ext uri="{BB962C8B-B14F-4D97-AF65-F5344CB8AC3E}">
        <p14:creationId xmlns:p14="http://schemas.microsoft.com/office/powerpoint/2010/main" val="33266053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ADAA8-5821-BB09-D9A5-A90551EB9BBF}"/>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E87E2B0-CFFA-873E-1093-AD001A7DB130}"/>
              </a:ext>
            </a:extLst>
          </p:cNvPr>
          <p:cNvGraphicFramePr>
            <a:graphicFrameLocks noChangeAspect="1"/>
          </p:cNvGraphicFramePr>
          <p:nvPr>
            <p:custDataLst>
              <p:tags r:id="rId1"/>
            </p:custDataLst>
            <p:extLst>
              <p:ext uri="{D42A27DB-BD31-4B8C-83A1-F6EECF244321}">
                <p14:modId xmlns:p14="http://schemas.microsoft.com/office/powerpoint/2010/main" val="16044821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404" imgH="405" progId="TCLayout.ActiveDocument.1">
                  <p:embed/>
                </p:oleObj>
              </mc:Choice>
              <mc:Fallback>
                <p:oleObj name="think-cell Slide" r:id="rId49" imgW="404" imgH="405" progId="TCLayout.ActiveDocument.1">
                  <p:embed/>
                  <p:pic>
                    <p:nvPicPr>
                      <p:cNvPr id="7" name="think-cell data - do not delete" hidden="1">
                        <a:extLst>
                          <a:ext uri="{FF2B5EF4-FFF2-40B4-BE49-F238E27FC236}">
                            <a16:creationId xmlns:a16="http://schemas.microsoft.com/office/drawing/2014/main" id="{4E87E2B0-CFFA-873E-1093-AD001A7DB130}"/>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1BF887C5-B469-1050-8FD2-7269D8FCD52A}"/>
              </a:ext>
            </a:extLst>
          </p:cNvPr>
          <p:cNvSpPr>
            <a:spLocks noGrp="1"/>
          </p:cNvSpPr>
          <p:nvPr>
            <p:ph type="title"/>
          </p:nvPr>
        </p:nvSpPr>
        <p:spPr/>
        <p:txBody>
          <a:bodyPr vert="horz"/>
          <a:lstStyle/>
          <a:p>
            <a:r>
              <a:rPr lang="en-US"/>
              <a:t>Option 3</a:t>
            </a:r>
          </a:p>
        </p:txBody>
      </p:sp>
      <p:sp>
        <p:nvSpPr>
          <p:cNvPr id="5" name="Subtitle 4">
            <a:extLst>
              <a:ext uri="{FF2B5EF4-FFF2-40B4-BE49-F238E27FC236}">
                <a16:creationId xmlns:a16="http://schemas.microsoft.com/office/drawing/2014/main" id="{17107A9A-282B-DA35-031A-1C220902D978}"/>
              </a:ext>
            </a:extLst>
          </p:cNvPr>
          <p:cNvSpPr>
            <a:spLocks noGrp="1"/>
          </p:cNvSpPr>
          <p:nvPr>
            <p:ph type="subTitle" idx="1"/>
          </p:nvPr>
        </p:nvSpPr>
        <p:spPr/>
        <p:txBody>
          <a:bodyPr/>
          <a:lstStyle/>
          <a:p>
            <a:endParaRPr lang="en-US"/>
          </a:p>
        </p:txBody>
      </p:sp>
      <p:sp>
        <p:nvSpPr>
          <p:cNvPr id="40" name="Rectangle 9">
            <a:extLst>
              <a:ext uri="{FF2B5EF4-FFF2-40B4-BE49-F238E27FC236}">
                <a16:creationId xmlns:a16="http://schemas.microsoft.com/office/drawing/2014/main" id="{3A839986-F396-311E-A623-21ED6F574F8D}"/>
              </a:ext>
            </a:extLst>
          </p:cNvPr>
          <p:cNvSpPr>
            <a:spLocks noChangeArrowheads="1"/>
          </p:cNvSpPr>
          <p:nvPr/>
        </p:nvSpPr>
        <p:spPr bwMode="auto">
          <a:xfrm>
            <a:off x="8289924" y="2292350"/>
            <a:ext cx="3468688" cy="401638"/>
          </a:xfrm>
          <a:prstGeom prst="rect">
            <a:avLst/>
          </a:prstGeom>
          <a:solidFill>
            <a:schemeClr val="accent2"/>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lstStyle/>
          <a:p>
            <a:pPr algn="ctr">
              <a:defRPr/>
            </a:pPr>
            <a:r>
              <a:rPr lang="en-US" sz="2000">
                <a:solidFill>
                  <a:srgbClr val="FFFFFF"/>
                </a:solidFill>
                <a:latin typeface="+mn-lt"/>
              </a:rPr>
              <a:t>Design thoughts</a:t>
            </a:r>
          </a:p>
        </p:txBody>
      </p:sp>
      <p:sp>
        <p:nvSpPr>
          <p:cNvPr id="41" name="Rectangle 10">
            <a:extLst>
              <a:ext uri="{FF2B5EF4-FFF2-40B4-BE49-F238E27FC236}">
                <a16:creationId xmlns:a16="http://schemas.microsoft.com/office/drawing/2014/main" id="{6CE8F3A0-A5AC-8F3F-2404-DA1E3AB5AF08}"/>
              </a:ext>
            </a:extLst>
          </p:cNvPr>
          <p:cNvSpPr>
            <a:spLocks noChangeArrowheads="1"/>
          </p:cNvSpPr>
          <p:nvPr/>
        </p:nvSpPr>
        <p:spPr bwMode="auto">
          <a:xfrm>
            <a:off x="8289924" y="2693988"/>
            <a:ext cx="3468688" cy="3394075"/>
          </a:xfrm>
          <a:prstGeom prst="rect">
            <a:avLst/>
          </a:prstGeom>
          <a:solidFill>
            <a:schemeClr val="bg1"/>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noAutofit/>
          </a:bodyPr>
          <a:lstStyle/>
          <a:p>
            <a:pPr>
              <a:buSzPct val="100000"/>
              <a:buFont typeface="Trebuchet MS" panose="020B0603020202020204" pitchFamily="34" charset="0"/>
              <a:buChar char="​"/>
              <a:defRPr/>
            </a:pPr>
            <a:r>
              <a:rPr lang="en-US" sz="1600">
                <a:solidFill>
                  <a:schemeClr val="tx1">
                    <a:lumMod val="100000"/>
                  </a:schemeClr>
                </a:solidFill>
              </a:rPr>
              <a:t>Normalizing to percentage of revenues more accurately addresses mix question</a:t>
            </a:r>
          </a:p>
          <a:p>
            <a:pPr>
              <a:buSzPct val="100000"/>
              <a:buFont typeface="Trebuchet MS" panose="020B0603020202020204" pitchFamily="34" charset="0"/>
              <a:buChar char="​"/>
              <a:defRPr/>
            </a:pPr>
            <a:endParaRPr lang="en-US" sz="1600">
              <a:solidFill>
                <a:schemeClr val="tx1">
                  <a:lumMod val="100000"/>
                </a:schemeClr>
              </a:solidFill>
            </a:endParaRPr>
          </a:p>
          <a:p>
            <a:pPr>
              <a:buSzPct val="100000"/>
              <a:buFont typeface="Trebuchet MS" panose="020B0603020202020204" pitchFamily="34" charset="0"/>
              <a:buChar char="​"/>
              <a:defRPr/>
            </a:pPr>
            <a:r>
              <a:rPr lang="en-US" sz="1600">
                <a:solidFill>
                  <a:schemeClr val="tx1">
                    <a:lumMod val="100000"/>
                  </a:schemeClr>
                </a:solidFill>
              </a:rPr>
              <a:t>Density enhanced through longer time series</a:t>
            </a:r>
          </a:p>
          <a:p>
            <a:pPr>
              <a:buSzPct val="100000"/>
              <a:buFont typeface="Trebuchet MS" panose="020B0603020202020204" pitchFamily="34" charset="0"/>
              <a:buChar char="​"/>
              <a:defRPr/>
            </a:pPr>
            <a:endParaRPr lang="en-US" sz="1600">
              <a:solidFill>
                <a:schemeClr val="tx1">
                  <a:lumMod val="100000"/>
                </a:schemeClr>
              </a:solidFill>
            </a:endParaRPr>
          </a:p>
          <a:p>
            <a:pPr>
              <a:buSzPct val="100000"/>
              <a:buFont typeface="Trebuchet MS" panose="020B0603020202020204" pitchFamily="34" charset="0"/>
              <a:buChar char="​"/>
              <a:defRPr/>
            </a:pPr>
            <a:r>
              <a:rPr lang="en-US" sz="1600">
                <a:solidFill>
                  <a:schemeClr val="tx1">
                    <a:lumMod val="100000"/>
                  </a:schemeClr>
                </a:solidFill>
              </a:rPr>
              <a:t>Readability is enhanced through making numbers on dark bars white</a:t>
            </a:r>
          </a:p>
        </p:txBody>
      </p:sp>
      <p:sp>
        <p:nvSpPr>
          <p:cNvPr id="62" name="ee4pFootnotes">
            <a:extLst>
              <a:ext uri="{FF2B5EF4-FFF2-40B4-BE49-F238E27FC236}">
                <a16:creationId xmlns:a16="http://schemas.microsoft.com/office/drawing/2014/main" id="{C6B96184-6535-4F77-5914-79A769862B9E}"/>
              </a:ext>
            </a:extLst>
          </p:cNvPr>
          <p:cNvSpPr>
            <a:spLocks noChangeArrowheads="1"/>
          </p:cNvSpPr>
          <p:nvPr/>
        </p:nvSpPr>
        <p:spPr bwMode="auto">
          <a:xfrm>
            <a:off x="2739231" y="7015162"/>
            <a:ext cx="9031288" cy="138113"/>
          </a:xfrm>
          <a:prstGeom prst="rect">
            <a:avLst/>
          </a:prstGeom>
          <a:noFill/>
          <a:ln w="9525" algn="ctr">
            <a:noFill/>
            <a:miter lim="800000"/>
            <a:headEnd type="none" w="lg" len="lg"/>
            <a:tailEnd type="none" w="lg" len="lg"/>
          </a:ln>
        </p:spPr>
        <p:txBody>
          <a:bodyPr vert="horz" wrap="square" lIns="0" tIns="0" rIns="0" bIns="0" anchor="b" anchorCtr="0">
            <a:spAutoFit/>
          </a:bodyPr>
          <a:lstStyle/>
          <a:p>
            <a:pPr algn="l">
              <a:lnSpc>
                <a:spcPct val="90000"/>
              </a:lnSpc>
            </a:pPr>
            <a:r>
              <a:rPr lang="en-US" sz="1000">
                <a:solidFill>
                  <a:schemeClr val="bg1">
                    <a:lumMod val="50000"/>
                  </a:schemeClr>
                </a:solidFill>
                <a:latin typeface="Trebuchet MS" panose="020B0603020202020204" pitchFamily="34" charset="0"/>
                <a:cs typeface="Arial" pitchFamily="34" charset="0"/>
              </a:rPr>
              <a:t>Source: Acme annual reports</a:t>
            </a:r>
          </a:p>
        </p:txBody>
      </p:sp>
      <p:cxnSp>
        <p:nvCxnSpPr>
          <p:cNvPr id="32" name="Straight Connector 31">
            <a:extLst>
              <a:ext uri="{FF2B5EF4-FFF2-40B4-BE49-F238E27FC236}">
                <a16:creationId xmlns:a16="http://schemas.microsoft.com/office/drawing/2014/main" id="{305F604D-D659-5441-5295-ABFBF1C17BFB}"/>
              </a:ext>
            </a:extLst>
          </p:cNvPr>
          <p:cNvCxnSpPr/>
          <p:nvPr>
            <p:custDataLst>
              <p:tags r:id="rId2"/>
            </p:custDataLst>
          </p:nvPr>
        </p:nvCxnSpPr>
        <p:spPr bwMode="gray">
          <a:xfrm>
            <a:off x="3424238" y="2851150"/>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C87C3F5-EDA6-050E-B673-362471EE2FF0}"/>
              </a:ext>
            </a:extLst>
          </p:cNvPr>
          <p:cNvCxnSpPr/>
          <p:nvPr>
            <p:custDataLst>
              <p:tags r:id="rId3"/>
            </p:custDataLst>
          </p:nvPr>
        </p:nvCxnSpPr>
        <p:spPr bwMode="gray">
          <a:xfrm>
            <a:off x="3424238" y="3109913"/>
            <a:ext cx="215900" cy="8572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E9A6763-5AB8-06BA-C27F-37974481D515}"/>
              </a:ext>
            </a:extLst>
          </p:cNvPr>
          <p:cNvCxnSpPr/>
          <p:nvPr>
            <p:custDataLst>
              <p:tags r:id="rId4"/>
            </p:custDataLst>
          </p:nvPr>
        </p:nvCxnSpPr>
        <p:spPr bwMode="gray">
          <a:xfrm>
            <a:off x="3424238" y="4657725"/>
            <a:ext cx="215900" cy="14287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76C519E-C5A9-B96B-58EB-87F3168AA3A4}"/>
              </a:ext>
            </a:extLst>
          </p:cNvPr>
          <p:cNvCxnSpPr/>
          <p:nvPr>
            <p:custDataLst>
              <p:tags r:id="rId5"/>
            </p:custDataLst>
          </p:nvPr>
        </p:nvCxnSpPr>
        <p:spPr bwMode="gray">
          <a:xfrm>
            <a:off x="4002088" y="2851150"/>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1B5B56D-CD35-0DA6-7CB0-0177F6E75915}"/>
              </a:ext>
            </a:extLst>
          </p:cNvPr>
          <p:cNvCxnSpPr/>
          <p:nvPr>
            <p:custDataLst>
              <p:tags r:id="rId6"/>
            </p:custDataLst>
          </p:nvPr>
        </p:nvCxnSpPr>
        <p:spPr bwMode="gray">
          <a:xfrm flipV="1">
            <a:off x="4002088" y="3167063"/>
            <a:ext cx="215900" cy="2857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2B169F7-F094-85F6-430A-09D1FE01E7A3}"/>
              </a:ext>
            </a:extLst>
          </p:cNvPr>
          <p:cNvCxnSpPr/>
          <p:nvPr>
            <p:custDataLst>
              <p:tags r:id="rId7"/>
            </p:custDataLst>
          </p:nvPr>
        </p:nvCxnSpPr>
        <p:spPr bwMode="gray">
          <a:xfrm flipV="1">
            <a:off x="2270125" y="4513263"/>
            <a:ext cx="215900" cy="58738"/>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397C066-9A62-90C7-22AB-0E91C74EBC84}"/>
              </a:ext>
            </a:extLst>
          </p:cNvPr>
          <p:cNvCxnSpPr/>
          <p:nvPr>
            <p:custDataLst>
              <p:tags r:id="rId8"/>
            </p:custDataLst>
          </p:nvPr>
        </p:nvCxnSpPr>
        <p:spPr bwMode="gray">
          <a:xfrm flipV="1">
            <a:off x="4002088" y="4686300"/>
            <a:ext cx="215900" cy="11430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4C26135-C372-F166-3908-A1D30DE0F377}"/>
              </a:ext>
            </a:extLst>
          </p:cNvPr>
          <p:cNvCxnSpPr/>
          <p:nvPr>
            <p:custDataLst>
              <p:tags r:id="rId9"/>
            </p:custDataLst>
          </p:nvPr>
        </p:nvCxnSpPr>
        <p:spPr bwMode="gray">
          <a:xfrm>
            <a:off x="4579938" y="2851150"/>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C12DA8E-38C7-834E-6450-17E04B85AE07}"/>
              </a:ext>
            </a:extLst>
          </p:cNvPr>
          <p:cNvCxnSpPr/>
          <p:nvPr>
            <p:custDataLst>
              <p:tags r:id="rId10"/>
            </p:custDataLst>
          </p:nvPr>
        </p:nvCxnSpPr>
        <p:spPr bwMode="gray">
          <a:xfrm>
            <a:off x="4579938" y="3167063"/>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4699180-4A44-E327-FB16-A62B6B0DC76B}"/>
              </a:ext>
            </a:extLst>
          </p:cNvPr>
          <p:cNvCxnSpPr/>
          <p:nvPr>
            <p:custDataLst>
              <p:tags r:id="rId11"/>
            </p:custDataLst>
          </p:nvPr>
        </p:nvCxnSpPr>
        <p:spPr bwMode="gray">
          <a:xfrm flipV="1">
            <a:off x="4579938" y="4600575"/>
            <a:ext cx="215900" cy="8572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4045077-C93B-073E-423A-75B60B0C5C99}"/>
              </a:ext>
            </a:extLst>
          </p:cNvPr>
          <p:cNvCxnSpPr/>
          <p:nvPr>
            <p:custDataLst>
              <p:tags r:id="rId12"/>
            </p:custDataLst>
          </p:nvPr>
        </p:nvCxnSpPr>
        <p:spPr bwMode="gray">
          <a:xfrm>
            <a:off x="5156200" y="2851150"/>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C85F06-49EA-4949-CA1F-235C5CCE9CA8}"/>
              </a:ext>
            </a:extLst>
          </p:cNvPr>
          <p:cNvCxnSpPr/>
          <p:nvPr>
            <p:custDataLst>
              <p:tags r:id="rId13"/>
            </p:custDataLst>
          </p:nvPr>
        </p:nvCxnSpPr>
        <p:spPr bwMode="gray">
          <a:xfrm>
            <a:off x="5156200" y="3167063"/>
            <a:ext cx="215900" cy="2857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C4F9F03-B6EF-02B1-E07E-43A5EB26D4C8}"/>
              </a:ext>
            </a:extLst>
          </p:cNvPr>
          <p:cNvCxnSpPr/>
          <p:nvPr>
            <p:custDataLst>
              <p:tags r:id="rId14"/>
            </p:custDataLst>
          </p:nvPr>
        </p:nvCxnSpPr>
        <p:spPr bwMode="gray">
          <a:xfrm>
            <a:off x="5156200" y="4600575"/>
            <a:ext cx="215900" cy="2857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80CF233-9DD6-2B7E-0C44-32042A58C8A0}"/>
              </a:ext>
            </a:extLst>
          </p:cNvPr>
          <p:cNvCxnSpPr/>
          <p:nvPr>
            <p:custDataLst>
              <p:tags r:id="rId15"/>
            </p:custDataLst>
          </p:nvPr>
        </p:nvCxnSpPr>
        <p:spPr bwMode="gray">
          <a:xfrm>
            <a:off x="5734050" y="2851150"/>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A90B154-6D77-EB10-F088-4E15EFBDB59E}"/>
              </a:ext>
            </a:extLst>
          </p:cNvPr>
          <p:cNvCxnSpPr/>
          <p:nvPr>
            <p:custDataLst>
              <p:tags r:id="rId16"/>
            </p:custDataLst>
          </p:nvPr>
        </p:nvCxnSpPr>
        <p:spPr bwMode="gray">
          <a:xfrm>
            <a:off x="5734050" y="4629150"/>
            <a:ext cx="215900" cy="5715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735F342-0484-6CDB-2C20-958CC1A3B49F}"/>
              </a:ext>
            </a:extLst>
          </p:cNvPr>
          <p:cNvCxnSpPr/>
          <p:nvPr>
            <p:custDataLst>
              <p:tags r:id="rId17"/>
            </p:custDataLst>
          </p:nvPr>
        </p:nvCxnSpPr>
        <p:spPr bwMode="gray">
          <a:xfrm>
            <a:off x="6310313" y="2851150"/>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9079263-F1C9-EB30-17BD-D38ACC67756A}"/>
              </a:ext>
            </a:extLst>
          </p:cNvPr>
          <p:cNvCxnSpPr/>
          <p:nvPr>
            <p:custDataLst>
              <p:tags r:id="rId18"/>
            </p:custDataLst>
          </p:nvPr>
        </p:nvCxnSpPr>
        <p:spPr bwMode="gray">
          <a:xfrm>
            <a:off x="6310313" y="3224213"/>
            <a:ext cx="215900" cy="2857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9898414-B6C8-641D-D23C-B159CEF62D34}"/>
              </a:ext>
            </a:extLst>
          </p:cNvPr>
          <p:cNvCxnSpPr/>
          <p:nvPr>
            <p:custDataLst>
              <p:tags r:id="rId19"/>
            </p:custDataLst>
          </p:nvPr>
        </p:nvCxnSpPr>
        <p:spPr bwMode="gray">
          <a:xfrm>
            <a:off x="6310313" y="4686300"/>
            <a:ext cx="215900" cy="8572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B1494E-9FD7-188D-1A2B-FD582FDB5FB9}"/>
              </a:ext>
            </a:extLst>
          </p:cNvPr>
          <p:cNvCxnSpPr/>
          <p:nvPr>
            <p:custDataLst>
              <p:tags r:id="rId20"/>
            </p:custDataLst>
          </p:nvPr>
        </p:nvCxnSpPr>
        <p:spPr bwMode="gray">
          <a:xfrm>
            <a:off x="1693863" y="2851150"/>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4ED2C11-FD05-A306-CBED-3B827A577D50}"/>
              </a:ext>
            </a:extLst>
          </p:cNvPr>
          <p:cNvCxnSpPr/>
          <p:nvPr>
            <p:custDataLst>
              <p:tags r:id="rId21"/>
            </p:custDataLst>
          </p:nvPr>
        </p:nvCxnSpPr>
        <p:spPr bwMode="gray">
          <a:xfrm flipV="1">
            <a:off x="1693863" y="3051175"/>
            <a:ext cx="215900" cy="2857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752404D-3AB4-5061-F775-93E71136EBF1}"/>
              </a:ext>
            </a:extLst>
          </p:cNvPr>
          <p:cNvCxnSpPr/>
          <p:nvPr>
            <p:custDataLst>
              <p:tags r:id="rId22"/>
            </p:custDataLst>
          </p:nvPr>
        </p:nvCxnSpPr>
        <p:spPr bwMode="gray">
          <a:xfrm>
            <a:off x="1693863" y="4484688"/>
            <a:ext cx="215900" cy="87313"/>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C96D187-1233-C82D-3404-7536C19A0568}"/>
              </a:ext>
            </a:extLst>
          </p:cNvPr>
          <p:cNvCxnSpPr/>
          <p:nvPr>
            <p:custDataLst>
              <p:tags r:id="rId23"/>
            </p:custDataLst>
          </p:nvPr>
        </p:nvCxnSpPr>
        <p:spPr bwMode="gray">
          <a:xfrm>
            <a:off x="2270125" y="2851150"/>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C21AD120-56CE-2A70-E5B7-D6487743A1F1}"/>
              </a:ext>
            </a:extLst>
          </p:cNvPr>
          <p:cNvCxnSpPr/>
          <p:nvPr>
            <p:custDataLst>
              <p:tags r:id="rId24"/>
            </p:custDataLst>
          </p:nvPr>
        </p:nvCxnSpPr>
        <p:spPr bwMode="gray">
          <a:xfrm flipV="1">
            <a:off x="2270125" y="3022600"/>
            <a:ext cx="215900" cy="2857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0CCDA0B-F541-15A9-9F6E-BED6A55CBF66}"/>
              </a:ext>
            </a:extLst>
          </p:cNvPr>
          <p:cNvCxnSpPr/>
          <p:nvPr>
            <p:custDataLst>
              <p:tags r:id="rId25"/>
            </p:custDataLst>
          </p:nvPr>
        </p:nvCxnSpPr>
        <p:spPr bwMode="gray">
          <a:xfrm>
            <a:off x="5734050" y="3195638"/>
            <a:ext cx="215900" cy="2857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D526F25-F26E-B81A-A890-CD845465D05F}"/>
              </a:ext>
            </a:extLst>
          </p:cNvPr>
          <p:cNvCxnSpPr/>
          <p:nvPr>
            <p:custDataLst>
              <p:tags r:id="rId26"/>
            </p:custDataLst>
          </p:nvPr>
        </p:nvCxnSpPr>
        <p:spPr bwMode="gray">
          <a:xfrm>
            <a:off x="2847975" y="2851150"/>
            <a:ext cx="2159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8DC77C2-4A52-658A-9441-C069704A15F7}"/>
              </a:ext>
            </a:extLst>
          </p:cNvPr>
          <p:cNvCxnSpPr/>
          <p:nvPr>
            <p:custDataLst>
              <p:tags r:id="rId27"/>
            </p:custDataLst>
          </p:nvPr>
        </p:nvCxnSpPr>
        <p:spPr bwMode="gray">
          <a:xfrm>
            <a:off x="2847975" y="3022600"/>
            <a:ext cx="215900" cy="87313"/>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61CAC13-6F5A-AB38-0797-A8C28D4CD5D1}"/>
              </a:ext>
            </a:extLst>
          </p:cNvPr>
          <p:cNvCxnSpPr/>
          <p:nvPr>
            <p:custDataLst>
              <p:tags r:id="rId28"/>
            </p:custDataLst>
          </p:nvPr>
        </p:nvCxnSpPr>
        <p:spPr bwMode="gray">
          <a:xfrm>
            <a:off x="2847975" y="4513263"/>
            <a:ext cx="215900" cy="144463"/>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95" name="Chart 94">
            <a:extLst>
              <a:ext uri="{FF2B5EF4-FFF2-40B4-BE49-F238E27FC236}">
                <a16:creationId xmlns:a16="http://schemas.microsoft.com/office/drawing/2014/main" id="{CBCD4B6C-661B-C574-7796-76F2D40CDCA0}"/>
              </a:ext>
            </a:extLst>
          </p:cNvPr>
          <p:cNvGraphicFramePr/>
          <p:nvPr>
            <p:custDataLst>
              <p:tags r:id="rId29"/>
            </p:custDataLst>
            <p:extLst>
              <p:ext uri="{D42A27DB-BD31-4B8C-83A1-F6EECF244321}">
                <p14:modId xmlns:p14="http://schemas.microsoft.com/office/powerpoint/2010/main" val="2991367035"/>
              </p:ext>
            </p:extLst>
          </p:nvPr>
        </p:nvGraphicFramePr>
        <p:xfrm>
          <a:off x="1141413" y="2584450"/>
          <a:ext cx="5937250" cy="3400425"/>
        </p:xfrm>
        <a:graphic>
          <a:graphicData uri="http://schemas.openxmlformats.org/drawingml/2006/chart">
            <c:chart xmlns:c="http://schemas.openxmlformats.org/drawingml/2006/chart" xmlns:r="http://schemas.openxmlformats.org/officeDocument/2006/relationships" r:id="rId51"/>
          </a:graphicData>
        </a:graphic>
      </p:graphicFrame>
      <p:sp>
        <p:nvSpPr>
          <p:cNvPr id="74" name="Text Placeholder 3">
            <a:extLst>
              <a:ext uri="{FF2B5EF4-FFF2-40B4-BE49-F238E27FC236}">
                <a16:creationId xmlns:a16="http://schemas.microsoft.com/office/drawing/2014/main" id="{96FD9406-D5CB-22B3-E9F5-46BE4181D4CD}"/>
              </a:ext>
            </a:extLst>
          </p:cNvPr>
          <p:cNvSpPr>
            <a:spLocks noGrp="1"/>
          </p:cNvSpPr>
          <p:nvPr>
            <p:custDataLst>
              <p:tags r:id="rId30"/>
            </p:custDataLst>
          </p:nvPr>
        </p:nvSpPr>
        <p:spPr bwMode="gray">
          <a:xfrm>
            <a:off x="1038224" y="5613400"/>
            <a:ext cx="84138"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BBEACF5D-E8DF-4EA1-94C3-133CD352D6F1}" type="datetime'''''''''''''''''''''''''''''''''''''''''0'''">
              <a:rPr lang="en-US" altLang="en-US" smtClean="0">
                <a:solidFill>
                  <a:schemeClr val="tx1">
                    <a:lumMod val="85000"/>
                    <a:lumOff val="15000"/>
                  </a:schemeClr>
                </a:solidFill>
                <a:sym typeface="+mn-lt"/>
              </a:rPr>
              <a:pPr algn="r">
                <a:spcBef>
                  <a:spcPct val="0"/>
                </a:spcBef>
                <a:spcAft>
                  <a:spcPct val="0"/>
                </a:spcAft>
              </a:pPr>
              <a:t>0</a:t>
            </a:fld>
            <a:endParaRPr lang="en-US">
              <a:solidFill>
                <a:schemeClr val="tx1">
                  <a:lumMod val="85000"/>
                  <a:lumOff val="15000"/>
                </a:schemeClr>
              </a:solidFill>
              <a:sym typeface="+mn-lt"/>
            </a:endParaRPr>
          </a:p>
        </p:txBody>
      </p:sp>
      <p:sp>
        <p:nvSpPr>
          <p:cNvPr id="76" name="Text Placeholder 3">
            <a:extLst>
              <a:ext uri="{FF2B5EF4-FFF2-40B4-BE49-F238E27FC236}">
                <a16:creationId xmlns:a16="http://schemas.microsoft.com/office/drawing/2014/main" id="{4643781C-0A13-1BA6-7D8F-0AAA10B1FBB3}"/>
              </a:ext>
            </a:extLst>
          </p:cNvPr>
          <p:cNvSpPr>
            <a:spLocks noGrp="1"/>
          </p:cNvSpPr>
          <p:nvPr>
            <p:custDataLst>
              <p:tags r:id="rId31"/>
            </p:custDataLst>
          </p:nvPr>
        </p:nvSpPr>
        <p:spPr bwMode="gray">
          <a:xfrm>
            <a:off x="954088" y="4179888"/>
            <a:ext cx="1682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936D7057-DE1E-4DE9-AC44-63CB6B272FAC}" type="datetime'''''''''''''''''''''''''5''0'''''''''''''">
              <a:rPr lang="en-US" altLang="en-US" smtClean="0">
                <a:solidFill>
                  <a:schemeClr val="tx1">
                    <a:lumMod val="85000"/>
                    <a:lumOff val="15000"/>
                  </a:schemeClr>
                </a:solidFill>
                <a:sym typeface="+mn-lt"/>
              </a:rPr>
              <a:pPr algn="r">
                <a:spcBef>
                  <a:spcPct val="0"/>
                </a:spcBef>
                <a:spcAft>
                  <a:spcPct val="0"/>
                </a:spcAft>
              </a:pPr>
              <a:t>50</a:t>
            </a:fld>
            <a:endParaRPr lang="en-US">
              <a:solidFill>
                <a:schemeClr val="tx1">
                  <a:lumMod val="85000"/>
                  <a:lumOff val="15000"/>
                </a:schemeClr>
              </a:solidFill>
              <a:sym typeface="+mn-lt"/>
            </a:endParaRPr>
          </a:p>
        </p:txBody>
      </p:sp>
      <p:sp>
        <p:nvSpPr>
          <p:cNvPr id="75" name="Text Placeholder 3">
            <a:extLst>
              <a:ext uri="{FF2B5EF4-FFF2-40B4-BE49-F238E27FC236}">
                <a16:creationId xmlns:a16="http://schemas.microsoft.com/office/drawing/2014/main" id="{7C4FC173-9115-FDDF-A1B3-A21E38B6A513}"/>
              </a:ext>
            </a:extLst>
          </p:cNvPr>
          <p:cNvSpPr>
            <a:spLocks noGrp="1"/>
          </p:cNvSpPr>
          <p:nvPr>
            <p:custDataLst>
              <p:tags r:id="rId32"/>
            </p:custDataLst>
          </p:nvPr>
        </p:nvSpPr>
        <p:spPr bwMode="gray">
          <a:xfrm>
            <a:off x="869950" y="2746375"/>
            <a:ext cx="252413"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FC7E3D7E-1ED6-41D0-8C9D-1FDD156F9A25}" type="datetime'''''1''''''''''''''''''''0''0'''''''''''''''''''">
              <a:rPr lang="en-US" altLang="en-US" smtClean="0">
                <a:solidFill>
                  <a:schemeClr val="tx1">
                    <a:lumMod val="85000"/>
                    <a:lumOff val="15000"/>
                  </a:schemeClr>
                </a:solidFill>
                <a:sym typeface="+mn-lt"/>
              </a:rPr>
              <a:pPr algn="r">
                <a:spcBef>
                  <a:spcPct val="0"/>
                </a:spcBef>
                <a:spcAft>
                  <a:spcPct val="0"/>
                </a:spcAft>
              </a:pPr>
              <a:t>100</a:t>
            </a:fld>
            <a:endParaRPr lang="en-US">
              <a:solidFill>
                <a:schemeClr val="tx1">
                  <a:lumMod val="85000"/>
                  <a:lumOff val="15000"/>
                </a:schemeClr>
              </a:solidFill>
              <a:sym typeface="+mn-lt"/>
            </a:endParaRPr>
          </a:p>
        </p:txBody>
      </p:sp>
      <p:sp>
        <p:nvSpPr>
          <p:cNvPr id="77" name="Text Placeholder 3">
            <a:extLst>
              <a:ext uri="{FF2B5EF4-FFF2-40B4-BE49-F238E27FC236}">
                <a16:creationId xmlns:a16="http://schemas.microsoft.com/office/drawing/2014/main" id="{62F81A1C-9A8E-AEA5-CB78-4877F93F6669}"/>
              </a:ext>
            </a:extLst>
          </p:cNvPr>
          <p:cNvSpPr>
            <a:spLocks noGrp="1"/>
          </p:cNvSpPr>
          <p:nvPr>
            <p:custDataLst>
              <p:tags r:id="rId33"/>
            </p:custDataLst>
          </p:nvPr>
        </p:nvSpPr>
        <p:spPr bwMode="auto">
          <a:xfrm>
            <a:off x="6694488" y="6092825"/>
            <a:ext cx="306388"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r>
              <a:rPr lang="en-US" altLang="en-US">
                <a:solidFill>
                  <a:schemeClr val="tx1">
                    <a:lumMod val="85000"/>
                    <a:lumOff val="15000"/>
                  </a:schemeClr>
                </a:solidFill>
                <a:sym typeface="+mn-lt"/>
              </a:rPr>
              <a:t>Year</a:t>
            </a:r>
          </a:p>
        </p:txBody>
      </p:sp>
      <p:sp>
        <p:nvSpPr>
          <p:cNvPr id="78" name="Text Placeholder 3">
            <a:extLst>
              <a:ext uri="{FF2B5EF4-FFF2-40B4-BE49-F238E27FC236}">
                <a16:creationId xmlns:a16="http://schemas.microsoft.com/office/drawing/2014/main" id="{827EC635-C112-4BD7-3877-86DC051753B6}"/>
              </a:ext>
            </a:extLst>
          </p:cNvPr>
          <p:cNvSpPr>
            <a:spLocks noGrp="1"/>
          </p:cNvSpPr>
          <p:nvPr>
            <p:custDataLst>
              <p:tags r:id="rId34"/>
            </p:custDataLst>
          </p:nvPr>
        </p:nvSpPr>
        <p:spPr bwMode="auto">
          <a:xfrm>
            <a:off x="869950" y="2019300"/>
            <a:ext cx="606425" cy="60483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b"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r>
              <a:rPr lang="en-US" altLang="en-US">
                <a:solidFill>
                  <a:schemeClr val="tx1">
                    <a:lumMod val="85000"/>
                    <a:lumOff val="15000"/>
                  </a:schemeClr>
                </a:solidFill>
                <a:sym typeface="+mn-lt"/>
              </a:rPr>
              <a:t>Revenue</a:t>
            </a:r>
          </a:p>
          <a:p>
            <a:pPr>
              <a:spcBef>
                <a:spcPct val="0"/>
              </a:spcBef>
              <a:spcAft>
                <a:spcPct val="0"/>
              </a:spcAft>
            </a:pPr>
            <a:r>
              <a:rPr lang="en-US" altLang="en-US">
                <a:solidFill>
                  <a:schemeClr val="tx1">
                    <a:lumMod val="85000"/>
                    <a:lumOff val="15000"/>
                  </a:schemeClr>
                </a:solidFill>
                <a:sym typeface="+mn-lt"/>
              </a:rPr>
              <a:t>mix</a:t>
            </a:r>
          </a:p>
          <a:p>
            <a:pPr>
              <a:spcBef>
                <a:spcPct val="0"/>
              </a:spcBef>
              <a:spcAft>
                <a:spcPct val="0"/>
              </a:spcAft>
            </a:pPr>
            <a:r>
              <a:rPr lang="en-US" altLang="en-US">
                <a:solidFill>
                  <a:schemeClr val="tx1">
                    <a:lumMod val="85000"/>
                    <a:lumOff val="15000"/>
                  </a:schemeClr>
                </a:solidFill>
                <a:sym typeface="+mn-lt"/>
              </a:rPr>
              <a:t>(%)</a:t>
            </a:r>
          </a:p>
        </p:txBody>
      </p:sp>
      <p:sp>
        <p:nvSpPr>
          <p:cNvPr id="91" name="Text Placeholder 3">
            <a:extLst>
              <a:ext uri="{FF2B5EF4-FFF2-40B4-BE49-F238E27FC236}">
                <a16:creationId xmlns:a16="http://schemas.microsoft.com/office/drawing/2014/main" id="{5ADEF9DF-B56E-F2C0-CC5D-A1BB4167D540}"/>
              </a:ext>
            </a:extLst>
          </p:cNvPr>
          <p:cNvSpPr>
            <a:spLocks noGrp="1"/>
          </p:cNvSpPr>
          <p:nvPr>
            <p:custDataLst>
              <p:tags r:id="rId35"/>
            </p:custDataLst>
          </p:nvPr>
        </p:nvSpPr>
        <p:spPr bwMode="auto">
          <a:xfrm>
            <a:off x="1998663"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33D86D27-2DD7-40BB-BB97-69FE0B5B93E5}" type="datetime'''''''''''''''''''''''88'''''''''''''''''''''''''''''''''''''">
              <a:rPr lang="en-US" altLang="en-US" smtClean="0">
                <a:solidFill>
                  <a:schemeClr val="tx1">
                    <a:lumMod val="85000"/>
                    <a:lumOff val="15000"/>
                  </a:schemeClr>
                </a:solidFill>
              </a:rPr>
              <a:pPr algn="ctr">
                <a:spcBef>
                  <a:spcPct val="0"/>
                </a:spcBef>
                <a:spcAft>
                  <a:spcPct val="0"/>
                </a:spcAft>
              </a:pPr>
              <a:t>88</a:t>
            </a:fld>
            <a:endParaRPr lang="en-US">
              <a:solidFill>
                <a:schemeClr val="tx1">
                  <a:lumMod val="85000"/>
                  <a:lumOff val="15000"/>
                </a:schemeClr>
              </a:solidFill>
              <a:sym typeface="+mn-lt"/>
            </a:endParaRPr>
          </a:p>
        </p:txBody>
      </p:sp>
      <p:sp>
        <p:nvSpPr>
          <p:cNvPr id="80" name="Text Placeholder 3">
            <a:extLst>
              <a:ext uri="{FF2B5EF4-FFF2-40B4-BE49-F238E27FC236}">
                <a16:creationId xmlns:a16="http://schemas.microsoft.com/office/drawing/2014/main" id="{6CD9B3B8-7833-31C0-7A13-ADF5578E1EF7}"/>
              </a:ext>
            </a:extLst>
          </p:cNvPr>
          <p:cNvSpPr>
            <a:spLocks noGrp="1"/>
          </p:cNvSpPr>
          <p:nvPr>
            <p:custDataLst>
              <p:tags r:id="rId36"/>
            </p:custDataLst>
          </p:nvPr>
        </p:nvSpPr>
        <p:spPr bwMode="auto">
          <a:xfrm>
            <a:off x="2576513"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3383FC4A-F37E-4686-B4E1-E03AF4C273E8}" type="datetime'''''''''''''''''''''''8''''''''''''''''''9'''''''''''">
              <a:rPr lang="en-US" altLang="en-US" smtClean="0">
                <a:solidFill>
                  <a:schemeClr val="tx1">
                    <a:lumMod val="85000"/>
                    <a:lumOff val="15000"/>
                  </a:schemeClr>
                </a:solidFill>
              </a:rPr>
              <a:pPr algn="ctr">
                <a:spcBef>
                  <a:spcPct val="0"/>
                </a:spcBef>
                <a:spcAft>
                  <a:spcPct val="0"/>
                </a:spcAft>
              </a:pPr>
              <a:t>89</a:t>
            </a:fld>
            <a:endParaRPr lang="en-US">
              <a:solidFill>
                <a:schemeClr val="tx1">
                  <a:lumMod val="85000"/>
                  <a:lumOff val="15000"/>
                </a:schemeClr>
              </a:solidFill>
              <a:sym typeface="+mn-lt"/>
            </a:endParaRPr>
          </a:p>
        </p:txBody>
      </p:sp>
      <p:sp>
        <p:nvSpPr>
          <p:cNvPr id="81" name="Text Placeholder 3">
            <a:extLst>
              <a:ext uri="{FF2B5EF4-FFF2-40B4-BE49-F238E27FC236}">
                <a16:creationId xmlns:a16="http://schemas.microsoft.com/office/drawing/2014/main" id="{1751F21E-38B5-78B9-B355-123BD698C556}"/>
              </a:ext>
            </a:extLst>
          </p:cNvPr>
          <p:cNvSpPr>
            <a:spLocks noGrp="1"/>
          </p:cNvSpPr>
          <p:nvPr>
            <p:custDataLst>
              <p:tags r:id="rId37"/>
            </p:custDataLst>
          </p:nvPr>
        </p:nvSpPr>
        <p:spPr bwMode="auto">
          <a:xfrm>
            <a:off x="3152775"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4DDAFB05-9542-46BD-8B27-21918C43E092}" type="datetime'''''''9''''''''''''''''''''''''''''''''0'''''''''''''''''">
              <a:rPr lang="en-US" altLang="en-US" smtClean="0">
                <a:solidFill>
                  <a:schemeClr val="tx1">
                    <a:lumMod val="85000"/>
                    <a:lumOff val="15000"/>
                  </a:schemeClr>
                </a:solidFill>
              </a:rPr>
              <a:pPr algn="ctr">
                <a:spcBef>
                  <a:spcPct val="0"/>
                </a:spcBef>
                <a:spcAft>
                  <a:spcPct val="0"/>
                </a:spcAft>
              </a:pPr>
              <a:t>90</a:t>
            </a:fld>
            <a:endParaRPr lang="en-US">
              <a:solidFill>
                <a:schemeClr val="tx1">
                  <a:lumMod val="85000"/>
                  <a:lumOff val="15000"/>
                </a:schemeClr>
              </a:solidFill>
              <a:sym typeface="+mn-lt"/>
            </a:endParaRPr>
          </a:p>
        </p:txBody>
      </p:sp>
      <p:sp>
        <p:nvSpPr>
          <p:cNvPr id="82" name="Text Placeholder 3">
            <a:extLst>
              <a:ext uri="{FF2B5EF4-FFF2-40B4-BE49-F238E27FC236}">
                <a16:creationId xmlns:a16="http://schemas.microsoft.com/office/drawing/2014/main" id="{A014C187-CF43-50EA-407C-4BFB7DAFC466}"/>
              </a:ext>
            </a:extLst>
          </p:cNvPr>
          <p:cNvSpPr>
            <a:spLocks noGrp="1"/>
          </p:cNvSpPr>
          <p:nvPr>
            <p:custDataLst>
              <p:tags r:id="rId38"/>
            </p:custDataLst>
          </p:nvPr>
        </p:nvSpPr>
        <p:spPr bwMode="auto">
          <a:xfrm>
            <a:off x="3730625"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D11E503A-58F8-41E1-87F4-E598C854BCCA}" type="datetime'''''''''''''''''''''''''''''''''''''''9''''''''''1'">
              <a:rPr lang="en-US" altLang="en-US" smtClean="0">
                <a:solidFill>
                  <a:schemeClr val="tx1">
                    <a:lumMod val="85000"/>
                    <a:lumOff val="15000"/>
                  </a:schemeClr>
                </a:solidFill>
              </a:rPr>
              <a:pPr algn="ctr">
                <a:spcBef>
                  <a:spcPct val="0"/>
                </a:spcBef>
                <a:spcAft>
                  <a:spcPct val="0"/>
                </a:spcAft>
              </a:pPr>
              <a:t>91</a:t>
            </a:fld>
            <a:endParaRPr lang="en-US">
              <a:solidFill>
                <a:schemeClr val="tx1">
                  <a:lumMod val="85000"/>
                  <a:lumOff val="15000"/>
                </a:schemeClr>
              </a:solidFill>
              <a:sym typeface="+mn-lt"/>
            </a:endParaRPr>
          </a:p>
        </p:txBody>
      </p:sp>
      <p:sp>
        <p:nvSpPr>
          <p:cNvPr id="83" name="Text Placeholder 3">
            <a:extLst>
              <a:ext uri="{FF2B5EF4-FFF2-40B4-BE49-F238E27FC236}">
                <a16:creationId xmlns:a16="http://schemas.microsoft.com/office/drawing/2014/main" id="{6D518BED-03BB-5277-FBA8-4DA34E4E5484}"/>
              </a:ext>
            </a:extLst>
          </p:cNvPr>
          <p:cNvSpPr>
            <a:spLocks noGrp="1"/>
          </p:cNvSpPr>
          <p:nvPr>
            <p:custDataLst>
              <p:tags r:id="rId39"/>
            </p:custDataLst>
          </p:nvPr>
        </p:nvSpPr>
        <p:spPr bwMode="auto">
          <a:xfrm>
            <a:off x="4308475"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D128695B-7189-4F97-BC0B-D6C91EEFB342}" type="datetime'''''''''''''''''''9''''2'''''''''''''''''''''''">
              <a:rPr lang="en-US" altLang="en-US" smtClean="0">
                <a:solidFill>
                  <a:schemeClr val="tx1">
                    <a:lumMod val="85000"/>
                    <a:lumOff val="15000"/>
                  </a:schemeClr>
                </a:solidFill>
              </a:rPr>
              <a:pPr algn="ctr">
                <a:spcBef>
                  <a:spcPct val="0"/>
                </a:spcBef>
                <a:spcAft>
                  <a:spcPct val="0"/>
                </a:spcAft>
              </a:pPr>
              <a:t>92</a:t>
            </a:fld>
            <a:endParaRPr lang="en-US">
              <a:solidFill>
                <a:schemeClr val="tx1">
                  <a:lumMod val="85000"/>
                  <a:lumOff val="15000"/>
                </a:schemeClr>
              </a:solidFill>
              <a:sym typeface="+mn-lt"/>
            </a:endParaRPr>
          </a:p>
        </p:txBody>
      </p:sp>
      <p:sp>
        <p:nvSpPr>
          <p:cNvPr id="84" name="Text Placeholder 3">
            <a:extLst>
              <a:ext uri="{FF2B5EF4-FFF2-40B4-BE49-F238E27FC236}">
                <a16:creationId xmlns:a16="http://schemas.microsoft.com/office/drawing/2014/main" id="{C69F6205-F8D2-5656-5A89-6CD45387E579}"/>
              </a:ext>
            </a:extLst>
          </p:cNvPr>
          <p:cNvSpPr>
            <a:spLocks noGrp="1"/>
          </p:cNvSpPr>
          <p:nvPr>
            <p:custDataLst>
              <p:tags r:id="rId40"/>
            </p:custDataLst>
          </p:nvPr>
        </p:nvSpPr>
        <p:spPr bwMode="auto">
          <a:xfrm>
            <a:off x="4884738"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D8936316-FE38-4111-B219-1832AFF6E174}" type="datetime'''''''9''''''''''''''3'''''''''''''''''''''''''''">
              <a:rPr lang="en-US" altLang="en-US" smtClean="0">
                <a:solidFill>
                  <a:schemeClr val="tx1">
                    <a:lumMod val="85000"/>
                    <a:lumOff val="15000"/>
                  </a:schemeClr>
                </a:solidFill>
              </a:rPr>
              <a:pPr algn="ctr">
                <a:spcBef>
                  <a:spcPct val="0"/>
                </a:spcBef>
                <a:spcAft>
                  <a:spcPct val="0"/>
                </a:spcAft>
              </a:pPr>
              <a:t>93</a:t>
            </a:fld>
            <a:endParaRPr lang="en-US">
              <a:solidFill>
                <a:schemeClr val="tx1">
                  <a:lumMod val="85000"/>
                  <a:lumOff val="15000"/>
                </a:schemeClr>
              </a:solidFill>
              <a:sym typeface="+mn-lt"/>
            </a:endParaRPr>
          </a:p>
        </p:txBody>
      </p:sp>
      <p:sp>
        <p:nvSpPr>
          <p:cNvPr id="85" name="Text Placeholder 3">
            <a:extLst>
              <a:ext uri="{FF2B5EF4-FFF2-40B4-BE49-F238E27FC236}">
                <a16:creationId xmlns:a16="http://schemas.microsoft.com/office/drawing/2014/main" id="{07FD4FF7-0751-60E4-1C26-04A349ACECCF}"/>
              </a:ext>
            </a:extLst>
          </p:cNvPr>
          <p:cNvSpPr>
            <a:spLocks noGrp="1"/>
          </p:cNvSpPr>
          <p:nvPr>
            <p:custDataLst>
              <p:tags r:id="rId41"/>
            </p:custDataLst>
          </p:nvPr>
        </p:nvSpPr>
        <p:spPr bwMode="auto">
          <a:xfrm>
            <a:off x="5462588"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D31586AD-FAA7-4C8B-B1F1-5DFF1A839C17}" type="datetime'''''''''9''''''''''''4'''''''''''''''''">
              <a:rPr lang="en-US" altLang="en-US" smtClean="0">
                <a:solidFill>
                  <a:schemeClr val="tx1">
                    <a:lumMod val="85000"/>
                    <a:lumOff val="15000"/>
                  </a:schemeClr>
                </a:solidFill>
              </a:rPr>
              <a:pPr algn="ctr">
                <a:spcBef>
                  <a:spcPct val="0"/>
                </a:spcBef>
                <a:spcAft>
                  <a:spcPct val="0"/>
                </a:spcAft>
              </a:pPr>
              <a:t>94</a:t>
            </a:fld>
            <a:endParaRPr lang="en-US">
              <a:solidFill>
                <a:schemeClr val="tx1">
                  <a:lumMod val="85000"/>
                  <a:lumOff val="15000"/>
                </a:schemeClr>
              </a:solidFill>
              <a:sym typeface="+mn-lt"/>
            </a:endParaRPr>
          </a:p>
        </p:txBody>
      </p:sp>
      <p:sp>
        <p:nvSpPr>
          <p:cNvPr id="86" name="Text Placeholder 3">
            <a:extLst>
              <a:ext uri="{FF2B5EF4-FFF2-40B4-BE49-F238E27FC236}">
                <a16:creationId xmlns:a16="http://schemas.microsoft.com/office/drawing/2014/main" id="{B95AE51D-C019-345B-ABA0-D90351FFF05D}"/>
              </a:ext>
            </a:extLst>
          </p:cNvPr>
          <p:cNvSpPr>
            <a:spLocks noGrp="1"/>
          </p:cNvSpPr>
          <p:nvPr>
            <p:custDataLst>
              <p:tags r:id="rId42"/>
            </p:custDataLst>
          </p:nvPr>
        </p:nvSpPr>
        <p:spPr bwMode="auto">
          <a:xfrm>
            <a:off x="6038850"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7FF73F6B-6ED2-4366-B9F7-91E22D972AB9}" type="datetime'''''''''''''''''''''''9''''''''''''''5'">
              <a:rPr lang="en-US" altLang="en-US" smtClean="0">
                <a:solidFill>
                  <a:schemeClr val="tx1">
                    <a:lumMod val="85000"/>
                    <a:lumOff val="15000"/>
                  </a:schemeClr>
                </a:solidFill>
              </a:rPr>
              <a:pPr algn="ctr">
                <a:spcBef>
                  <a:spcPct val="0"/>
                </a:spcBef>
                <a:spcAft>
                  <a:spcPct val="0"/>
                </a:spcAft>
              </a:pPr>
              <a:t>95</a:t>
            </a:fld>
            <a:endParaRPr lang="en-US">
              <a:solidFill>
                <a:schemeClr val="tx1">
                  <a:lumMod val="85000"/>
                  <a:lumOff val="15000"/>
                </a:schemeClr>
              </a:solidFill>
              <a:sym typeface="+mn-lt"/>
            </a:endParaRPr>
          </a:p>
        </p:txBody>
      </p:sp>
      <p:sp>
        <p:nvSpPr>
          <p:cNvPr id="87" name="Text Placeholder 3">
            <a:extLst>
              <a:ext uri="{FF2B5EF4-FFF2-40B4-BE49-F238E27FC236}">
                <a16:creationId xmlns:a16="http://schemas.microsoft.com/office/drawing/2014/main" id="{42886149-EAE3-5DFA-84E1-0CEFBC8B5584}"/>
              </a:ext>
            </a:extLst>
          </p:cNvPr>
          <p:cNvSpPr>
            <a:spLocks noGrp="1"/>
          </p:cNvSpPr>
          <p:nvPr>
            <p:custDataLst>
              <p:tags r:id="rId43"/>
            </p:custDataLst>
          </p:nvPr>
        </p:nvSpPr>
        <p:spPr bwMode="auto">
          <a:xfrm>
            <a:off x="6616700"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9F15CB6B-5D66-471E-B020-D89BFC765E26}" type="datetime'''''''9''''''''''''''''''''''''''''''''''''''6'''''''''''''">
              <a:rPr lang="en-US" altLang="en-US" smtClean="0">
                <a:solidFill>
                  <a:schemeClr val="tx1">
                    <a:lumMod val="85000"/>
                    <a:lumOff val="15000"/>
                  </a:schemeClr>
                </a:solidFill>
              </a:rPr>
              <a:pPr algn="ctr">
                <a:spcBef>
                  <a:spcPct val="0"/>
                </a:spcBef>
                <a:spcAft>
                  <a:spcPct val="0"/>
                </a:spcAft>
              </a:pPr>
              <a:t>96</a:t>
            </a:fld>
            <a:endParaRPr lang="en-US">
              <a:solidFill>
                <a:schemeClr val="tx1">
                  <a:lumMod val="85000"/>
                  <a:lumOff val="15000"/>
                </a:schemeClr>
              </a:solidFill>
              <a:sym typeface="+mn-lt"/>
            </a:endParaRPr>
          </a:p>
        </p:txBody>
      </p:sp>
      <p:sp>
        <p:nvSpPr>
          <p:cNvPr id="90" name="Text Placeholder 3">
            <a:extLst>
              <a:ext uri="{FF2B5EF4-FFF2-40B4-BE49-F238E27FC236}">
                <a16:creationId xmlns:a16="http://schemas.microsoft.com/office/drawing/2014/main" id="{4A4B0BA6-9FD1-A894-9CD0-BD44BEFF1F49}"/>
              </a:ext>
            </a:extLst>
          </p:cNvPr>
          <p:cNvSpPr>
            <a:spLocks noGrp="1"/>
          </p:cNvSpPr>
          <p:nvPr>
            <p:custDataLst>
              <p:tags r:id="rId44"/>
            </p:custDataLst>
          </p:nvPr>
        </p:nvSpPr>
        <p:spPr bwMode="auto">
          <a:xfrm>
            <a:off x="7010401" y="2951163"/>
            <a:ext cx="785813"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5762C42A-48C3-486B-B66B-D42D6D0B9C18}" type="datetime'As''''''ia/P''a''c''''''''i''''''''''''''''''fi''''''c'''''">
              <a:rPr lang="en-US" altLang="en-US" smtClean="0">
                <a:solidFill>
                  <a:schemeClr val="tx1">
                    <a:lumMod val="85000"/>
                    <a:lumOff val="15000"/>
                  </a:schemeClr>
                </a:solidFill>
              </a:rPr>
              <a:pPr>
                <a:spcBef>
                  <a:spcPct val="0"/>
                </a:spcBef>
                <a:spcAft>
                  <a:spcPct val="0"/>
                </a:spcAft>
              </a:pPr>
              <a:t>Asia/Pacific</a:t>
            </a:fld>
            <a:endParaRPr lang="en-US">
              <a:solidFill>
                <a:schemeClr val="tx1">
                  <a:lumMod val="85000"/>
                  <a:lumOff val="15000"/>
                </a:schemeClr>
              </a:solidFill>
              <a:sym typeface="+mn-lt"/>
            </a:endParaRPr>
          </a:p>
        </p:txBody>
      </p:sp>
      <p:sp>
        <p:nvSpPr>
          <p:cNvPr id="88" name="Text Placeholder 3">
            <a:extLst>
              <a:ext uri="{FF2B5EF4-FFF2-40B4-BE49-F238E27FC236}">
                <a16:creationId xmlns:a16="http://schemas.microsoft.com/office/drawing/2014/main" id="{BF09BB2B-B671-3241-C402-96B5356F9F61}"/>
              </a:ext>
            </a:extLst>
          </p:cNvPr>
          <p:cNvSpPr>
            <a:spLocks noGrp="1"/>
          </p:cNvSpPr>
          <p:nvPr>
            <p:custDataLst>
              <p:tags r:id="rId45"/>
            </p:custDataLst>
          </p:nvPr>
        </p:nvSpPr>
        <p:spPr bwMode="auto">
          <a:xfrm>
            <a:off x="7010400" y="3911600"/>
            <a:ext cx="488950"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7AF2C941-B44C-488A-A79D-721112DE4D9C}" type="datetime'''''E''''''''''''''ur''''''o''''''''p''''e'''''">
              <a:rPr lang="en-US" altLang="en-US" smtClean="0">
                <a:solidFill>
                  <a:schemeClr val="tx1">
                    <a:lumMod val="85000"/>
                    <a:lumOff val="15000"/>
                  </a:schemeClr>
                </a:solidFill>
              </a:rPr>
              <a:pPr>
                <a:spcBef>
                  <a:spcPct val="0"/>
                </a:spcBef>
                <a:spcAft>
                  <a:spcPct val="0"/>
                </a:spcAft>
              </a:pPr>
              <a:t>Europe</a:t>
            </a:fld>
            <a:endParaRPr lang="en-US">
              <a:solidFill>
                <a:schemeClr val="tx1">
                  <a:lumMod val="85000"/>
                  <a:lumOff val="15000"/>
                </a:schemeClr>
              </a:solidFill>
              <a:sym typeface="+mn-lt"/>
            </a:endParaRPr>
          </a:p>
        </p:txBody>
      </p:sp>
      <p:sp>
        <p:nvSpPr>
          <p:cNvPr id="89" name="Text Placeholder 3">
            <a:extLst>
              <a:ext uri="{FF2B5EF4-FFF2-40B4-BE49-F238E27FC236}">
                <a16:creationId xmlns:a16="http://schemas.microsoft.com/office/drawing/2014/main" id="{D70680DC-2A9B-76DD-DC98-CF176B9CD9B4}"/>
              </a:ext>
            </a:extLst>
          </p:cNvPr>
          <p:cNvSpPr>
            <a:spLocks noGrp="1"/>
          </p:cNvSpPr>
          <p:nvPr>
            <p:custDataLst>
              <p:tags r:id="rId46"/>
            </p:custDataLst>
          </p:nvPr>
        </p:nvSpPr>
        <p:spPr bwMode="auto">
          <a:xfrm>
            <a:off x="7010400" y="5145088"/>
            <a:ext cx="963613"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CED7FF3A-A47E-4CB4-842D-96CF13180C78}" type="datetime'''''North'''' A''''''m''eri''''''''''''c''''a'''">
              <a:rPr lang="en-US" altLang="en-US" smtClean="0">
                <a:solidFill>
                  <a:schemeClr val="tx1">
                    <a:lumMod val="85000"/>
                    <a:lumOff val="15000"/>
                  </a:schemeClr>
                </a:solidFill>
              </a:rPr>
              <a:pPr>
                <a:spcBef>
                  <a:spcPct val="0"/>
                </a:spcBef>
                <a:spcAft>
                  <a:spcPct val="0"/>
                </a:spcAft>
              </a:pPr>
              <a:t>North America</a:t>
            </a:fld>
            <a:endParaRPr lang="en-US">
              <a:solidFill>
                <a:schemeClr val="tx1">
                  <a:lumMod val="85000"/>
                  <a:lumOff val="15000"/>
                </a:schemeClr>
              </a:solidFill>
              <a:sym typeface="+mn-lt"/>
            </a:endParaRPr>
          </a:p>
        </p:txBody>
      </p:sp>
      <p:sp>
        <p:nvSpPr>
          <p:cNvPr id="79" name="Text Placeholder 3">
            <a:extLst>
              <a:ext uri="{FF2B5EF4-FFF2-40B4-BE49-F238E27FC236}">
                <a16:creationId xmlns:a16="http://schemas.microsoft.com/office/drawing/2014/main" id="{F7B8E0A8-D40E-BF80-3CCB-65EC11CB6FC6}"/>
              </a:ext>
            </a:extLst>
          </p:cNvPr>
          <p:cNvSpPr>
            <a:spLocks noGrp="1"/>
          </p:cNvSpPr>
          <p:nvPr>
            <p:custDataLst>
              <p:tags r:id="rId47"/>
            </p:custDataLst>
          </p:nvPr>
        </p:nvSpPr>
        <p:spPr bwMode="auto">
          <a:xfrm>
            <a:off x="1422400" y="5768975"/>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78A5F36A-B29C-431C-AD15-C92CA71BD1D4}" type="datetime'8''''7'''''''''''''''''''">
              <a:rPr lang="en-US" altLang="en-US" smtClean="0">
                <a:solidFill>
                  <a:schemeClr val="tx1">
                    <a:lumMod val="85000"/>
                    <a:lumOff val="15000"/>
                  </a:schemeClr>
                </a:solidFill>
              </a:rPr>
              <a:pPr algn="ctr">
                <a:spcBef>
                  <a:spcPct val="0"/>
                </a:spcBef>
                <a:spcAft>
                  <a:spcPct val="0"/>
                </a:spcAft>
              </a:pPr>
              <a:t>87</a:t>
            </a:fld>
            <a:endParaRPr lang="en-US">
              <a:solidFill>
                <a:schemeClr val="tx1">
                  <a:lumMod val="85000"/>
                  <a:lumOff val="15000"/>
                </a:schemeClr>
              </a:solidFill>
              <a:sym typeface="+mn-lt"/>
            </a:endParaRPr>
          </a:p>
        </p:txBody>
      </p:sp>
    </p:spTree>
    <p:extLst>
      <p:ext uri="{BB962C8B-B14F-4D97-AF65-F5344CB8AC3E}">
        <p14:creationId xmlns:p14="http://schemas.microsoft.com/office/powerpoint/2010/main" val="21967781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B5C29-14F5-426D-4B06-395E07B3BF0B}"/>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55AC5E5-0026-EBBD-61F0-626A1BF5F7F0}"/>
              </a:ext>
            </a:extLst>
          </p:cNvPr>
          <p:cNvGraphicFramePr>
            <a:graphicFrameLocks noChangeAspect="1"/>
          </p:cNvGraphicFramePr>
          <p:nvPr>
            <p:custDataLst>
              <p:tags r:id="rId1"/>
            </p:custDataLst>
            <p:extLst>
              <p:ext uri="{D42A27DB-BD31-4B8C-83A1-F6EECF244321}">
                <p14:modId xmlns:p14="http://schemas.microsoft.com/office/powerpoint/2010/main" val="27404681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404" imgH="405" progId="TCLayout.ActiveDocument.1">
                  <p:embed/>
                </p:oleObj>
              </mc:Choice>
              <mc:Fallback>
                <p:oleObj name="think-cell Slide" r:id="rId17" imgW="404" imgH="405" progId="TCLayout.ActiveDocument.1">
                  <p:embed/>
                  <p:pic>
                    <p:nvPicPr>
                      <p:cNvPr id="7" name="think-cell data - do not delete" hidden="1">
                        <a:extLst>
                          <a:ext uri="{FF2B5EF4-FFF2-40B4-BE49-F238E27FC236}">
                            <a16:creationId xmlns:a16="http://schemas.microsoft.com/office/drawing/2014/main" id="{555AC5E5-0026-EBBD-61F0-626A1BF5F7F0}"/>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4F53FB2D-2A1F-CF3F-42B4-7FF537FE1BAD}"/>
              </a:ext>
            </a:extLst>
          </p:cNvPr>
          <p:cNvSpPr>
            <a:spLocks noGrp="1"/>
          </p:cNvSpPr>
          <p:nvPr>
            <p:ph type="title"/>
          </p:nvPr>
        </p:nvSpPr>
        <p:spPr>
          <a:xfrm>
            <a:off x="448969" y="765692"/>
            <a:ext cx="12665147" cy="447575"/>
          </a:xfrm>
        </p:spPr>
        <p:txBody>
          <a:bodyPr vert="horz"/>
          <a:lstStyle/>
          <a:p>
            <a:r>
              <a:rPr lang="en-US"/>
              <a:t>Option 4</a:t>
            </a:r>
          </a:p>
        </p:txBody>
      </p:sp>
      <p:sp>
        <p:nvSpPr>
          <p:cNvPr id="5" name="Subtitle 4">
            <a:extLst>
              <a:ext uri="{FF2B5EF4-FFF2-40B4-BE49-F238E27FC236}">
                <a16:creationId xmlns:a16="http://schemas.microsoft.com/office/drawing/2014/main" id="{06D3842D-3D7D-8E13-39C1-705EE2E69770}"/>
              </a:ext>
            </a:extLst>
          </p:cNvPr>
          <p:cNvSpPr>
            <a:spLocks noGrp="1"/>
          </p:cNvSpPr>
          <p:nvPr>
            <p:ph type="subTitle" idx="1"/>
          </p:nvPr>
        </p:nvSpPr>
        <p:spPr>
          <a:xfrm>
            <a:off x="448970" y="1291216"/>
            <a:ext cx="12665146" cy="310414"/>
          </a:xfrm>
        </p:spPr>
        <p:txBody>
          <a:bodyPr/>
          <a:lstStyle/>
          <a:p>
            <a:r>
              <a:rPr lang="en-US"/>
              <a:t>North America a declining portion of Acme Revenues as Europe and Asia/Pacific experience high growth</a:t>
            </a:r>
          </a:p>
        </p:txBody>
      </p:sp>
      <p:sp>
        <p:nvSpPr>
          <p:cNvPr id="40" name="Rectangle 9">
            <a:extLst>
              <a:ext uri="{FF2B5EF4-FFF2-40B4-BE49-F238E27FC236}">
                <a16:creationId xmlns:a16="http://schemas.microsoft.com/office/drawing/2014/main" id="{DA590918-5C98-918D-84A8-EEAEACFEB468}"/>
              </a:ext>
            </a:extLst>
          </p:cNvPr>
          <p:cNvSpPr>
            <a:spLocks noChangeArrowheads="1"/>
          </p:cNvSpPr>
          <p:nvPr/>
        </p:nvSpPr>
        <p:spPr bwMode="auto">
          <a:xfrm>
            <a:off x="8289924" y="2292350"/>
            <a:ext cx="3468688" cy="401638"/>
          </a:xfrm>
          <a:prstGeom prst="rect">
            <a:avLst/>
          </a:prstGeom>
          <a:solidFill>
            <a:schemeClr val="accent2"/>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lstStyle/>
          <a:p>
            <a:pPr algn="ctr">
              <a:defRPr/>
            </a:pPr>
            <a:r>
              <a:rPr lang="en-US" sz="2000">
                <a:solidFill>
                  <a:srgbClr val="FFFFFF"/>
                </a:solidFill>
                <a:latin typeface="+mn-lt"/>
              </a:rPr>
              <a:t>Design thoughts</a:t>
            </a:r>
          </a:p>
        </p:txBody>
      </p:sp>
      <p:sp>
        <p:nvSpPr>
          <p:cNvPr id="41" name="Rectangle 10">
            <a:extLst>
              <a:ext uri="{FF2B5EF4-FFF2-40B4-BE49-F238E27FC236}">
                <a16:creationId xmlns:a16="http://schemas.microsoft.com/office/drawing/2014/main" id="{33FAE5C6-0136-6554-3D08-5F32B5CC9634}"/>
              </a:ext>
            </a:extLst>
          </p:cNvPr>
          <p:cNvSpPr>
            <a:spLocks noChangeArrowheads="1"/>
          </p:cNvSpPr>
          <p:nvPr/>
        </p:nvSpPr>
        <p:spPr bwMode="auto">
          <a:xfrm>
            <a:off x="8289924" y="2693988"/>
            <a:ext cx="3468688" cy="3394075"/>
          </a:xfrm>
          <a:prstGeom prst="rect">
            <a:avLst/>
          </a:prstGeom>
          <a:solidFill>
            <a:schemeClr val="bg1"/>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noAutofit/>
          </a:bodyPr>
          <a:lstStyle/>
          <a:p>
            <a:pPr>
              <a:buSzPct val="100000"/>
              <a:buFont typeface="Trebuchet MS" panose="020B0603020202020204" pitchFamily="34" charset="0"/>
              <a:buChar char="​"/>
              <a:defRPr/>
            </a:pPr>
            <a:r>
              <a:rPr lang="en-US" sz="1600">
                <a:solidFill>
                  <a:schemeClr val="tx1">
                    <a:lumMod val="100000"/>
                  </a:schemeClr>
                </a:solidFill>
              </a:rPr>
              <a:t>Eliminating 1988-95 intermediate points reduces density but increases coherence</a:t>
            </a:r>
          </a:p>
          <a:p>
            <a:pPr>
              <a:buSzPct val="100000"/>
              <a:buFont typeface="Trebuchet MS" panose="020B0603020202020204" pitchFamily="34" charset="0"/>
              <a:buChar char="​"/>
              <a:defRPr/>
            </a:pPr>
            <a:endParaRPr lang="en-US" sz="1600">
              <a:solidFill>
                <a:schemeClr val="tx1">
                  <a:lumMod val="100000"/>
                </a:schemeClr>
              </a:solidFill>
            </a:endParaRPr>
          </a:p>
          <a:p>
            <a:pPr>
              <a:buSzPct val="100000"/>
              <a:buFont typeface="Trebuchet MS" panose="020B0603020202020204" pitchFamily="34" charset="0"/>
              <a:buChar char="​"/>
              <a:defRPr/>
            </a:pPr>
            <a:r>
              <a:rPr lang="en-US" sz="1600">
                <a:solidFill>
                  <a:schemeClr val="tx1">
                    <a:lumMod val="100000"/>
                  </a:schemeClr>
                </a:solidFill>
              </a:rPr>
              <a:t>Shading and boxing North America emphasizes message</a:t>
            </a:r>
          </a:p>
          <a:p>
            <a:pPr>
              <a:buSzPct val="100000"/>
              <a:buFont typeface="Trebuchet MS" panose="020B0603020202020204" pitchFamily="34" charset="0"/>
              <a:buChar char="​"/>
              <a:defRPr/>
            </a:pPr>
            <a:endParaRPr lang="en-US" sz="1600">
              <a:solidFill>
                <a:schemeClr val="tx1">
                  <a:lumMod val="100000"/>
                </a:schemeClr>
              </a:solidFill>
            </a:endParaRPr>
          </a:p>
          <a:p>
            <a:pPr>
              <a:buSzPct val="100000"/>
              <a:buFont typeface="Trebuchet MS" panose="020B0603020202020204" pitchFamily="34" charset="0"/>
              <a:buChar char="​"/>
              <a:defRPr/>
            </a:pPr>
            <a:r>
              <a:rPr lang="en-US" sz="1600">
                <a:solidFill>
                  <a:schemeClr val="tx1">
                    <a:lumMod val="100000"/>
                  </a:schemeClr>
                </a:solidFill>
              </a:rPr>
              <a:t>“Change in mix” column quantifies visual trend (change)</a:t>
            </a:r>
          </a:p>
        </p:txBody>
      </p:sp>
      <p:sp>
        <p:nvSpPr>
          <p:cNvPr id="62" name="ee4pFootnotes">
            <a:extLst>
              <a:ext uri="{FF2B5EF4-FFF2-40B4-BE49-F238E27FC236}">
                <a16:creationId xmlns:a16="http://schemas.microsoft.com/office/drawing/2014/main" id="{DFDBD2F6-B8BA-C679-0F43-686080E5C019}"/>
              </a:ext>
            </a:extLst>
          </p:cNvPr>
          <p:cNvSpPr>
            <a:spLocks noChangeArrowheads="1"/>
          </p:cNvSpPr>
          <p:nvPr/>
        </p:nvSpPr>
        <p:spPr bwMode="auto">
          <a:xfrm>
            <a:off x="2739231" y="7015162"/>
            <a:ext cx="9031288" cy="138113"/>
          </a:xfrm>
          <a:prstGeom prst="rect">
            <a:avLst/>
          </a:prstGeom>
          <a:noFill/>
          <a:ln w="9525" algn="ctr">
            <a:noFill/>
            <a:miter lim="800000"/>
            <a:headEnd type="none" w="lg" len="lg"/>
            <a:tailEnd type="none" w="lg" len="lg"/>
          </a:ln>
        </p:spPr>
        <p:txBody>
          <a:bodyPr vert="horz" wrap="square" lIns="0" tIns="0" rIns="0" bIns="0" anchor="b" anchorCtr="0">
            <a:spAutoFit/>
          </a:bodyPr>
          <a:lstStyle/>
          <a:p>
            <a:pPr algn="l">
              <a:lnSpc>
                <a:spcPct val="90000"/>
              </a:lnSpc>
            </a:pPr>
            <a:r>
              <a:rPr lang="en-US" sz="1000">
                <a:solidFill>
                  <a:schemeClr val="bg1">
                    <a:lumMod val="50000"/>
                  </a:schemeClr>
                </a:solidFill>
                <a:latin typeface="Trebuchet MS" panose="020B0603020202020204" pitchFamily="34" charset="0"/>
                <a:cs typeface="Arial" pitchFamily="34" charset="0"/>
              </a:rPr>
              <a:t>Source: Acme annual reports</a:t>
            </a:r>
          </a:p>
        </p:txBody>
      </p:sp>
      <p:cxnSp>
        <p:nvCxnSpPr>
          <p:cNvPr id="11" name="Straight Connector 10">
            <a:extLst>
              <a:ext uri="{FF2B5EF4-FFF2-40B4-BE49-F238E27FC236}">
                <a16:creationId xmlns:a16="http://schemas.microsoft.com/office/drawing/2014/main" id="{FE8ACC6F-CAC2-DB8C-A988-97080425C3B9}"/>
              </a:ext>
            </a:extLst>
          </p:cNvPr>
          <p:cNvCxnSpPr/>
          <p:nvPr>
            <p:custDataLst>
              <p:tags r:id="rId2"/>
            </p:custDataLst>
          </p:nvPr>
        </p:nvCxnSpPr>
        <p:spPr bwMode="gray">
          <a:xfrm>
            <a:off x="2852738" y="3128963"/>
            <a:ext cx="1701800"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39E5339-69EA-E679-F6A7-9EA0DDD6BCFA}"/>
              </a:ext>
            </a:extLst>
          </p:cNvPr>
          <p:cNvCxnSpPr/>
          <p:nvPr>
            <p:custDataLst>
              <p:tags r:id="rId3"/>
            </p:custDataLst>
          </p:nvPr>
        </p:nvCxnSpPr>
        <p:spPr bwMode="gray">
          <a:xfrm>
            <a:off x="2852738" y="3363913"/>
            <a:ext cx="1701800" cy="17462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446E10B-E037-ABB8-EE14-8F61D3C6A537}"/>
              </a:ext>
            </a:extLst>
          </p:cNvPr>
          <p:cNvCxnSpPr/>
          <p:nvPr>
            <p:custDataLst>
              <p:tags r:id="rId4"/>
            </p:custDataLst>
          </p:nvPr>
        </p:nvCxnSpPr>
        <p:spPr bwMode="gray">
          <a:xfrm flipV="1">
            <a:off x="2852738" y="4503738"/>
            <a:ext cx="1701800" cy="115888"/>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57" name="Chart 56">
            <a:extLst>
              <a:ext uri="{FF2B5EF4-FFF2-40B4-BE49-F238E27FC236}">
                <a16:creationId xmlns:a16="http://schemas.microsoft.com/office/drawing/2014/main" id="{1EC8E0B9-0818-7C39-D1B9-4153673291DF}"/>
              </a:ext>
            </a:extLst>
          </p:cNvPr>
          <p:cNvGraphicFramePr/>
          <p:nvPr>
            <p:custDataLst>
              <p:tags r:id="rId5"/>
            </p:custDataLst>
            <p:extLst>
              <p:ext uri="{D42A27DB-BD31-4B8C-83A1-F6EECF244321}">
                <p14:modId xmlns:p14="http://schemas.microsoft.com/office/powerpoint/2010/main" val="2584816772"/>
              </p:ext>
            </p:extLst>
          </p:nvPr>
        </p:nvGraphicFramePr>
        <p:xfrm>
          <a:off x="854075" y="2862263"/>
          <a:ext cx="5699125" cy="3457575"/>
        </p:xfrm>
        <a:graphic>
          <a:graphicData uri="http://schemas.openxmlformats.org/drawingml/2006/chart">
            <c:chart xmlns:c="http://schemas.openxmlformats.org/drawingml/2006/chart" xmlns:r="http://schemas.openxmlformats.org/officeDocument/2006/relationships" r:id="rId19"/>
          </a:graphicData>
        </a:graphic>
      </p:graphicFrame>
      <p:sp>
        <p:nvSpPr>
          <p:cNvPr id="17" name="Text Placeholder 3">
            <a:extLst>
              <a:ext uri="{FF2B5EF4-FFF2-40B4-BE49-F238E27FC236}">
                <a16:creationId xmlns:a16="http://schemas.microsoft.com/office/drawing/2014/main" id="{4D48B613-8DDD-2064-35AE-611DDF40920D}"/>
              </a:ext>
            </a:extLst>
          </p:cNvPr>
          <p:cNvSpPr>
            <a:spLocks noGrp="1"/>
          </p:cNvSpPr>
          <p:nvPr>
            <p:custDataLst>
              <p:tags r:id="rId6"/>
            </p:custDataLst>
          </p:nvPr>
        </p:nvSpPr>
        <p:spPr bwMode="gray">
          <a:xfrm>
            <a:off x="750887" y="5948363"/>
            <a:ext cx="84138"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C1826CD0-7741-4B0C-B856-2392E1450D17}" type="datetime'''0'''''''''''''''''">
              <a:rPr lang="en-US" altLang="en-US" smtClean="0">
                <a:solidFill>
                  <a:schemeClr val="tx1">
                    <a:lumMod val="85000"/>
                    <a:lumOff val="15000"/>
                  </a:schemeClr>
                </a:solidFill>
                <a:sym typeface="+mn-lt"/>
              </a:rPr>
              <a:pPr algn="r">
                <a:spcBef>
                  <a:spcPct val="0"/>
                </a:spcBef>
                <a:spcAft>
                  <a:spcPct val="0"/>
                </a:spcAft>
              </a:pPr>
              <a:t>0</a:t>
            </a:fld>
            <a:endParaRPr lang="en-US">
              <a:solidFill>
                <a:schemeClr val="tx1">
                  <a:lumMod val="85000"/>
                  <a:lumOff val="15000"/>
                </a:schemeClr>
              </a:solidFill>
              <a:sym typeface="+mn-lt"/>
            </a:endParaRPr>
          </a:p>
        </p:txBody>
      </p:sp>
      <p:sp>
        <p:nvSpPr>
          <p:cNvPr id="16" name="Text Placeholder 3">
            <a:extLst>
              <a:ext uri="{FF2B5EF4-FFF2-40B4-BE49-F238E27FC236}">
                <a16:creationId xmlns:a16="http://schemas.microsoft.com/office/drawing/2014/main" id="{EC408F2D-7B7B-03AC-00C5-CD15B11BD2D4}"/>
              </a:ext>
            </a:extLst>
          </p:cNvPr>
          <p:cNvSpPr>
            <a:spLocks noGrp="1"/>
          </p:cNvSpPr>
          <p:nvPr>
            <p:custDataLst>
              <p:tags r:id="rId7"/>
            </p:custDataLst>
          </p:nvPr>
        </p:nvSpPr>
        <p:spPr bwMode="gray">
          <a:xfrm>
            <a:off x="666750" y="4486275"/>
            <a:ext cx="1682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0ED3366E-3263-4597-A7BB-29D8CA7DFF6C}" type="datetime'''''''''''''''''5''''''''''''0'''''''''''''''''''''''''''''''">
              <a:rPr lang="en-US" altLang="en-US" smtClean="0">
                <a:solidFill>
                  <a:schemeClr val="tx1">
                    <a:lumMod val="85000"/>
                    <a:lumOff val="15000"/>
                  </a:schemeClr>
                </a:solidFill>
                <a:sym typeface="+mn-lt"/>
              </a:rPr>
              <a:pPr algn="r">
                <a:spcBef>
                  <a:spcPct val="0"/>
                </a:spcBef>
                <a:spcAft>
                  <a:spcPct val="0"/>
                </a:spcAft>
              </a:pPr>
              <a:t>50</a:t>
            </a:fld>
            <a:endParaRPr lang="en-US">
              <a:solidFill>
                <a:schemeClr val="tx1">
                  <a:lumMod val="85000"/>
                  <a:lumOff val="15000"/>
                </a:schemeClr>
              </a:solidFill>
              <a:sym typeface="+mn-lt"/>
            </a:endParaRPr>
          </a:p>
        </p:txBody>
      </p:sp>
      <p:sp>
        <p:nvSpPr>
          <p:cNvPr id="18" name="Text Placeholder 3">
            <a:extLst>
              <a:ext uri="{FF2B5EF4-FFF2-40B4-BE49-F238E27FC236}">
                <a16:creationId xmlns:a16="http://schemas.microsoft.com/office/drawing/2014/main" id="{6DE0934E-3ED6-3E22-F6A2-F15E42A50EEB}"/>
              </a:ext>
            </a:extLst>
          </p:cNvPr>
          <p:cNvSpPr>
            <a:spLocks noGrp="1"/>
          </p:cNvSpPr>
          <p:nvPr>
            <p:custDataLst>
              <p:tags r:id="rId8"/>
            </p:custDataLst>
          </p:nvPr>
        </p:nvSpPr>
        <p:spPr bwMode="gray">
          <a:xfrm>
            <a:off x="582613" y="3024188"/>
            <a:ext cx="252413"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0B2B6C18-232D-4E10-8674-1DCA0A7D335D}" type="datetime'''1''''''''''''''''''''''''''0''''''''0'''''''''''''''''''''''">
              <a:rPr lang="en-US" altLang="en-US" smtClean="0">
                <a:solidFill>
                  <a:schemeClr val="tx1">
                    <a:lumMod val="85000"/>
                    <a:lumOff val="15000"/>
                  </a:schemeClr>
                </a:solidFill>
                <a:sym typeface="+mn-lt"/>
              </a:rPr>
              <a:pPr algn="r">
                <a:spcBef>
                  <a:spcPct val="0"/>
                </a:spcBef>
                <a:spcAft>
                  <a:spcPct val="0"/>
                </a:spcAft>
              </a:pPr>
              <a:t>100</a:t>
            </a:fld>
            <a:endParaRPr lang="en-US">
              <a:solidFill>
                <a:schemeClr val="tx1">
                  <a:lumMod val="85000"/>
                  <a:lumOff val="15000"/>
                </a:schemeClr>
              </a:solidFill>
              <a:sym typeface="+mn-lt"/>
            </a:endParaRPr>
          </a:p>
        </p:txBody>
      </p:sp>
      <p:sp>
        <p:nvSpPr>
          <p:cNvPr id="19" name="Text Placeholder 3">
            <a:extLst>
              <a:ext uri="{FF2B5EF4-FFF2-40B4-BE49-F238E27FC236}">
                <a16:creationId xmlns:a16="http://schemas.microsoft.com/office/drawing/2014/main" id="{42780D85-7521-62A7-CEE1-B038F77BE918}"/>
              </a:ext>
            </a:extLst>
          </p:cNvPr>
          <p:cNvSpPr>
            <a:spLocks noGrp="1"/>
          </p:cNvSpPr>
          <p:nvPr>
            <p:custDataLst>
              <p:tags r:id="rId9"/>
            </p:custDataLst>
          </p:nvPr>
        </p:nvSpPr>
        <p:spPr bwMode="auto">
          <a:xfrm>
            <a:off x="6169025" y="6427788"/>
            <a:ext cx="306388"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r>
              <a:rPr lang="en-US" altLang="en-US">
                <a:solidFill>
                  <a:schemeClr val="tx1">
                    <a:lumMod val="85000"/>
                    <a:lumOff val="15000"/>
                  </a:schemeClr>
                </a:solidFill>
                <a:sym typeface="+mn-lt"/>
              </a:rPr>
              <a:t>Year</a:t>
            </a:r>
            <a:endParaRPr lang="en-US">
              <a:solidFill>
                <a:schemeClr val="tx1">
                  <a:lumMod val="85000"/>
                  <a:lumOff val="15000"/>
                </a:schemeClr>
              </a:solidFill>
              <a:sym typeface="+mn-lt"/>
            </a:endParaRPr>
          </a:p>
        </p:txBody>
      </p:sp>
      <p:sp>
        <p:nvSpPr>
          <p:cNvPr id="22" name="Text Placeholder 3">
            <a:extLst>
              <a:ext uri="{FF2B5EF4-FFF2-40B4-BE49-F238E27FC236}">
                <a16:creationId xmlns:a16="http://schemas.microsoft.com/office/drawing/2014/main" id="{EF17F2C5-1DAC-EE1C-83FC-32F181F36D8C}"/>
              </a:ext>
            </a:extLst>
          </p:cNvPr>
          <p:cNvSpPr>
            <a:spLocks noGrp="1"/>
          </p:cNvSpPr>
          <p:nvPr>
            <p:custDataLst>
              <p:tags r:id="rId10"/>
            </p:custDataLst>
          </p:nvPr>
        </p:nvSpPr>
        <p:spPr bwMode="auto">
          <a:xfrm>
            <a:off x="582613" y="2297113"/>
            <a:ext cx="606425" cy="604838"/>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b"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r>
              <a:rPr lang="en-US" altLang="en-US">
                <a:solidFill>
                  <a:schemeClr val="tx1">
                    <a:lumMod val="85000"/>
                    <a:lumOff val="15000"/>
                  </a:schemeClr>
                </a:solidFill>
                <a:sym typeface="+mn-lt"/>
              </a:rPr>
              <a:t>Revenue</a:t>
            </a:r>
          </a:p>
          <a:p>
            <a:pPr>
              <a:spcBef>
                <a:spcPct val="0"/>
              </a:spcBef>
              <a:spcAft>
                <a:spcPct val="0"/>
              </a:spcAft>
            </a:pPr>
            <a:r>
              <a:rPr lang="en-US" altLang="en-US">
                <a:solidFill>
                  <a:schemeClr val="tx1">
                    <a:lumMod val="85000"/>
                    <a:lumOff val="15000"/>
                  </a:schemeClr>
                </a:solidFill>
                <a:sym typeface="+mn-lt"/>
              </a:rPr>
              <a:t>mix</a:t>
            </a:r>
          </a:p>
          <a:p>
            <a:pPr>
              <a:spcBef>
                <a:spcPct val="0"/>
              </a:spcBef>
              <a:spcAft>
                <a:spcPct val="0"/>
              </a:spcAft>
            </a:pPr>
            <a:r>
              <a:rPr lang="en-US" altLang="en-US">
                <a:solidFill>
                  <a:schemeClr val="tx1">
                    <a:lumMod val="85000"/>
                    <a:lumOff val="15000"/>
                  </a:schemeClr>
                </a:solidFill>
                <a:sym typeface="+mn-lt"/>
              </a:rPr>
              <a:t>(%)</a:t>
            </a:r>
          </a:p>
        </p:txBody>
      </p:sp>
      <p:sp>
        <p:nvSpPr>
          <p:cNvPr id="21" name="Text Placeholder 3">
            <a:extLst>
              <a:ext uri="{FF2B5EF4-FFF2-40B4-BE49-F238E27FC236}">
                <a16:creationId xmlns:a16="http://schemas.microsoft.com/office/drawing/2014/main" id="{341FDF74-4699-94C0-6F66-F6B2934E0189}"/>
              </a:ext>
            </a:extLst>
          </p:cNvPr>
          <p:cNvSpPr>
            <a:spLocks noGrp="1"/>
          </p:cNvSpPr>
          <p:nvPr>
            <p:custDataLst>
              <p:tags r:id="rId11"/>
            </p:custDataLst>
          </p:nvPr>
        </p:nvSpPr>
        <p:spPr bwMode="auto">
          <a:xfrm>
            <a:off x="2228850" y="6103938"/>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5D197B10-7E45-411E-B763-91C54C5EB528}" type="datetime'''''''''''''''''''''''''''''8''7'''''''''">
              <a:rPr lang="en-US" altLang="en-US" smtClean="0">
                <a:solidFill>
                  <a:schemeClr val="tx1">
                    <a:lumMod val="85000"/>
                    <a:lumOff val="15000"/>
                  </a:schemeClr>
                </a:solidFill>
              </a:rPr>
              <a:pPr algn="ctr">
                <a:spcBef>
                  <a:spcPct val="0"/>
                </a:spcBef>
                <a:spcAft>
                  <a:spcPct val="0"/>
                </a:spcAft>
              </a:pPr>
              <a:t>87</a:t>
            </a:fld>
            <a:endParaRPr lang="en-US">
              <a:solidFill>
                <a:schemeClr val="tx1">
                  <a:lumMod val="85000"/>
                  <a:lumOff val="15000"/>
                </a:schemeClr>
              </a:solidFill>
              <a:sym typeface="+mn-lt"/>
            </a:endParaRPr>
          </a:p>
        </p:txBody>
      </p:sp>
      <p:sp>
        <p:nvSpPr>
          <p:cNvPr id="20" name="Text Placeholder 3">
            <a:extLst>
              <a:ext uri="{FF2B5EF4-FFF2-40B4-BE49-F238E27FC236}">
                <a16:creationId xmlns:a16="http://schemas.microsoft.com/office/drawing/2014/main" id="{AC0D8CC5-3F6D-C8F5-972C-CFCD751F61F6}"/>
              </a:ext>
            </a:extLst>
          </p:cNvPr>
          <p:cNvSpPr>
            <a:spLocks noGrp="1"/>
          </p:cNvSpPr>
          <p:nvPr>
            <p:custDataLst>
              <p:tags r:id="rId12"/>
            </p:custDataLst>
          </p:nvPr>
        </p:nvSpPr>
        <p:spPr bwMode="auto">
          <a:xfrm>
            <a:off x="4995863" y="6103938"/>
            <a:ext cx="180975"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FD121559-EFF3-4A70-9611-618FFE8C51AC}" type="datetime'''9''''''''''''''''''''''''''''''''''''''''6'''''''''''''''''">
              <a:rPr lang="en-US" altLang="en-US" smtClean="0">
                <a:solidFill>
                  <a:schemeClr val="tx1">
                    <a:lumMod val="85000"/>
                    <a:lumOff val="15000"/>
                  </a:schemeClr>
                </a:solidFill>
              </a:rPr>
              <a:pPr algn="ctr">
                <a:spcBef>
                  <a:spcPct val="0"/>
                </a:spcBef>
                <a:spcAft>
                  <a:spcPct val="0"/>
                </a:spcAft>
              </a:pPr>
              <a:t>96</a:t>
            </a:fld>
            <a:endParaRPr lang="en-US">
              <a:solidFill>
                <a:schemeClr val="tx1">
                  <a:lumMod val="85000"/>
                  <a:lumOff val="15000"/>
                </a:schemeClr>
              </a:solidFill>
              <a:sym typeface="+mn-lt"/>
            </a:endParaRPr>
          </a:p>
        </p:txBody>
      </p:sp>
      <p:sp>
        <p:nvSpPr>
          <p:cNvPr id="23" name="Text Placeholder 3">
            <a:extLst>
              <a:ext uri="{FF2B5EF4-FFF2-40B4-BE49-F238E27FC236}">
                <a16:creationId xmlns:a16="http://schemas.microsoft.com/office/drawing/2014/main" id="{E010675F-87C1-AF81-C0A5-C56D9039EF6F}"/>
              </a:ext>
            </a:extLst>
          </p:cNvPr>
          <p:cNvSpPr>
            <a:spLocks noGrp="1"/>
          </p:cNvSpPr>
          <p:nvPr>
            <p:custDataLst>
              <p:tags r:id="rId13"/>
            </p:custDataLst>
          </p:nvPr>
        </p:nvSpPr>
        <p:spPr bwMode="auto">
          <a:xfrm>
            <a:off x="5741989" y="3233738"/>
            <a:ext cx="785813"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E8D0CA9C-36A7-46FE-BAFD-BF5474F0C926}" type="datetime'A''si''''''''a/''Pac''if''i''''''c'''''">
              <a:rPr lang="en-US" altLang="en-US" smtClean="0">
                <a:solidFill>
                  <a:schemeClr val="tx1">
                    <a:lumMod val="85000"/>
                    <a:lumOff val="15000"/>
                  </a:schemeClr>
                </a:solidFill>
              </a:rPr>
              <a:pPr>
                <a:spcBef>
                  <a:spcPct val="0"/>
                </a:spcBef>
                <a:spcAft>
                  <a:spcPct val="0"/>
                </a:spcAft>
              </a:pPr>
              <a:t>Asia/Pacific</a:t>
            </a:fld>
            <a:endParaRPr lang="en-US">
              <a:solidFill>
                <a:schemeClr val="tx1">
                  <a:lumMod val="85000"/>
                  <a:lumOff val="15000"/>
                </a:schemeClr>
              </a:solidFill>
              <a:sym typeface="+mn-lt"/>
            </a:endParaRPr>
          </a:p>
        </p:txBody>
      </p:sp>
      <p:sp>
        <p:nvSpPr>
          <p:cNvPr id="24" name="Text Placeholder 3">
            <a:extLst>
              <a:ext uri="{FF2B5EF4-FFF2-40B4-BE49-F238E27FC236}">
                <a16:creationId xmlns:a16="http://schemas.microsoft.com/office/drawing/2014/main" id="{CF971AA7-83B6-1E55-C822-717DA720887D}"/>
              </a:ext>
            </a:extLst>
          </p:cNvPr>
          <p:cNvSpPr>
            <a:spLocks noGrp="1"/>
          </p:cNvSpPr>
          <p:nvPr>
            <p:custDataLst>
              <p:tags r:id="rId14"/>
            </p:custDataLst>
          </p:nvPr>
        </p:nvSpPr>
        <p:spPr bwMode="auto">
          <a:xfrm>
            <a:off x="5741988" y="3921125"/>
            <a:ext cx="963613"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0769FDC3-AAAE-4747-9CF2-9C4AB3AC3401}" type="datetime'N''''ort''''h ''''''Am''''''''e''''''''''r''''''''''ic''''a'">
              <a:rPr lang="en-US" altLang="en-US" smtClean="0">
                <a:solidFill>
                  <a:schemeClr val="tx1">
                    <a:lumMod val="85000"/>
                    <a:lumOff val="15000"/>
                  </a:schemeClr>
                </a:solidFill>
              </a:rPr>
              <a:pPr>
                <a:spcBef>
                  <a:spcPct val="0"/>
                </a:spcBef>
                <a:spcAft>
                  <a:spcPct val="0"/>
                </a:spcAft>
              </a:pPr>
              <a:t>North America</a:t>
            </a:fld>
            <a:endParaRPr lang="en-US">
              <a:solidFill>
                <a:schemeClr val="tx1">
                  <a:lumMod val="85000"/>
                  <a:lumOff val="15000"/>
                </a:schemeClr>
              </a:solidFill>
              <a:sym typeface="+mn-lt"/>
            </a:endParaRPr>
          </a:p>
        </p:txBody>
      </p:sp>
      <p:sp>
        <p:nvSpPr>
          <p:cNvPr id="25" name="Text Placeholder 3">
            <a:extLst>
              <a:ext uri="{FF2B5EF4-FFF2-40B4-BE49-F238E27FC236}">
                <a16:creationId xmlns:a16="http://schemas.microsoft.com/office/drawing/2014/main" id="{C7D13D04-EAD5-57BC-43FC-2C8F0ED31465}"/>
              </a:ext>
            </a:extLst>
          </p:cNvPr>
          <p:cNvSpPr>
            <a:spLocks noGrp="1"/>
          </p:cNvSpPr>
          <p:nvPr>
            <p:custDataLst>
              <p:tags r:id="rId15"/>
            </p:custDataLst>
          </p:nvPr>
        </p:nvSpPr>
        <p:spPr bwMode="auto">
          <a:xfrm>
            <a:off x="5741988" y="5178425"/>
            <a:ext cx="488950" cy="201613"/>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CE75EEF7-2811-418B-B1B1-E95103374FE3}" type="datetime'''''''''E''''''''''''u''''''r''''o''''''''''p''e'">
              <a:rPr lang="en-US" altLang="en-US" smtClean="0">
                <a:solidFill>
                  <a:schemeClr val="tx1">
                    <a:lumMod val="85000"/>
                    <a:lumOff val="15000"/>
                  </a:schemeClr>
                </a:solidFill>
              </a:rPr>
              <a:pPr>
                <a:spcBef>
                  <a:spcPct val="0"/>
                </a:spcBef>
                <a:spcAft>
                  <a:spcPct val="0"/>
                </a:spcAft>
              </a:pPr>
              <a:t>Europe</a:t>
            </a:fld>
            <a:endParaRPr lang="en-US">
              <a:solidFill>
                <a:schemeClr val="tx1">
                  <a:lumMod val="85000"/>
                  <a:lumOff val="15000"/>
                </a:schemeClr>
              </a:solidFill>
              <a:sym typeface="+mn-lt"/>
            </a:endParaRPr>
          </a:p>
        </p:txBody>
      </p:sp>
      <p:sp>
        <p:nvSpPr>
          <p:cNvPr id="26" name="Rectangle 11">
            <a:extLst>
              <a:ext uri="{FF2B5EF4-FFF2-40B4-BE49-F238E27FC236}">
                <a16:creationId xmlns:a16="http://schemas.microsoft.com/office/drawing/2014/main" id="{B7504503-ECD0-62B0-9DE1-91B1E74CA518}"/>
              </a:ext>
            </a:extLst>
          </p:cNvPr>
          <p:cNvSpPr>
            <a:spLocks noChangeArrowheads="1"/>
          </p:cNvSpPr>
          <p:nvPr/>
        </p:nvSpPr>
        <p:spPr bwMode="auto">
          <a:xfrm>
            <a:off x="6878638" y="3857625"/>
            <a:ext cx="45561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ctr">
              <a:buSzPct val="100000"/>
              <a:buFont typeface="Trebuchet MS" panose="020B0603020202020204" pitchFamily="34" charset="0"/>
              <a:buChar char="​"/>
            </a:pPr>
            <a:r>
              <a:rPr lang="en-US" altLang="en-US" sz="1200" b="0">
                <a:solidFill>
                  <a:srgbClr val="E71C57"/>
                </a:solidFill>
                <a:latin typeface="Trebuchet MS" panose="020B0603020202020204" pitchFamily="34" charset="0"/>
              </a:rPr>
              <a:t>(10)</a:t>
            </a:r>
          </a:p>
        </p:txBody>
      </p:sp>
      <p:sp>
        <p:nvSpPr>
          <p:cNvPr id="27" name="Rectangle 12">
            <a:extLst>
              <a:ext uri="{FF2B5EF4-FFF2-40B4-BE49-F238E27FC236}">
                <a16:creationId xmlns:a16="http://schemas.microsoft.com/office/drawing/2014/main" id="{E87D9168-955D-F52F-500D-56AD0F484326}"/>
              </a:ext>
            </a:extLst>
          </p:cNvPr>
          <p:cNvSpPr>
            <a:spLocks noChangeArrowheads="1"/>
          </p:cNvSpPr>
          <p:nvPr/>
        </p:nvSpPr>
        <p:spPr bwMode="auto">
          <a:xfrm>
            <a:off x="6934200" y="5114925"/>
            <a:ext cx="342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ctr">
              <a:buSzPct val="100000"/>
              <a:buFont typeface="Trebuchet MS" panose="020B0603020202020204" pitchFamily="34" charset="0"/>
              <a:buChar char="​"/>
            </a:pPr>
            <a:r>
              <a:rPr lang="en-US" altLang="en-US" sz="1200" b="0">
                <a:solidFill>
                  <a:schemeClr val="tx1">
                    <a:lumMod val="100000"/>
                  </a:schemeClr>
                </a:solidFill>
                <a:latin typeface="Trebuchet MS" panose="020B0603020202020204" pitchFamily="34" charset="0"/>
              </a:rPr>
              <a:t>+4</a:t>
            </a:r>
          </a:p>
        </p:txBody>
      </p:sp>
      <p:sp>
        <p:nvSpPr>
          <p:cNvPr id="28" name="Rectangle 13">
            <a:extLst>
              <a:ext uri="{FF2B5EF4-FFF2-40B4-BE49-F238E27FC236}">
                <a16:creationId xmlns:a16="http://schemas.microsoft.com/office/drawing/2014/main" id="{610F5BC8-B5C6-6704-8E20-0FCD51943B1D}"/>
              </a:ext>
            </a:extLst>
          </p:cNvPr>
          <p:cNvSpPr>
            <a:spLocks noChangeArrowheads="1"/>
          </p:cNvSpPr>
          <p:nvPr/>
        </p:nvSpPr>
        <p:spPr bwMode="auto">
          <a:xfrm>
            <a:off x="6538913" y="2370138"/>
            <a:ext cx="1135063"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b"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ctr">
              <a:buSzPct val="100000"/>
              <a:buFont typeface="Trebuchet MS" panose="020B0603020202020204" pitchFamily="34" charset="0"/>
              <a:buChar char="​"/>
            </a:pPr>
            <a:r>
              <a:rPr lang="en-US" altLang="en-US" sz="1200" b="0">
                <a:solidFill>
                  <a:schemeClr val="tx1">
                    <a:lumMod val="100000"/>
                  </a:schemeClr>
                </a:solidFill>
                <a:latin typeface="Trebuchet MS" panose="020B0603020202020204" pitchFamily="34" charset="0"/>
              </a:rPr>
              <a:t>1987-96</a:t>
            </a:r>
          </a:p>
          <a:p>
            <a:pPr algn="ctr">
              <a:buSzPct val="100000"/>
              <a:buFont typeface="Trebuchet MS" panose="020B0603020202020204" pitchFamily="34" charset="0"/>
              <a:buChar char="​"/>
            </a:pPr>
            <a:r>
              <a:rPr lang="en-US" altLang="en-US" sz="1200" b="0">
                <a:solidFill>
                  <a:schemeClr val="tx1">
                    <a:lumMod val="100000"/>
                  </a:schemeClr>
                </a:solidFill>
                <a:latin typeface="Trebuchet MS" panose="020B0603020202020204" pitchFamily="34" charset="0"/>
              </a:rPr>
              <a:t>change in mix</a:t>
            </a:r>
          </a:p>
          <a:p>
            <a:pPr algn="ctr">
              <a:buSzPct val="100000"/>
              <a:buFont typeface="Trebuchet MS" panose="020B0603020202020204" pitchFamily="34" charset="0"/>
              <a:buChar char="​"/>
            </a:pPr>
            <a:r>
              <a:rPr lang="en-US" altLang="en-US" sz="1200" b="0">
                <a:solidFill>
                  <a:schemeClr val="tx1">
                    <a:lumMod val="100000"/>
                  </a:schemeClr>
                </a:solidFill>
                <a:latin typeface="Trebuchet MS" panose="020B0603020202020204" pitchFamily="34" charset="0"/>
              </a:rPr>
              <a:t>(points)</a:t>
            </a:r>
          </a:p>
        </p:txBody>
      </p:sp>
      <p:sp>
        <p:nvSpPr>
          <p:cNvPr id="29" name="Rectangle 10">
            <a:extLst>
              <a:ext uri="{FF2B5EF4-FFF2-40B4-BE49-F238E27FC236}">
                <a16:creationId xmlns:a16="http://schemas.microsoft.com/office/drawing/2014/main" id="{BE5564EF-421D-2D64-27ED-69183D89FB69}"/>
              </a:ext>
            </a:extLst>
          </p:cNvPr>
          <p:cNvSpPr>
            <a:spLocks noChangeArrowheads="1"/>
          </p:cNvSpPr>
          <p:nvPr/>
        </p:nvSpPr>
        <p:spPr bwMode="auto">
          <a:xfrm>
            <a:off x="6934200" y="3151188"/>
            <a:ext cx="3429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ctr">
              <a:buSzPct val="100000"/>
              <a:buFont typeface="Trebuchet MS" panose="020B0603020202020204" pitchFamily="34" charset="0"/>
              <a:buChar char="​"/>
            </a:pPr>
            <a:r>
              <a:rPr lang="en-US" altLang="en-US" sz="1200" b="0">
                <a:solidFill>
                  <a:schemeClr val="tx1">
                    <a:lumMod val="100000"/>
                  </a:schemeClr>
                </a:solidFill>
                <a:latin typeface="Trebuchet MS" panose="020B0603020202020204" pitchFamily="34" charset="0"/>
              </a:rPr>
              <a:t>+6</a:t>
            </a:r>
          </a:p>
        </p:txBody>
      </p:sp>
      <p:cxnSp>
        <p:nvCxnSpPr>
          <p:cNvPr id="48" name="Straight Connector 47">
            <a:extLst>
              <a:ext uri="{FF2B5EF4-FFF2-40B4-BE49-F238E27FC236}">
                <a16:creationId xmlns:a16="http://schemas.microsoft.com/office/drawing/2014/main" id="{4CB00261-F38D-D3B7-E739-61B4BFEB25E9}"/>
              </a:ext>
            </a:extLst>
          </p:cNvPr>
          <p:cNvCxnSpPr/>
          <p:nvPr/>
        </p:nvCxnSpPr>
        <p:spPr>
          <a:xfrm>
            <a:off x="6538913" y="2998788"/>
            <a:ext cx="1135063" cy="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3733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933CF-5AD9-2EC0-7C31-D65D8FE00149}"/>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BCC498C-1EA7-5F5D-80F6-A7DBDB5DA999}"/>
              </a:ext>
            </a:extLst>
          </p:cNvPr>
          <p:cNvGraphicFramePr>
            <a:graphicFrameLocks noChangeAspect="1"/>
          </p:cNvGraphicFramePr>
          <p:nvPr>
            <p:custDataLst>
              <p:tags r:id="rId1"/>
            </p:custDataLst>
            <p:extLst>
              <p:ext uri="{D42A27DB-BD31-4B8C-83A1-F6EECF244321}">
                <p14:modId xmlns:p14="http://schemas.microsoft.com/office/powerpoint/2010/main" val="36934952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04" imgH="405" progId="TCLayout.ActiveDocument.1">
                  <p:embed/>
                </p:oleObj>
              </mc:Choice>
              <mc:Fallback>
                <p:oleObj name="think-cell Slide" r:id="rId18" imgW="404" imgH="405" progId="TCLayout.ActiveDocument.1">
                  <p:embed/>
                  <p:pic>
                    <p:nvPicPr>
                      <p:cNvPr id="7" name="think-cell data - do not delete" hidden="1">
                        <a:extLst>
                          <a:ext uri="{FF2B5EF4-FFF2-40B4-BE49-F238E27FC236}">
                            <a16:creationId xmlns:a16="http://schemas.microsoft.com/office/drawing/2014/main" id="{5BCC498C-1EA7-5F5D-80F6-A7DBDB5DA999}"/>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A5B4A05E-4ADD-F387-39CD-AED8B0F47EA2}"/>
              </a:ext>
            </a:extLst>
          </p:cNvPr>
          <p:cNvSpPr>
            <a:spLocks noGrp="1"/>
          </p:cNvSpPr>
          <p:nvPr>
            <p:ph type="title"/>
          </p:nvPr>
        </p:nvSpPr>
        <p:spPr>
          <a:xfrm>
            <a:off x="448969" y="765692"/>
            <a:ext cx="12665147" cy="447575"/>
          </a:xfrm>
        </p:spPr>
        <p:txBody>
          <a:bodyPr vert="horz"/>
          <a:lstStyle/>
          <a:p>
            <a:r>
              <a:rPr lang="en-US"/>
              <a:t>Option 5</a:t>
            </a:r>
          </a:p>
        </p:txBody>
      </p:sp>
      <p:sp>
        <p:nvSpPr>
          <p:cNvPr id="5" name="Subtitle 4">
            <a:extLst>
              <a:ext uri="{FF2B5EF4-FFF2-40B4-BE49-F238E27FC236}">
                <a16:creationId xmlns:a16="http://schemas.microsoft.com/office/drawing/2014/main" id="{59860BFC-04F7-B49E-766E-B7A7FC8AACBE}"/>
              </a:ext>
            </a:extLst>
          </p:cNvPr>
          <p:cNvSpPr>
            <a:spLocks noGrp="1"/>
          </p:cNvSpPr>
          <p:nvPr>
            <p:ph type="subTitle" idx="1"/>
          </p:nvPr>
        </p:nvSpPr>
        <p:spPr>
          <a:xfrm>
            <a:off x="448970" y="1291216"/>
            <a:ext cx="12665146" cy="310414"/>
          </a:xfrm>
        </p:spPr>
        <p:txBody>
          <a:bodyPr/>
          <a:lstStyle/>
          <a:p>
            <a:r>
              <a:rPr lang="en-US"/>
              <a:t>North America a declining portion of Acme Revenues as Europe and Asia/Pacific experience high growth</a:t>
            </a:r>
          </a:p>
        </p:txBody>
      </p:sp>
      <p:sp>
        <p:nvSpPr>
          <p:cNvPr id="40" name="Rectangle 9">
            <a:extLst>
              <a:ext uri="{FF2B5EF4-FFF2-40B4-BE49-F238E27FC236}">
                <a16:creationId xmlns:a16="http://schemas.microsoft.com/office/drawing/2014/main" id="{78470AE8-297F-7E5B-E7C4-8C7996584300}"/>
              </a:ext>
            </a:extLst>
          </p:cNvPr>
          <p:cNvSpPr>
            <a:spLocks noChangeArrowheads="1"/>
          </p:cNvSpPr>
          <p:nvPr/>
        </p:nvSpPr>
        <p:spPr bwMode="auto">
          <a:xfrm>
            <a:off x="8289924" y="2292350"/>
            <a:ext cx="3468688" cy="401638"/>
          </a:xfrm>
          <a:prstGeom prst="rect">
            <a:avLst/>
          </a:prstGeom>
          <a:solidFill>
            <a:schemeClr val="accent2"/>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lstStyle/>
          <a:p>
            <a:pPr algn="ctr">
              <a:defRPr/>
            </a:pPr>
            <a:r>
              <a:rPr lang="en-US" sz="2000">
                <a:solidFill>
                  <a:srgbClr val="FFFFFF"/>
                </a:solidFill>
                <a:latin typeface="+mn-lt"/>
              </a:rPr>
              <a:t>Design thoughts</a:t>
            </a:r>
          </a:p>
        </p:txBody>
      </p:sp>
      <p:sp>
        <p:nvSpPr>
          <p:cNvPr id="41" name="Rectangle 10">
            <a:extLst>
              <a:ext uri="{FF2B5EF4-FFF2-40B4-BE49-F238E27FC236}">
                <a16:creationId xmlns:a16="http://schemas.microsoft.com/office/drawing/2014/main" id="{3AE5CA86-CF10-BC8B-424A-8258003070D6}"/>
              </a:ext>
            </a:extLst>
          </p:cNvPr>
          <p:cNvSpPr>
            <a:spLocks noChangeArrowheads="1"/>
          </p:cNvSpPr>
          <p:nvPr/>
        </p:nvSpPr>
        <p:spPr bwMode="auto">
          <a:xfrm>
            <a:off x="8289924" y="2693988"/>
            <a:ext cx="3468688" cy="3394075"/>
          </a:xfrm>
          <a:prstGeom prst="rect">
            <a:avLst/>
          </a:prstGeom>
          <a:solidFill>
            <a:schemeClr val="bg1"/>
          </a:solidFill>
          <a:ln w="12700" cap="flat" cmpd="sng" algn="ctr">
            <a:solidFill>
              <a:schemeClr val="accent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noAutofit/>
          </a:bodyPr>
          <a:lstStyle/>
          <a:p>
            <a:pPr>
              <a:buSzPct val="100000"/>
              <a:buFont typeface="Trebuchet MS" panose="020B0603020202020204" pitchFamily="34" charset="0"/>
              <a:buChar char="​"/>
              <a:defRPr/>
            </a:pPr>
            <a:r>
              <a:rPr lang="en-US" sz="1600" err="1">
                <a:solidFill>
                  <a:schemeClr val="tx1">
                    <a:lumMod val="100000"/>
                  </a:schemeClr>
                </a:solidFill>
              </a:rPr>
              <a:t>Multipanel</a:t>
            </a:r>
            <a:r>
              <a:rPr lang="en-US" sz="1600">
                <a:solidFill>
                  <a:schemeClr val="tx1">
                    <a:lumMod val="100000"/>
                  </a:schemeClr>
                </a:solidFill>
              </a:rPr>
              <a:t> design with right-hand box listing individual new facilities adds density and bolsters quantitative argument of (IV) with additional qualitative detail</a:t>
            </a:r>
          </a:p>
          <a:p>
            <a:pPr>
              <a:buSzPct val="100000"/>
              <a:buFont typeface="Trebuchet MS" panose="020B0603020202020204" pitchFamily="34" charset="0"/>
              <a:buChar char="​"/>
              <a:defRPr/>
            </a:pPr>
            <a:endParaRPr lang="en-US" sz="1600">
              <a:solidFill>
                <a:schemeClr val="tx1">
                  <a:lumMod val="100000"/>
                </a:schemeClr>
              </a:solidFill>
            </a:endParaRPr>
          </a:p>
          <a:p>
            <a:pPr>
              <a:buSzPct val="100000"/>
              <a:buFont typeface="Trebuchet MS" panose="020B0603020202020204" pitchFamily="34" charset="0"/>
              <a:buChar char="​"/>
              <a:defRPr/>
            </a:pPr>
            <a:r>
              <a:rPr lang="en-US" sz="1600">
                <a:solidFill>
                  <a:schemeClr val="tx1">
                    <a:lumMod val="100000"/>
                  </a:schemeClr>
                </a:solidFill>
              </a:rPr>
              <a:t>Parallelism of region order enhances integrity</a:t>
            </a:r>
          </a:p>
        </p:txBody>
      </p:sp>
      <p:sp>
        <p:nvSpPr>
          <p:cNvPr id="62" name="ee4pFootnotes">
            <a:extLst>
              <a:ext uri="{FF2B5EF4-FFF2-40B4-BE49-F238E27FC236}">
                <a16:creationId xmlns:a16="http://schemas.microsoft.com/office/drawing/2014/main" id="{51026C11-6265-478F-A234-AD58F3E05AF7}"/>
              </a:ext>
            </a:extLst>
          </p:cNvPr>
          <p:cNvSpPr>
            <a:spLocks noChangeArrowheads="1"/>
          </p:cNvSpPr>
          <p:nvPr/>
        </p:nvSpPr>
        <p:spPr bwMode="auto">
          <a:xfrm>
            <a:off x="2739231" y="7015162"/>
            <a:ext cx="9031288" cy="138113"/>
          </a:xfrm>
          <a:prstGeom prst="rect">
            <a:avLst/>
          </a:prstGeom>
          <a:noFill/>
          <a:ln w="9525" algn="ctr">
            <a:noFill/>
            <a:miter lim="800000"/>
            <a:headEnd type="none" w="lg" len="lg"/>
            <a:tailEnd type="none" w="lg" len="lg"/>
          </a:ln>
        </p:spPr>
        <p:txBody>
          <a:bodyPr vert="horz" wrap="square" lIns="0" tIns="0" rIns="0" bIns="0" anchor="b" anchorCtr="0">
            <a:spAutoFit/>
          </a:bodyPr>
          <a:lstStyle/>
          <a:p>
            <a:pPr algn="l">
              <a:lnSpc>
                <a:spcPct val="90000"/>
              </a:lnSpc>
            </a:pPr>
            <a:r>
              <a:rPr lang="en-US" sz="1000">
                <a:solidFill>
                  <a:schemeClr val="bg1">
                    <a:lumMod val="50000"/>
                  </a:schemeClr>
                </a:solidFill>
                <a:latin typeface="Trebuchet MS" panose="020B0603020202020204" pitchFamily="34" charset="0"/>
                <a:cs typeface="Arial" pitchFamily="34" charset="0"/>
              </a:rPr>
              <a:t>Source: Acme annual reports</a:t>
            </a:r>
          </a:p>
        </p:txBody>
      </p:sp>
      <p:cxnSp>
        <p:nvCxnSpPr>
          <p:cNvPr id="3" name="Straight Connector 2">
            <a:extLst>
              <a:ext uri="{FF2B5EF4-FFF2-40B4-BE49-F238E27FC236}">
                <a16:creationId xmlns:a16="http://schemas.microsoft.com/office/drawing/2014/main" id="{DCCD54FD-D183-E852-D39D-2A1545000439}"/>
              </a:ext>
            </a:extLst>
          </p:cNvPr>
          <p:cNvCxnSpPr/>
          <p:nvPr>
            <p:custDataLst>
              <p:tags r:id="rId2"/>
            </p:custDataLst>
          </p:nvPr>
        </p:nvCxnSpPr>
        <p:spPr bwMode="gray">
          <a:xfrm>
            <a:off x="1728788" y="3314700"/>
            <a:ext cx="561975" cy="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5BE19B0-2F1C-80D2-3B2A-5E4A1D3B65F0}"/>
              </a:ext>
            </a:extLst>
          </p:cNvPr>
          <p:cNvCxnSpPr/>
          <p:nvPr>
            <p:custDataLst>
              <p:tags r:id="rId3"/>
            </p:custDataLst>
          </p:nvPr>
        </p:nvCxnSpPr>
        <p:spPr bwMode="gray">
          <a:xfrm>
            <a:off x="1728788" y="3530600"/>
            <a:ext cx="561975" cy="161925"/>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D9CEFB7-EC66-A3C5-C041-C5BB1CA8105D}"/>
              </a:ext>
            </a:extLst>
          </p:cNvPr>
          <p:cNvCxnSpPr/>
          <p:nvPr>
            <p:custDataLst>
              <p:tags r:id="rId4"/>
            </p:custDataLst>
          </p:nvPr>
        </p:nvCxnSpPr>
        <p:spPr bwMode="gray">
          <a:xfrm flipV="1">
            <a:off x="1728788" y="4584700"/>
            <a:ext cx="561975" cy="107950"/>
          </a:xfrm>
          <a:prstGeom prst="line">
            <a:avLst/>
          </a:prstGeom>
          <a:ln w="9525" cap="rnd" cmpd="sng" algn="ctr">
            <a:solidFill>
              <a:srgbClr val="7F7F7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94" name="Chart 93">
            <a:extLst>
              <a:ext uri="{FF2B5EF4-FFF2-40B4-BE49-F238E27FC236}">
                <a16:creationId xmlns:a16="http://schemas.microsoft.com/office/drawing/2014/main" id="{CAE7C91F-DE0E-DD77-F8C2-2EB716432C2D}"/>
              </a:ext>
            </a:extLst>
          </p:cNvPr>
          <p:cNvGraphicFramePr/>
          <p:nvPr>
            <p:custDataLst>
              <p:tags r:id="rId5"/>
            </p:custDataLst>
            <p:extLst>
              <p:ext uri="{D42A27DB-BD31-4B8C-83A1-F6EECF244321}">
                <p14:modId xmlns:p14="http://schemas.microsoft.com/office/powerpoint/2010/main" val="3371453674"/>
              </p:ext>
            </p:extLst>
          </p:nvPr>
        </p:nvGraphicFramePr>
        <p:xfrm>
          <a:off x="1012825" y="3089275"/>
          <a:ext cx="1993900" cy="3152775"/>
        </p:xfrm>
        <a:graphic>
          <a:graphicData uri="http://schemas.openxmlformats.org/drawingml/2006/chart">
            <c:chart xmlns:c="http://schemas.openxmlformats.org/drawingml/2006/chart" xmlns:r="http://schemas.openxmlformats.org/officeDocument/2006/relationships" r:id="rId20"/>
          </a:graphicData>
        </a:graphic>
      </p:graphicFrame>
      <p:sp>
        <p:nvSpPr>
          <p:cNvPr id="10" name="Text Placeholder 3">
            <a:extLst>
              <a:ext uri="{FF2B5EF4-FFF2-40B4-BE49-F238E27FC236}">
                <a16:creationId xmlns:a16="http://schemas.microsoft.com/office/drawing/2014/main" id="{3402BB9F-9505-B638-1067-A70A0832C135}"/>
              </a:ext>
            </a:extLst>
          </p:cNvPr>
          <p:cNvSpPr>
            <a:spLocks noGrp="1"/>
          </p:cNvSpPr>
          <p:nvPr>
            <p:custDataLst>
              <p:tags r:id="rId6"/>
            </p:custDataLst>
          </p:nvPr>
        </p:nvSpPr>
        <p:spPr bwMode="gray">
          <a:xfrm>
            <a:off x="939799" y="5929313"/>
            <a:ext cx="69850" cy="16827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22DBFA29-0DD2-41DC-8459-18450C257397}" type="datetime'0'''''''''''''''''''''''''''''">
              <a:rPr lang="en-US" altLang="en-US" sz="1000" smtClean="0">
                <a:solidFill>
                  <a:schemeClr val="tx1">
                    <a:lumMod val="85000"/>
                    <a:lumOff val="15000"/>
                  </a:schemeClr>
                </a:solidFill>
                <a:sym typeface="+mn-lt"/>
              </a:rPr>
              <a:pPr algn="r">
                <a:spcBef>
                  <a:spcPct val="0"/>
                </a:spcBef>
                <a:spcAft>
                  <a:spcPct val="0"/>
                </a:spcAft>
              </a:pPr>
              <a:t>0</a:t>
            </a:fld>
            <a:endParaRPr lang="en-US" sz="1000">
              <a:solidFill>
                <a:schemeClr val="tx1">
                  <a:lumMod val="85000"/>
                  <a:lumOff val="15000"/>
                </a:schemeClr>
              </a:solidFill>
              <a:sym typeface="+mn-lt"/>
            </a:endParaRPr>
          </a:p>
        </p:txBody>
      </p:sp>
      <p:sp>
        <p:nvSpPr>
          <p:cNvPr id="14" name="Text Placeholder 3">
            <a:extLst>
              <a:ext uri="{FF2B5EF4-FFF2-40B4-BE49-F238E27FC236}">
                <a16:creationId xmlns:a16="http://schemas.microsoft.com/office/drawing/2014/main" id="{46346E17-ED36-F391-1F0B-D388273E6076}"/>
              </a:ext>
            </a:extLst>
          </p:cNvPr>
          <p:cNvSpPr>
            <a:spLocks noGrp="1"/>
          </p:cNvSpPr>
          <p:nvPr>
            <p:custDataLst>
              <p:tags r:id="rId7"/>
            </p:custDataLst>
          </p:nvPr>
        </p:nvSpPr>
        <p:spPr bwMode="gray">
          <a:xfrm>
            <a:off x="869950" y="4578350"/>
            <a:ext cx="139700" cy="16827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47EACA14-8E79-4874-ABF8-5CEA66902824}" type="datetime'5''''''''''''''''''0'''''''''''''''''">
              <a:rPr lang="en-US" altLang="en-US" sz="1000" smtClean="0">
                <a:solidFill>
                  <a:schemeClr val="tx1">
                    <a:lumMod val="85000"/>
                    <a:lumOff val="15000"/>
                  </a:schemeClr>
                </a:solidFill>
                <a:sym typeface="+mn-lt"/>
              </a:rPr>
              <a:pPr algn="r">
                <a:spcBef>
                  <a:spcPct val="0"/>
                </a:spcBef>
                <a:spcAft>
                  <a:spcPct val="0"/>
                </a:spcAft>
              </a:pPr>
              <a:t>50</a:t>
            </a:fld>
            <a:endParaRPr lang="en-US" sz="1000">
              <a:solidFill>
                <a:schemeClr val="tx1">
                  <a:lumMod val="85000"/>
                  <a:lumOff val="15000"/>
                </a:schemeClr>
              </a:solidFill>
              <a:sym typeface="+mn-lt"/>
            </a:endParaRPr>
          </a:p>
        </p:txBody>
      </p:sp>
      <p:sp>
        <p:nvSpPr>
          <p:cNvPr id="15" name="Text Placeholder 3">
            <a:extLst>
              <a:ext uri="{FF2B5EF4-FFF2-40B4-BE49-F238E27FC236}">
                <a16:creationId xmlns:a16="http://schemas.microsoft.com/office/drawing/2014/main" id="{2661A5CE-EFBF-2A27-400D-DD5FEEB0150B}"/>
              </a:ext>
            </a:extLst>
          </p:cNvPr>
          <p:cNvSpPr>
            <a:spLocks noGrp="1"/>
          </p:cNvSpPr>
          <p:nvPr>
            <p:custDataLst>
              <p:tags r:id="rId8"/>
            </p:custDataLst>
          </p:nvPr>
        </p:nvSpPr>
        <p:spPr bwMode="gray">
          <a:xfrm>
            <a:off x="800099" y="3227388"/>
            <a:ext cx="209550" cy="16827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fld id="{55CD80A6-4E81-42BD-9AF2-D073A643828E}" type="datetime'''1''''''''''''''''''''''0''''0'''''''''''''''''''''''''''">
              <a:rPr lang="en-US" altLang="en-US" sz="1000" smtClean="0">
                <a:solidFill>
                  <a:schemeClr val="tx1">
                    <a:lumMod val="85000"/>
                    <a:lumOff val="15000"/>
                  </a:schemeClr>
                </a:solidFill>
                <a:sym typeface="+mn-lt"/>
              </a:rPr>
              <a:pPr algn="r">
                <a:spcBef>
                  <a:spcPct val="0"/>
                </a:spcBef>
                <a:spcAft>
                  <a:spcPct val="0"/>
                </a:spcAft>
              </a:pPr>
              <a:t>100</a:t>
            </a:fld>
            <a:endParaRPr lang="en-US" sz="1000">
              <a:solidFill>
                <a:schemeClr val="tx1">
                  <a:lumMod val="85000"/>
                  <a:lumOff val="15000"/>
                </a:schemeClr>
              </a:solidFill>
              <a:sym typeface="+mn-lt"/>
            </a:endParaRPr>
          </a:p>
        </p:txBody>
      </p:sp>
      <p:sp>
        <p:nvSpPr>
          <p:cNvPr id="30" name="Text Placeholder 3">
            <a:extLst>
              <a:ext uri="{FF2B5EF4-FFF2-40B4-BE49-F238E27FC236}">
                <a16:creationId xmlns:a16="http://schemas.microsoft.com/office/drawing/2014/main" id="{289A143B-F26D-8167-495A-43B08F2ADEED}"/>
              </a:ext>
            </a:extLst>
          </p:cNvPr>
          <p:cNvSpPr>
            <a:spLocks noGrp="1"/>
          </p:cNvSpPr>
          <p:nvPr>
            <p:custDataLst>
              <p:tags r:id="rId9"/>
            </p:custDataLst>
          </p:nvPr>
        </p:nvSpPr>
        <p:spPr bwMode="auto">
          <a:xfrm>
            <a:off x="2662237" y="6329363"/>
            <a:ext cx="266700" cy="16827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r">
              <a:spcBef>
                <a:spcPct val="0"/>
              </a:spcBef>
              <a:spcAft>
                <a:spcPct val="0"/>
              </a:spcAft>
            </a:pPr>
            <a:r>
              <a:rPr lang="en-US" altLang="en-US" sz="1000">
                <a:solidFill>
                  <a:schemeClr val="tx1">
                    <a:lumMod val="85000"/>
                    <a:lumOff val="15000"/>
                  </a:schemeClr>
                </a:solidFill>
                <a:sym typeface="+mn-lt"/>
              </a:rPr>
              <a:t>Year</a:t>
            </a:r>
            <a:endParaRPr lang="en-US" sz="1000">
              <a:solidFill>
                <a:schemeClr val="tx1">
                  <a:lumMod val="85000"/>
                  <a:lumOff val="15000"/>
                </a:schemeClr>
              </a:solidFill>
              <a:sym typeface="+mn-lt"/>
            </a:endParaRPr>
          </a:p>
        </p:txBody>
      </p:sp>
      <p:sp>
        <p:nvSpPr>
          <p:cNvPr id="33" name="Text Placeholder 3">
            <a:extLst>
              <a:ext uri="{FF2B5EF4-FFF2-40B4-BE49-F238E27FC236}">
                <a16:creationId xmlns:a16="http://schemas.microsoft.com/office/drawing/2014/main" id="{590D4FBE-7418-2723-8883-18328BBAC8E9}"/>
              </a:ext>
            </a:extLst>
          </p:cNvPr>
          <p:cNvSpPr>
            <a:spLocks noGrp="1"/>
          </p:cNvSpPr>
          <p:nvPr>
            <p:custDataLst>
              <p:tags r:id="rId10"/>
            </p:custDataLst>
          </p:nvPr>
        </p:nvSpPr>
        <p:spPr bwMode="auto">
          <a:xfrm>
            <a:off x="800100" y="2620963"/>
            <a:ext cx="504825" cy="50482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b"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r>
              <a:rPr lang="en-US" altLang="en-US" sz="1000">
                <a:solidFill>
                  <a:schemeClr val="tx1">
                    <a:lumMod val="85000"/>
                    <a:lumOff val="15000"/>
                  </a:schemeClr>
                </a:solidFill>
                <a:sym typeface="+mn-lt"/>
              </a:rPr>
              <a:t>Revenue</a:t>
            </a:r>
          </a:p>
          <a:p>
            <a:pPr>
              <a:spcBef>
                <a:spcPct val="0"/>
              </a:spcBef>
              <a:spcAft>
                <a:spcPct val="0"/>
              </a:spcAft>
            </a:pPr>
            <a:r>
              <a:rPr lang="en-US" altLang="en-US" sz="1000">
                <a:solidFill>
                  <a:schemeClr val="tx1">
                    <a:lumMod val="85000"/>
                    <a:lumOff val="15000"/>
                  </a:schemeClr>
                </a:solidFill>
                <a:sym typeface="+mn-lt"/>
              </a:rPr>
              <a:t>mix</a:t>
            </a:r>
          </a:p>
          <a:p>
            <a:pPr>
              <a:spcBef>
                <a:spcPct val="0"/>
              </a:spcBef>
              <a:spcAft>
                <a:spcPct val="0"/>
              </a:spcAft>
            </a:pPr>
            <a:r>
              <a:rPr lang="en-US" altLang="en-US" sz="1000">
                <a:solidFill>
                  <a:schemeClr val="tx1">
                    <a:lumMod val="85000"/>
                    <a:lumOff val="15000"/>
                  </a:schemeClr>
                </a:solidFill>
                <a:sym typeface="+mn-lt"/>
              </a:rPr>
              <a:t>(%)</a:t>
            </a:r>
          </a:p>
        </p:txBody>
      </p:sp>
      <p:sp>
        <p:nvSpPr>
          <p:cNvPr id="34" name="Text Placeholder 3">
            <a:extLst>
              <a:ext uri="{FF2B5EF4-FFF2-40B4-BE49-F238E27FC236}">
                <a16:creationId xmlns:a16="http://schemas.microsoft.com/office/drawing/2014/main" id="{567282AC-3B1E-ACDB-C6BE-590848EDC544}"/>
              </a:ext>
            </a:extLst>
          </p:cNvPr>
          <p:cNvSpPr>
            <a:spLocks noGrp="1"/>
          </p:cNvSpPr>
          <p:nvPr>
            <p:custDataLst>
              <p:tags r:id="rId11"/>
            </p:custDataLst>
          </p:nvPr>
        </p:nvSpPr>
        <p:spPr bwMode="auto">
          <a:xfrm>
            <a:off x="1476375" y="6059488"/>
            <a:ext cx="152400" cy="16827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31318B36-63D9-4166-8C7A-8D406BE050DF}" type="datetime'''8''''''7'''''''''''''''''''''''''">
              <a:rPr lang="en-US" altLang="en-US" sz="1000" smtClean="0">
                <a:solidFill>
                  <a:schemeClr val="tx1">
                    <a:lumMod val="85000"/>
                    <a:lumOff val="15000"/>
                  </a:schemeClr>
                </a:solidFill>
              </a:rPr>
              <a:pPr algn="ctr">
                <a:spcBef>
                  <a:spcPct val="0"/>
                </a:spcBef>
                <a:spcAft>
                  <a:spcPct val="0"/>
                </a:spcAft>
              </a:pPr>
              <a:t>87</a:t>
            </a:fld>
            <a:endParaRPr lang="en-US" sz="1000">
              <a:solidFill>
                <a:schemeClr val="tx1">
                  <a:lumMod val="85000"/>
                  <a:lumOff val="15000"/>
                </a:schemeClr>
              </a:solidFill>
              <a:sym typeface="+mn-lt"/>
            </a:endParaRPr>
          </a:p>
        </p:txBody>
      </p:sp>
      <p:sp>
        <p:nvSpPr>
          <p:cNvPr id="32" name="Text Placeholder 3">
            <a:extLst>
              <a:ext uri="{FF2B5EF4-FFF2-40B4-BE49-F238E27FC236}">
                <a16:creationId xmlns:a16="http://schemas.microsoft.com/office/drawing/2014/main" id="{C0A8C013-6A1C-53E2-9FCC-38FB082351F7}"/>
              </a:ext>
            </a:extLst>
          </p:cNvPr>
          <p:cNvSpPr>
            <a:spLocks noGrp="1"/>
          </p:cNvSpPr>
          <p:nvPr>
            <p:custDataLst>
              <p:tags r:id="rId12"/>
            </p:custDataLst>
          </p:nvPr>
        </p:nvSpPr>
        <p:spPr bwMode="auto">
          <a:xfrm>
            <a:off x="2390775" y="6059488"/>
            <a:ext cx="152400" cy="16827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spcBef>
                <a:spcPct val="0"/>
              </a:spcBef>
              <a:spcAft>
                <a:spcPct val="0"/>
              </a:spcAft>
            </a:pPr>
            <a:fld id="{98903B52-11AA-4EF7-9DEA-118190347C71}" type="datetime'''''''''9''6'''''''''''''''''''''''''''''''''">
              <a:rPr lang="en-US" altLang="en-US" sz="1000" smtClean="0">
                <a:solidFill>
                  <a:schemeClr val="tx1">
                    <a:lumMod val="85000"/>
                    <a:lumOff val="15000"/>
                  </a:schemeClr>
                </a:solidFill>
              </a:rPr>
              <a:pPr algn="ctr">
                <a:spcBef>
                  <a:spcPct val="0"/>
                </a:spcBef>
                <a:spcAft>
                  <a:spcPct val="0"/>
                </a:spcAft>
              </a:pPr>
              <a:t>96</a:t>
            </a:fld>
            <a:endParaRPr lang="en-US" sz="1000">
              <a:solidFill>
                <a:schemeClr val="tx1">
                  <a:lumMod val="85000"/>
                  <a:lumOff val="15000"/>
                </a:schemeClr>
              </a:solidFill>
              <a:sym typeface="+mn-lt"/>
            </a:endParaRPr>
          </a:p>
        </p:txBody>
      </p:sp>
      <p:sp>
        <p:nvSpPr>
          <p:cNvPr id="31" name="Text Placeholder 3">
            <a:extLst>
              <a:ext uri="{FF2B5EF4-FFF2-40B4-BE49-F238E27FC236}">
                <a16:creationId xmlns:a16="http://schemas.microsoft.com/office/drawing/2014/main" id="{F38A7C29-10AF-45BC-A0B5-ABB2466CE758}"/>
              </a:ext>
            </a:extLst>
          </p:cNvPr>
          <p:cNvSpPr>
            <a:spLocks noGrp="1"/>
          </p:cNvSpPr>
          <p:nvPr>
            <p:custDataLst>
              <p:tags r:id="rId13"/>
            </p:custDataLst>
          </p:nvPr>
        </p:nvSpPr>
        <p:spPr bwMode="auto">
          <a:xfrm>
            <a:off x="2744788" y="3335338"/>
            <a:ext cx="373063" cy="33655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r>
              <a:rPr lang="en-US" altLang="en-US" sz="1000">
                <a:solidFill>
                  <a:schemeClr val="tx1">
                    <a:lumMod val="85000"/>
                    <a:lumOff val="15000"/>
                  </a:schemeClr>
                </a:solidFill>
                <a:sym typeface="+mn-lt"/>
              </a:rPr>
              <a:t>Asia/</a:t>
            </a:r>
            <a:br>
              <a:rPr lang="en-US" altLang="en-US" sz="1000">
                <a:solidFill>
                  <a:schemeClr val="tx1">
                    <a:lumMod val="85000"/>
                    <a:lumOff val="15000"/>
                  </a:schemeClr>
                </a:solidFill>
                <a:sym typeface="+mn-lt"/>
              </a:rPr>
            </a:br>
            <a:r>
              <a:rPr lang="en-US" altLang="en-US" sz="1000">
                <a:solidFill>
                  <a:schemeClr val="tx1">
                    <a:lumMod val="85000"/>
                    <a:lumOff val="15000"/>
                  </a:schemeClr>
                </a:solidFill>
                <a:sym typeface="+mn-lt"/>
              </a:rPr>
              <a:t>Pacific</a:t>
            </a:r>
            <a:endParaRPr lang="en-US" sz="1000">
              <a:solidFill>
                <a:schemeClr val="tx1">
                  <a:lumMod val="85000"/>
                  <a:lumOff val="15000"/>
                </a:schemeClr>
              </a:solidFill>
              <a:sym typeface="+mn-lt"/>
            </a:endParaRPr>
          </a:p>
        </p:txBody>
      </p:sp>
      <p:sp>
        <p:nvSpPr>
          <p:cNvPr id="35" name="Text Placeholder 3">
            <a:extLst>
              <a:ext uri="{FF2B5EF4-FFF2-40B4-BE49-F238E27FC236}">
                <a16:creationId xmlns:a16="http://schemas.microsoft.com/office/drawing/2014/main" id="{9E8CE651-5CB6-412E-F49E-2D22942B24E1}"/>
              </a:ext>
            </a:extLst>
          </p:cNvPr>
          <p:cNvSpPr>
            <a:spLocks noGrp="1"/>
          </p:cNvSpPr>
          <p:nvPr>
            <p:custDataLst>
              <p:tags r:id="rId14"/>
            </p:custDataLst>
          </p:nvPr>
        </p:nvSpPr>
        <p:spPr bwMode="auto">
          <a:xfrm>
            <a:off x="2744788" y="3970338"/>
            <a:ext cx="465138" cy="336550"/>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r>
              <a:rPr lang="en-US" altLang="en-US" sz="1000">
                <a:solidFill>
                  <a:schemeClr val="tx1">
                    <a:lumMod val="85000"/>
                    <a:lumOff val="15000"/>
                  </a:schemeClr>
                </a:solidFill>
                <a:sym typeface="+mn-lt"/>
              </a:rPr>
              <a:t>North</a:t>
            </a:r>
            <a:br>
              <a:rPr lang="en-US" altLang="en-US" sz="1000">
                <a:solidFill>
                  <a:schemeClr val="tx1">
                    <a:lumMod val="85000"/>
                    <a:lumOff val="15000"/>
                  </a:schemeClr>
                </a:solidFill>
                <a:sym typeface="+mn-lt"/>
              </a:rPr>
            </a:br>
            <a:r>
              <a:rPr lang="en-US" altLang="en-US" sz="1000">
                <a:solidFill>
                  <a:schemeClr val="tx1">
                    <a:lumMod val="85000"/>
                    <a:lumOff val="15000"/>
                  </a:schemeClr>
                </a:solidFill>
                <a:sym typeface="+mn-lt"/>
              </a:rPr>
              <a:t>America</a:t>
            </a:r>
            <a:endParaRPr lang="en-US" sz="1000">
              <a:solidFill>
                <a:schemeClr val="tx1">
                  <a:lumMod val="85000"/>
                  <a:lumOff val="15000"/>
                </a:schemeClr>
              </a:solidFill>
              <a:sym typeface="+mn-lt"/>
            </a:endParaRPr>
          </a:p>
        </p:txBody>
      </p:sp>
      <p:sp>
        <p:nvSpPr>
          <p:cNvPr id="36" name="Text Placeholder 3">
            <a:extLst>
              <a:ext uri="{FF2B5EF4-FFF2-40B4-BE49-F238E27FC236}">
                <a16:creationId xmlns:a16="http://schemas.microsoft.com/office/drawing/2014/main" id="{7EF8E2FF-EC8C-C9C0-BE1D-036CCBD816B1}"/>
              </a:ext>
            </a:extLst>
          </p:cNvPr>
          <p:cNvSpPr>
            <a:spLocks noGrp="1"/>
          </p:cNvSpPr>
          <p:nvPr>
            <p:custDataLst>
              <p:tags r:id="rId15"/>
            </p:custDataLst>
          </p:nvPr>
        </p:nvSpPr>
        <p:spPr bwMode="auto">
          <a:xfrm>
            <a:off x="2744787" y="5216525"/>
            <a:ext cx="406400" cy="168275"/>
          </a:xfrm>
          <a:prstGeom prst="rect">
            <a:avLst/>
          </a:prstGeom>
          <a:noFill/>
          <a:ln>
            <a:noFill/>
          </a:ln>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spcBef>
                <a:spcPct val="0"/>
              </a:spcBef>
              <a:spcAft>
                <a:spcPct val="0"/>
              </a:spcAft>
            </a:pPr>
            <a:fld id="{5573D26B-C533-4FFC-8107-C34A3A47EF18}" type="datetime'''''''''Eu''''r''''o''''''''''''''''p''''''e'''''''''''">
              <a:rPr lang="en-US" altLang="en-US" sz="1000" smtClean="0">
                <a:solidFill>
                  <a:schemeClr val="tx1">
                    <a:lumMod val="85000"/>
                    <a:lumOff val="15000"/>
                  </a:schemeClr>
                </a:solidFill>
              </a:rPr>
              <a:pPr>
                <a:spcBef>
                  <a:spcPct val="0"/>
                </a:spcBef>
                <a:spcAft>
                  <a:spcPct val="0"/>
                </a:spcAft>
              </a:pPr>
              <a:t>Europe</a:t>
            </a:fld>
            <a:endParaRPr lang="en-US" sz="1000">
              <a:solidFill>
                <a:schemeClr val="tx1">
                  <a:lumMod val="85000"/>
                  <a:lumOff val="15000"/>
                </a:schemeClr>
              </a:solidFill>
              <a:sym typeface="+mn-lt"/>
            </a:endParaRPr>
          </a:p>
        </p:txBody>
      </p:sp>
      <p:sp>
        <p:nvSpPr>
          <p:cNvPr id="37" name="Rectangle 11">
            <a:extLst>
              <a:ext uri="{FF2B5EF4-FFF2-40B4-BE49-F238E27FC236}">
                <a16:creationId xmlns:a16="http://schemas.microsoft.com/office/drawing/2014/main" id="{75BCF5E8-1378-8C87-4092-C204E512D245}"/>
              </a:ext>
            </a:extLst>
          </p:cNvPr>
          <p:cNvSpPr>
            <a:spLocks noChangeArrowheads="1"/>
          </p:cNvSpPr>
          <p:nvPr/>
        </p:nvSpPr>
        <p:spPr bwMode="auto">
          <a:xfrm>
            <a:off x="3430589" y="4057650"/>
            <a:ext cx="4095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ctr">
              <a:buSzPct val="100000"/>
              <a:buFont typeface="Trebuchet MS" panose="020B0603020202020204" pitchFamily="34" charset="0"/>
              <a:buChar char="​"/>
            </a:pPr>
            <a:r>
              <a:rPr lang="en-US" altLang="en-US" sz="1000" b="0">
                <a:solidFill>
                  <a:srgbClr val="E71C57"/>
                </a:solidFill>
                <a:latin typeface="Trebuchet MS" panose="020B0603020202020204" pitchFamily="34" charset="0"/>
              </a:rPr>
              <a:t>(10)</a:t>
            </a:r>
          </a:p>
        </p:txBody>
      </p:sp>
      <p:sp>
        <p:nvSpPr>
          <p:cNvPr id="38" name="Rectangle 12">
            <a:extLst>
              <a:ext uri="{FF2B5EF4-FFF2-40B4-BE49-F238E27FC236}">
                <a16:creationId xmlns:a16="http://schemas.microsoft.com/office/drawing/2014/main" id="{ED8C59A2-5730-A6B7-FC24-1CA76A885E1D}"/>
              </a:ext>
            </a:extLst>
          </p:cNvPr>
          <p:cNvSpPr>
            <a:spLocks noChangeArrowheads="1"/>
          </p:cNvSpPr>
          <p:nvPr/>
        </p:nvSpPr>
        <p:spPr bwMode="auto">
          <a:xfrm>
            <a:off x="3476625" y="5178425"/>
            <a:ext cx="3175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ct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+4</a:t>
            </a:r>
          </a:p>
        </p:txBody>
      </p:sp>
      <p:sp>
        <p:nvSpPr>
          <p:cNvPr id="39" name="Rectangle 13">
            <a:extLst>
              <a:ext uri="{FF2B5EF4-FFF2-40B4-BE49-F238E27FC236}">
                <a16:creationId xmlns:a16="http://schemas.microsoft.com/office/drawing/2014/main" id="{F83965E1-6B47-426C-D017-DD711A0F7D02}"/>
              </a:ext>
            </a:extLst>
          </p:cNvPr>
          <p:cNvSpPr>
            <a:spLocks noChangeArrowheads="1"/>
          </p:cNvSpPr>
          <p:nvPr/>
        </p:nvSpPr>
        <p:spPr bwMode="auto">
          <a:xfrm>
            <a:off x="3144838" y="2565400"/>
            <a:ext cx="981075"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b"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ct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1987-96</a:t>
            </a:r>
          </a:p>
          <a:p>
            <a:pPr algn="ct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change in mix</a:t>
            </a:r>
          </a:p>
          <a:p>
            <a:pPr algn="ct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(points)</a:t>
            </a:r>
          </a:p>
        </p:txBody>
      </p:sp>
      <p:sp>
        <p:nvSpPr>
          <p:cNvPr id="42" name="Rectangle 10">
            <a:extLst>
              <a:ext uri="{FF2B5EF4-FFF2-40B4-BE49-F238E27FC236}">
                <a16:creationId xmlns:a16="http://schemas.microsoft.com/office/drawing/2014/main" id="{35CE7F6B-2F37-D7EC-C9F6-DBD7A8840189}"/>
              </a:ext>
            </a:extLst>
          </p:cNvPr>
          <p:cNvSpPr>
            <a:spLocks noChangeArrowheads="1"/>
          </p:cNvSpPr>
          <p:nvPr/>
        </p:nvSpPr>
        <p:spPr bwMode="auto">
          <a:xfrm>
            <a:off x="3476625" y="3332163"/>
            <a:ext cx="3175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lgn="ct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+6</a:t>
            </a:r>
          </a:p>
        </p:txBody>
      </p:sp>
      <p:cxnSp>
        <p:nvCxnSpPr>
          <p:cNvPr id="43" name="Straight Connector 42">
            <a:extLst>
              <a:ext uri="{FF2B5EF4-FFF2-40B4-BE49-F238E27FC236}">
                <a16:creationId xmlns:a16="http://schemas.microsoft.com/office/drawing/2014/main" id="{D0164899-4C2F-7C66-24FC-98F97836C245}"/>
              </a:ext>
            </a:extLst>
          </p:cNvPr>
          <p:cNvCxnSpPr/>
          <p:nvPr/>
        </p:nvCxnSpPr>
        <p:spPr>
          <a:xfrm>
            <a:off x="3144838" y="3155950"/>
            <a:ext cx="981075" cy="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graphicFrame>
        <p:nvGraphicFramePr>
          <p:cNvPr id="92" name="Chart 91">
            <a:extLst>
              <a:ext uri="{FF2B5EF4-FFF2-40B4-BE49-F238E27FC236}">
                <a16:creationId xmlns:a16="http://schemas.microsoft.com/office/drawing/2014/main" id="{3AFB2EE1-C754-4DD2-DDC2-08550DA01F1A}"/>
              </a:ext>
            </a:extLst>
          </p:cNvPr>
          <p:cNvGraphicFramePr/>
          <p:nvPr>
            <p:custDataLst>
              <p:tags r:id="rId16"/>
            </p:custDataLst>
            <p:extLst>
              <p:ext uri="{D42A27DB-BD31-4B8C-83A1-F6EECF244321}">
                <p14:modId xmlns:p14="http://schemas.microsoft.com/office/powerpoint/2010/main" val="2198704864"/>
              </p:ext>
            </p:extLst>
          </p:nvPr>
        </p:nvGraphicFramePr>
        <p:xfrm>
          <a:off x="5130800" y="3232150"/>
          <a:ext cx="2760663" cy="2867025"/>
        </p:xfrm>
        <a:graphic>
          <a:graphicData uri="http://schemas.openxmlformats.org/drawingml/2006/chart">
            <c:chart xmlns:c="http://schemas.openxmlformats.org/drawingml/2006/chart" xmlns:r="http://schemas.openxmlformats.org/officeDocument/2006/relationships" r:id="rId21"/>
          </a:graphicData>
        </a:graphic>
      </p:graphicFrame>
      <p:sp>
        <p:nvSpPr>
          <p:cNvPr id="45" name="TextBox 44">
            <a:extLst>
              <a:ext uri="{FF2B5EF4-FFF2-40B4-BE49-F238E27FC236}">
                <a16:creationId xmlns:a16="http://schemas.microsoft.com/office/drawing/2014/main" id="{0DB0A845-BECC-F843-3A65-FCD03709D5B3}"/>
              </a:ext>
            </a:extLst>
          </p:cNvPr>
          <p:cNvSpPr txBox="1"/>
          <p:nvPr/>
        </p:nvSpPr>
        <p:spPr>
          <a:xfrm>
            <a:off x="4502149" y="3368675"/>
            <a:ext cx="717550" cy="3810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200">
                <a:solidFill>
                  <a:srgbClr val="575757"/>
                </a:solidFill>
              </a:rPr>
              <a:t>Asia/</a:t>
            </a:r>
          </a:p>
          <a:p>
            <a:pPr algn="ctr"/>
            <a:r>
              <a:rPr lang="en-US" sz="1200">
                <a:solidFill>
                  <a:srgbClr val="575757"/>
                </a:solidFill>
              </a:rPr>
              <a:t>Pacific</a:t>
            </a:r>
          </a:p>
        </p:txBody>
      </p:sp>
      <p:grpSp>
        <p:nvGrpSpPr>
          <p:cNvPr id="46" name="Group 45">
            <a:extLst>
              <a:ext uri="{FF2B5EF4-FFF2-40B4-BE49-F238E27FC236}">
                <a16:creationId xmlns:a16="http://schemas.microsoft.com/office/drawing/2014/main" id="{4489DCAD-ABA1-1350-258E-0AC9DC0F59D3}"/>
              </a:ext>
            </a:extLst>
          </p:cNvPr>
          <p:cNvGrpSpPr/>
          <p:nvPr/>
        </p:nvGrpSpPr>
        <p:grpSpPr>
          <a:xfrm>
            <a:off x="4829175" y="2844800"/>
            <a:ext cx="3081338" cy="309563"/>
            <a:chOff x="6574451" y="2015293"/>
            <a:chExt cx="4988898" cy="308322"/>
          </a:xfrm>
        </p:grpSpPr>
        <p:cxnSp>
          <p:nvCxnSpPr>
            <p:cNvPr id="47" name="Straight Arrow Connector 46">
              <a:extLst>
                <a:ext uri="{FF2B5EF4-FFF2-40B4-BE49-F238E27FC236}">
                  <a16:creationId xmlns:a16="http://schemas.microsoft.com/office/drawing/2014/main" id="{047CA8D2-5704-B30F-0332-7B97B8150141}"/>
                </a:ext>
              </a:extLst>
            </p:cNvPr>
            <p:cNvCxnSpPr/>
            <p:nvPr/>
          </p:nvCxnSpPr>
          <p:spPr>
            <a:xfrm>
              <a:off x="6574451" y="2253765"/>
              <a:ext cx="4988898" cy="0"/>
            </a:xfrm>
            <a:prstGeom prst="straightConnector1">
              <a:avLst/>
            </a:prstGeom>
            <a:ln w="9525" cap="rnd">
              <a:solidFill>
                <a:schemeClr val="tx1">
                  <a:lumMod val="60000"/>
                  <a:lumOff val="40000"/>
                </a:schemeClr>
              </a:solidFill>
              <a:prstDash val="solid"/>
              <a:roun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578E5A4-13E2-3641-176C-0CE79F6A92FA}"/>
                </a:ext>
              </a:extLst>
            </p:cNvPr>
            <p:cNvCxnSpPr/>
            <p:nvPr/>
          </p:nvCxnSpPr>
          <p:spPr>
            <a:xfrm>
              <a:off x="7164998" y="2183915"/>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sp>
          <p:nvSpPr>
            <p:cNvPr id="50" name="Rectangle 34">
              <a:extLst>
                <a:ext uri="{FF2B5EF4-FFF2-40B4-BE49-F238E27FC236}">
                  <a16:creationId xmlns:a16="http://schemas.microsoft.com/office/drawing/2014/main" id="{55B21814-CDA7-BAF1-C83A-89E4E707EDD2}"/>
                </a:ext>
              </a:extLst>
            </p:cNvPr>
            <p:cNvSpPr>
              <a:spLocks noChangeArrowheads="1"/>
            </p:cNvSpPr>
            <p:nvPr/>
          </p:nvSpPr>
          <p:spPr bwMode="auto">
            <a:xfrm>
              <a:off x="6620944"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87</a:t>
              </a:r>
            </a:p>
          </p:txBody>
        </p:sp>
        <p:sp>
          <p:nvSpPr>
            <p:cNvPr id="51" name="Rectangle 35">
              <a:extLst>
                <a:ext uri="{FF2B5EF4-FFF2-40B4-BE49-F238E27FC236}">
                  <a16:creationId xmlns:a16="http://schemas.microsoft.com/office/drawing/2014/main" id="{8D8BC7BD-5B21-B5C1-D20F-F1D2C708F6A2}"/>
                </a:ext>
              </a:extLst>
            </p:cNvPr>
            <p:cNvSpPr>
              <a:spLocks noChangeArrowheads="1"/>
            </p:cNvSpPr>
            <p:nvPr/>
          </p:nvSpPr>
          <p:spPr bwMode="auto">
            <a:xfrm>
              <a:off x="7089658"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88</a:t>
              </a:r>
            </a:p>
          </p:txBody>
        </p:sp>
        <p:sp>
          <p:nvSpPr>
            <p:cNvPr id="52" name="Rectangle 36">
              <a:extLst>
                <a:ext uri="{FF2B5EF4-FFF2-40B4-BE49-F238E27FC236}">
                  <a16:creationId xmlns:a16="http://schemas.microsoft.com/office/drawing/2014/main" id="{35AD9D79-5600-5784-2410-2A5DF5306A6F}"/>
                </a:ext>
              </a:extLst>
            </p:cNvPr>
            <p:cNvSpPr>
              <a:spLocks noChangeArrowheads="1"/>
            </p:cNvSpPr>
            <p:nvPr/>
          </p:nvSpPr>
          <p:spPr bwMode="auto">
            <a:xfrm>
              <a:off x="7633713"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89</a:t>
              </a:r>
            </a:p>
          </p:txBody>
        </p:sp>
        <p:sp>
          <p:nvSpPr>
            <p:cNvPr id="53" name="Rectangle 37">
              <a:extLst>
                <a:ext uri="{FF2B5EF4-FFF2-40B4-BE49-F238E27FC236}">
                  <a16:creationId xmlns:a16="http://schemas.microsoft.com/office/drawing/2014/main" id="{144EDBCE-CF54-5E66-216B-E399A901C622}"/>
                </a:ext>
              </a:extLst>
            </p:cNvPr>
            <p:cNvSpPr>
              <a:spLocks noChangeArrowheads="1"/>
            </p:cNvSpPr>
            <p:nvPr/>
          </p:nvSpPr>
          <p:spPr bwMode="auto">
            <a:xfrm>
              <a:off x="8160067"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90</a:t>
              </a:r>
            </a:p>
          </p:txBody>
        </p:sp>
        <p:sp>
          <p:nvSpPr>
            <p:cNvPr id="54" name="Rectangle 38">
              <a:extLst>
                <a:ext uri="{FF2B5EF4-FFF2-40B4-BE49-F238E27FC236}">
                  <a16:creationId xmlns:a16="http://schemas.microsoft.com/office/drawing/2014/main" id="{B11238A2-CD13-C88D-2AB4-CDF0A4D2A85F}"/>
                </a:ext>
              </a:extLst>
            </p:cNvPr>
            <p:cNvSpPr>
              <a:spLocks noChangeArrowheads="1"/>
            </p:cNvSpPr>
            <p:nvPr/>
          </p:nvSpPr>
          <p:spPr bwMode="auto">
            <a:xfrm>
              <a:off x="8701736"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91</a:t>
              </a:r>
            </a:p>
          </p:txBody>
        </p:sp>
        <p:sp>
          <p:nvSpPr>
            <p:cNvPr id="55" name="Rectangle 39">
              <a:extLst>
                <a:ext uri="{FF2B5EF4-FFF2-40B4-BE49-F238E27FC236}">
                  <a16:creationId xmlns:a16="http://schemas.microsoft.com/office/drawing/2014/main" id="{C98B96FB-8A65-F152-F46C-F695A8A2C2CE}"/>
                </a:ext>
              </a:extLst>
            </p:cNvPr>
            <p:cNvSpPr>
              <a:spLocks noChangeArrowheads="1"/>
            </p:cNvSpPr>
            <p:nvPr/>
          </p:nvSpPr>
          <p:spPr bwMode="auto">
            <a:xfrm>
              <a:off x="9243535"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92</a:t>
              </a:r>
            </a:p>
          </p:txBody>
        </p:sp>
        <p:sp>
          <p:nvSpPr>
            <p:cNvPr id="56" name="Rectangle 40">
              <a:extLst>
                <a:ext uri="{FF2B5EF4-FFF2-40B4-BE49-F238E27FC236}">
                  <a16:creationId xmlns:a16="http://schemas.microsoft.com/office/drawing/2014/main" id="{D3FEFAB4-D7A7-EE7A-FA55-5BC3220F2DE6}"/>
                </a:ext>
              </a:extLst>
            </p:cNvPr>
            <p:cNvSpPr>
              <a:spLocks noChangeArrowheads="1"/>
            </p:cNvSpPr>
            <p:nvPr/>
          </p:nvSpPr>
          <p:spPr bwMode="auto">
            <a:xfrm>
              <a:off x="9774501"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93</a:t>
              </a:r>
            </a:p>
          </p:txBody>
        </p:sp>
        <p:sp>
          <p:nvSpPr>
            <p:cNvPr id="58" name="Rectangle 41">
              <a:extLst>
                <a:ext uri="{FF2B5EF4-FFF2-40B4-BE49-F238E27FC236}">
                  <a16:creationId xmlns:a16="http://schemas.microsoft.com/office/drawing/2014/main" id="{5020CE3D-436F-EDB3-5EED-3B9B4AF55E22}"/>
                </a:ext>
              </a:extLst>
            </p:cNvPr>
            <p:cNvSpPr>
              <a:spLocks noChangeArrowheads="1"/>
            </p:cNvSpPr>
            <p:nvPr/>
          </p:nvSpPr>
          <p:spPr bwMode="auto">
            <a:xfrm>
              <a:off x="10258192"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94</a:t>
              </a:r>
            </a:p>
          </p:txBody>
        </p:sp>
        <p:sp>
          <p:nvSpPr>
            <p:cNvPr id="59" name="Rectangle 42">
              <a:extLst>
                <a:ext uri="{FF2B5EF4-FFF2-40B4-BE49-F238E27FC236}">
                  <a16:creationId xmlns:a16="http://schemas.microsoft.com/office/drawing/2014/main" id="{0428070C-33EF-0FBF-E204-76F152E8DD0C}"/>
                </a:ext>
              </a:extLst>
            </p:cNvPr>
            <p:cNvSpPr>
              <a:spLocks noChangeArrowheads="1"/>
            </p:cNvSpPr>
            <p:nvPr/>
          </p:nvSpPr>
          <p:spPr bwMode="auto">
            <a:xfrm>
              <a:off x="10694405"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95</a:t>
              </a:r>
            </a:p>
          </p:txBody>
        </p:sp>
        <p:sp>
          <p:nvSpPr>
            <p:cNvPr id="60" name="Rectangle 43">
              <a:extLst>
                <a:ext uri="{FF2B5EF4-FFF2-40B4-BE49-F238E27FC236}">
                  <a16:creationId xmlns:a16="http://schemas.microsoft.com/office/drawing/2014/main" id="{9B1BC5B2-B771-7970-5476-EADE1AFFAB19}"/>
                </a:ext>
              </a:extLst>
            </p:cNvPr>
            <p:cNvSpPr>
              <a:spLocks noChangeArrowheads="1"/>
            </p:cNvSpPr>
            <p:nvPr/>
          </p:nvSpPr>
          <p:spPr bwMode="auto">
            <a:xfrm>
              <a:off x="11130617" y="2015293"/>
              <a:ext cx="13465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Ctr="0">
              <a:spAutoFit/>
            </a:bodyPr>
            <a:lstStyle>
              <a:lvl1pPr>
                <a:defRPr sz="1600" b="1">
                  <a:solidFill>
                    <a:schemeClr val="tx1"/>
                  </a:solidFill>
                  <a:latin typeface="Arial" panose="020B0604020202020204" pitchFamily="34" charset="0"/>
                </a:defRPr>
              </a:lvl1pPr>
              <a:lvl2pPr marL="742950" indent="-285750">
                <a:defRPr sz="1600" b="1">
                  <a:solidFill>
                    <a:schemeClr val="tx1"/>
                  </a:solidFill>
                  <a:latin typeface="Arial" panose="020B0604020202020204" pitchFamily="34" charset="0"/>
                </a:defRPr>
              </a:lvl2pPr>
              <a:lvl3pPr marL="1143000" indent="-228600">
                <a:defRPr sz="1600" b="1">
                  <a:solidFill>
                    <a:schemeClr val="tx1"/>
                  </a:solidFill>
                  <a:latin typeface="Arial" panose="020B0604020202020204" pitchFamily="34" charset="0"/>
                </a:defRPr>
              </a:lvl3pPr>
              <a:lvl4pPr marL="1600200" indent="-228600">
                <a:defRPr sz="1600" b="1">
                  <a:solidFill>
                    <a:schemeClr val="tx1"/>
                  </a:solidFill>
                  <a:latin typeface="Arial" panose="020B0604020202020204" pitchFamily="34" charset="0"/>
                </a:defRPr>
              </a:lvl4pPr>
              <a:lvl5pPr marL="2057400" indent="-228600">
                <a:defRPr sz="1600" b="1">
                  <a:solidFill>
                    <a:schemeClr val="tx1"/>
                  </a:solidFill>
                  <a:latin typeface="Arial" panose="020B0604020202020204" pitchFamily="34" charset="0"/>
                </a:defRPr>
              </a:lvl5pPr>
              <a:lvl6pPr marL="2514600" indent="-228600" eaLnBrk="0" fontAlgn="base" hangingPunct="0">
                <a:spcBef>
                  <a:spcPct val="0"/>
                </a:spcBef>
                <a:spcAft>
                  <a:spcPct val="0"/>
                </a:spcAft>
                <a:defRPr sz="1600" b="1">
                  <a:solidFill>
                    <a:schemeClr val="tx1"/>
                  </a:solidFill>
                  <a:latin typeface="Arial" panose="020B0604020202020204" pitchFamily="34" charset="0"/>
                </a:defRPr>
              </a:lvl6pPr>
              <a:lvl7pPr marL="2971800" indent="-228600" eaLnBrk="0" fontAlgn="base" hangingPunct="0">
                <a:spcBef>
                  <a:spcPct val="0"/>
                </a:spcBef>
                <a:spcAft>
                  <a:spcPct val="0"/>
                </a:spcAft>
                <a:defRPr sz="1600" b="1">
                  <a:solidFill>
                    <a:schemeClr val="tx1"/>
                  </a:solidFill>
                  <a:latin typeface="Arial" panose="020B0604020202020204" pitchFamily="34" charset="0"/>
                </a:defRPr>
              </a:lvl7pPr>
              <a:lvl8pPr marL="3429000" indent="-228600" eaLnBrk="0" fontAlgn="base" hangingPunct="0">
                <a:spcBef>
                  <a:spcPct val="0"/>
                </a:spcBef>
                <a:spcAft>
                  <a:spcPct val="0"/>
                </a:spcAft>
                <a:defRPr sz="1600" b="1">
                  <a:solidFill>
                    <a:schemeClr val="tx1"/>
                  </a:solidFill>
                  <a:latin typeface="Arial" panose="020B0604020202020204" pitchFamily="34" charset="0"/>
                </a:defRPr>
              </a:lvl8pPr>
              <a:lvl9pPr marL="3886200" indent="-228600" eaLnBrk="0" fontAlgn="base" hangingPunct="0">
                <a:spcBef>
                  <a:spcPct val="0"/>
                </a:spcBef>
                <a:spcAft>
                  <a:spcPct val="0"/>
                </a:spcAft>
                <a:defRPr sz="1600" b="1">
                  <a:solidFill>
                    <a:schemeClr val="tx1"/>
                  </a:solidFill>
                  <a:latin typeface="Arial" panose="020B0604020202020204" pitchFamily="34" charset="0"/>
                </a:defRPr>
              </a:lvl9pPr>
            </a:lstStyle>
            <a:p>
              <a:pPr>
                <a:buSzPct val="100000"/>
                <a:buFont typeface="Trebuchet MS" panose="020B0603020202020204" pitchFamily="34" charset="0"/>
                <a:buChar char="​"/>
              </a:pPr>
              <a:r>
                <a:rPr lang="en-US" altLang="en-US" sz="1000" b="0">
                  <a:solidFill>
                    <a:schemeClr val="tx1">
                      <a:lumMod val="100000"/>
                    </a:schemeClr>
                  </a:solidFill>
                  <a:latin typeface="Trebuchet MS" panose="020B0603020202020204" pitchFamily="34" charset="0"/>
                </a:rPr>
                <a:t>96</a:t>
              </a:r>
            </a:p>
          </p:txBody>
        </p:sp>
        <p:cxnSp>
          <p:nvCxnSpPr>
            <p:cNvPr id="61" name="Straight Connector 60">
              <a:extLst>
                <a:ext uri="{FF2B5EF4-FFF2-40B4-BE49-F238E27FC236}">
                  <a16:creationId xmlns:a16="http://schemas.microsoft.com/office/drawing/2014/main" id="{8BFA453A-29B9-6BDE-A3CF-DBB528293959}"/>
                </a:ext>
              </a:extLst>
            </p:cNvPr>
            <p:cNvCxnSpPr/>
            <p:nvPr/>
          </p:nvCxnSpPr>
          <p:spPr>
            <a:xfrm>
              <a:off x="8235408" y="2172680"/>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AC1C1BD-4ED4-25C0-D31F-B9EABD4B67BA}"/>
                </a:ext>
              </a:extLst>
            </p:cNvPr>
            <p:cNvCxnSpPr/>
            <p:nvPr/>
          </p:nvCxnSpPr>
          <p:spPr>
            <a:xfrm>
              <a:off x="7709054" y="2183915"/>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AC88A1D-0D7E-74C1-31E6-B3B3272C2172}"/>
                </a:ext>
              </a:extLst>
            </p:cNvPr>
            <p:cNvCxnSpPr/>
            <p:nvPr/>
          </p:nvCxnSpPr>
          <p:spPr>
            <a:xfrm>
              <a:off x="8777143" y="2183915"/>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7EB972C-2326-878A-A269-1CE6C2A69F6C}"/>
                </a:ext>
              </a:extLst>
            </p:cNvPr>
            <p:cNvCxnSpPr/>
            <p:nvPr/>
          </p:nvCxnSpPr>
          <p:spPr>
            <a:xfrm>
              <a:off x="9318876" y="2183915"/>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F2227EC-84F5-108C-E37C-6A0E74172475}"/>
                </a:ext>
              </a:extLst>
            </p:cNvPr>
            <p:cNvCxnSpPr/>
            <p:nvPr/>
          </p:nvCxnSpPr>
          <p:spPr>
            <a:xfrm>
              <a:off x="9849841" y="2183915"/>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C433ED1-2891-A25A-B479-A22BA5BF1931}"/>
                </a:ext>
              </a:extLst>
            </p:cNvPr>
            <p:cNvCxnSpPr/>
            <p:nvPr/>
          </p:nvCxnSpPr>
          <p:spPr>
            <a:xfrm>
              <a:off x="10769747" y="2183915"/>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5155D84-21E8-1600-C9B2-309CB5B89032}"/>
                </a:ext>
              </a:extLst>
            </p:cNvPr>
            <p:cNvCxnSpPr/>
            <p:nvPr/>
          </p:nvCxnSpPr>
          <p:spPr>
            <a:xfrm>
              <a:off x="10333533" y="2183915"/>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A553B0C-BE2C-DAAF-6F1D-400F355DCBD4}"/>
                </a:ext>
              </a:extLst>
            </p:cNvPr>
            <p:cNvCxnSpPr/>
            <p:nvPr/>
          </p:nvCxnSpPr>
          <p:spPr>
            <a:xfrm>
              <a:off x="11205958" y="2183915"/>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B475040-3D62-458B-168D-2BD3580E2997}"/>
                </a:ext>
              </a:extLst>
            </p:cNvPr>
            <p:cNvCxnSpPr/>
            <p:nvPr/>
          </p:nvCxnSpPr>
          <p:spPr>
            <a:xfrm>
              <a:off x="6696285" y="2183915"/>
              <a:ext cx="0" cy="139700"/>
            </a:xfrm>
            <a:prstGeom prst="line">
              <a:avLst/>
            </a:prstGeom>
            <a:ln w="9525" cap="rnd">
              <a:solidFill>
                <a:schemeClr val="tx1">
                  <a:lumMod val="60000"/>
                  <a:lumOff val="40000"/>
                </a:schemeClr>
              </a:solidFill>
              <a:prstDash val="solid"/>
              <a:round/>
            </a:ln>
          </p:spPr>
          <p:style>
            <a:lnRef idx="1">
              <a:schemeClr val="accent1"/>
            </a:lnRef>
            <a:fillRef idx="0">
              <a:schemeClr val="accent1"/>
            </a:fillRef>
            <a:effectRef idx="0">
              <a:schemeClr val="accent1"/>
            </a:effectRef>
            <a:fontRef idx="minor">
              <a:schemeClr val="tx1"/>
            </a:fontRef>
          </p:style>
        </p:cxnSp>
      </p:grpSp>
      <p:sp>
        <p:nvSpPr>
          <p:cNvPr id="71" name="TextBox 70">
            <a:extLst>
              <a:ext uri="{FF2B5EF4-FFF2-40B4-BE49-F238E27FC236}">
                <a16:creationId xmlns:a16="http://schemas.microsoft.com/office/drawing/2014/main" id="{55A05FF8-CA76-E422-EB35-43786CE6B265}"/>
              </a:ext>
            </a:extLst>
          </p:cNvPr>
          <p:cNvSpPr txBox="1"/>
          <p:nvPr/>
        </p:nvSpPr>
        <p:spPr>
          <a:xfrm>
            <a:off x="4502149" y="4219575"/>
            <a:ext cx="717550" cy="3810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200">
                <a:solidFill>
                  <a:srgbClr val="575757"/>
                </a:solidFill>
              </a:rPr>
              <a:t>North</a:t>
            </a:r>
          </a:p>
          <a:p>
            <a:pPr algn="ctr"/>
            <a:r>
              <a:rPr lang="en-US" sz="1200">
                <a:solidFill>
                  <a:srgbClr val="575757"/>
                </a:solidFill>
              </a:rPr>
              <a:t>America</a:t>
            </a:r>
          </a:p>
        </p:txBody>
      </p:sp>
      <p:sp>
        <p:nvSpPr>
          <p:cNvPr id="72" name="TextBox 71">
            <a:extLst>
              <a:ext uri="{FF2B5EF4-FFF2-40B4-BE49-F238E27FC236}">
                <a16:creationId xmlns:a16="http://schemas.microsoft.com/office/drawing/2014/main" id="{96C07321-0CB8-BF2A-DF5D-9BC5E6D97A8F}"/>
              </a:ext>
            </a:extLst>
          </p:cNvPr>
          <p:cNvSpPr txBox="1"/>
          <p:nvPr/>
        </p:nvSpPr>
        <p:spPr>
          <a:xfrm>
            <a:off x="4502149" y="5337175"/>
            <a:ext cx="717550" cy="38100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200">
                <a:solidFill>
                  <a:srgbClr val="575757"/>
                </a:solidFill>
              </a:rPr>
              <a:t>Europe</a:t>
            </a:r>
          </a:p>
        </p:txBody>
      </p:sp>
      <p:sp>
        <p:nvSpPr>
          <p:cNvPr id="73" name="TextBox 72">
            <a:extLst>
              <a:ext uri="{FF2B5EF4-FFF2-40B4-BE49-F238E27FC236}">
                <a16:creationId xmlns:a16="http://schemas.microsoft.com/office/drawing/2014/main" id="{8A309988-F5D9-1E20-D26E-C8ABC8A0E8A1}"/>
              </a:ext>
            </a:extLst>
          </p:cNvPr>
          <p:cNvSpPr txBox="1"/>
          <p:nvPr/>
        </p:nvSpPr>
        <p:spPr>
          <a:xfrm>
            <a:off x="5159375" y="3352800"/>
            <a:ext cx="582613"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575757"/>
                </a:solidFill>
              </a:rPr>
              <a:t>Beijing</a:t>
            </a:r>
          </a:p>
        </p:txBody>
      </p:sp>
      <p:sp>
        <p:nvSpPr>
          <p:cNvPr id="74" name="TextBox 73">
            <a:extLst>
              <a:ext uri="{FF2B5EF4-FFF2-40B4-BE49-F238E27FC236}">
                <a16:creationId xmlns:a16="http://schemas.microsoft.com/office/drawing/2014/main" id="{5E0CF610-1ADB-FC09-4E2F-721BFD096020}"/>
              </a:ext>
            </a:extLst>
          </p:cNvPr>
          <p:cNvSpPr txBox="1"/>
          <p:nvPr/>
        </p:nvSpPr>
        <p:spPr>
          <a:xfrm>
            <a:off x="5594350" y="3498850"/>
            <a:ext cx="582613" cy="7143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FFFFFF"/>
                </a:solidFill>
              </a:rPr>
              <a:t>Seoul</a:t>
            </a:r>
          </a:p>
        </p:txBody>
      </p:sp>
      <p:sp>
        <p:nvSpPr>
          <p:cNvPr id="75" name="TextBox 74">
            <a:extLst>
              <a:ext uri="{FF2B5EF4-FFF2-40B4-BE49-F238E27FC236}">
                <a16:creationId xmlns:a16="http://schemas.microsoft.com/office/drawing/2014/main" id="{E384AE95-49F1-6544-8927-AB461FB9A7E5}"/>
              </a:ext>
            </a:extLst>
          </p:cNvPr>
          <p:cNvSpPr txBox="1"/>
          <p:nvPr/>
        </p:nvSpPr>
        <p:spPr>
          <a:xfrm>
            <a:off x="5594350" y="3597275"/>
            <a:ext cx="582613"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575757"/>
                </a:solidFill>
              </a:rPr>
              <a:t>Vietnam</a:t>
            </a:r>
          </a:p>
        </p:txBody>
      </p:sp>
      <p:sp>
        <p:nvSpPr>
          <p:cNvPr id="76" name="TextBox 75">
            <a:extLst>
              <a:ext uri="{FF2B5EF4-FFF2-40B4-BE49-F238E27FC236}">
                <a16:creationId xmlns:a16="http://schemas.microsoft.com/office/drawing/2014/main" id="{AB1A6479-EE26-9EFF-BB91-DEC43C9509D3}"/>
              </a:ext>
            </a:extLst>
          </p:cNvPr>
          <p:cNvSpPr txBox="1"/>
          <p:nvPr/>
        </p:nvSpPr>
        <p:spPr>
          <a:xfrm>
            <a:off x="6102350" y="3722688"/>
            <a:ext cx="581025"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FFFFFF"/>
                </a:solidFill>
              </a:rPr>
              <a:t>Jakarta</a:t>
            </a:r>
          </a:p>
        </p:txBody>
      </p:sp>
      <p:sp>
        <p:nvSpPr>
          <p:cNvPr id="77" name="TextBox 76">
            <a:extLst>
              <a:ext uri="{FF2B5EF4-FFF2-40B4-BE49-F238E27FC236}">
                <a16:creationId xmlns:a16="http://schemas.microsoft.com/office/drawing/2014/main" id="{78FEF32E-72F2-EDC6-D1E6-9F36F8F4712C}"/>
              </a:ext>
            </a:extLst>
          </p:cNvPr>
          <p:cNvSpPr txBox="1"/>
          <p:nvPr/>
        </p:nvSpPr>
        <p:spPr>
          <a:xfrm>
            <a:off x="6699250" y="3838575"/>
            <a:ext cx="582613"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FFFFFF"/>
                </a:solidFill>
              </a:rPr>
              <a:t>Shanghai</a:t>
            </a:r>
          </a:p>
        </p:txBody>
      </p:sp>
      <p:sp>
        <p:nvSpPr>
          <p:cNvPr id="78" name="TextBox 77">
            <a:extLst>
              <a:ext uri="{FF2B5EF4-FFF2-40B4-BE49-F238E27FC236}">
                <a16:creationId xmlns:a16="http://schemas.microsoft.com/office/drawing/2014/main" id="{D1200EDE-76E6-348D-6FD4-9B64237DE968}"/>
              </a:ext>
            </a:extLst>
          </p:cNvPr>
          <p:cNvSpPr txBox="1"/>
          <p:nvPr/>
        </p:nvSpPr>
        <p:spPr>
          <a:xfrm>
            <a:off x="7105650" y="3957638"/>
            <a:ext cx="582613"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575757"/>
                </a:solidFill>
              </a:rPr>
              <a:t>Singapore</a:t>
            </a:r>
          </a:p>
        </p:txBody>
      </p:sp>
      <p:sp>
        <p:nvSpPr>
          <p:cNvPr id="79" name="TextBox 78">
            <a:extLst>
              <a:ext uri="{FF2B5EF4-FFF2-40B4-BE49-F238E27FC236}">
                <a16:creationId xmlns:a16="http://schemas.microsoft.com/office/drawing/2014/main" id="{95E9FF24-F775-B89F-D623-E18C25BD3B0D}"/>
              </a:ext>
            </a:extLst>
          </p:cNvPr>
          <p:cNvSpPr txBox="1"/>
          <p:nvPr/>
        </p:nvSpPr>
        <p:spPr>
          <a:xfrm>
            <a:off x="7189788" y="4075113"/>
            <a:ext cx="582613" cy="7143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FFFFFF"/>
                </a:solidFill>
              </a:rPr>
              <a:t>Mumbai</a:t>
            </a:r>
          </a:p>
        </p:txBody>
      </p:sp>
      <p:sp>
        <p:nvSpPr>
          <p:cNvPr id="80" name="TextBox 79">
            <a:extLst>
              <a:ext uri="{FF2B5EF4-FFF2-40B4-BE49-F238E27FC236}">
                <a16:creationId xmlns:a16="http://schemas.microsoft.com/office/drawing/2014/main" id="{51918058-2FE8-A649-FB95-6431E3670AA5}"/>
              </a:ext>
            </a:extLst>
          </p:cNvPr>
          <p:cNvSpPr txBox="1"/>
          <p:nvPr/>
        </p:nvSpPr>
        <p:spPr>
          <a:xfrm>
            <a:off x="6073775" y="4278313"/>
            <a:ext cx="582613"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575757"/>
                </a:solidFill>
              </a:rPr>
              <a:t>St. Louis</a:t>
            </a:r>
          </a:p>
        </p:txBody>
      </p:sp>
      <p:sp>
        <p:nvSpPr>
          <p:cNvPr id="81" name="TextBox 80">
            <a:extLst>
              <a:ext uri="{FF2B5EF4-FFF2-40B4-BE49-F238E27FC236}">
                <a16:creationId xmlns:a16="http://schemas.microsoft.com/office/drawing/2014/main" id="{008B4088-DAB1-4E83-3043-3F23723C0BEE}"/>
              </a:ext>
            </a:extLst>
          </p:cNvPr>
          <p:cNvSpPr txBox="1"/>
          <p:nvPr/>
        </p:nvSpPr>
        <p:spPr>
          <a:xfrm>
            <a:off x="6321425" y="4360863"/>
            <a:ext cx="582613"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FFFFFF"/>
                </a:solidFill>
              </a:rPr>
              <a:t>Buffalo</a:t>
            </a:r>
          </a:p>
        </p:txBody>
      </p:sp>
      <p:sp>
        <p:nvSpPr>
          <p:cNvPr id="82" name="TextBox 81">
            <a:extLst>
              <a:ext uri="{FF2B5EF4-FFF2-40B4-BE49-F238E27FC236}">
                <a16:creationId xmlns:a16="http://schemas.microsoft.com/office/drawing/2014/main" id="{0CB67716-D92A-687E-9A1A-850501CB9D54}"/>
              </a:ext>
            </a:extLst>
          </p:cNvPr>
          <p:cNvSpPr txBox="1"/>
          <p:nvPr/>
        </p:nvSpPr>
        <p:spPr>
          <a:xfrm>
            <a:off x="5164138" y="5168900"/>
            <a:ext cx="582613"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575757"/>
                </a:solidFill>
              </a:rPr>
              <a:t>Brussels</a:t>
            </a:r>
          </a:p>
        </p:txBody>
      </p:sp>
      <p:sp>
        <p:nvSpPr>
          <p:cNvPr id="83" name="TextBox 82">
            <a:extLst>
              <a:ext uri="{FF2B5EF4-FFF2-40B4-BE49-F238E27FC236}">
                <a16:creationId xmlns:a16="http://schemas.microsoft.com/office/drawing/2014/main" id="{8FA5697F-5EEF-F259-7737-C3C5B3580E92}"/>
              </a:ext>
            </a:extLst>
          </p:cNvPr>
          <p:cNvSpPr txBox="1"/>
          <p:nvPr/>
        </p:nvSpPr>
        <p:spPr>
          <a:xfrm>
            <a:off x="5967413" y="5300663"/>
            <a:ext cx="581025"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FFFFFF"/>
                </a:solidFill>
              </a:rPr>
              <a:t>Milan</a:t>
            </a:r>
          </a:p>
        </p:txBody>
      </p:sp>
      <p:sp>
        <p:nvSpPr>
          <p:cNvPr id="84" name="TextBox 83">
            <a:extLst>
              <a:ext uri="{FF2B5EF4-FFF2-40B4-BE49-F238E27FC236}">
                <a16:creationId xmlns:a16="http://schemas.microsoft.com/office/drawing/2014/main" id="{407214DD-ED36-D4E5-53CE-FBC4B21BCB18}"/>
              </a:ext>
            </a:extLst>
          </p:cNvPr>
          <p:cNvSpPr txBox="1"/>
          <p:nvPr/>
        </p:nvSpPr>
        <p:spPr>
          <a:xfrm>
            <a:off x="7192963" y="5507038"/>
            <a:ext cx="582613"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FFFFFF"/>
                </a:solidFill>
              </a:rPr>
              <a:t>Paris</a:t>
            </a:r>
          </a:p>
        </p:txBody>
      </p:sp>
      <p:sp>
        <p:nvSpPr>
          <p:cNvPr id="85" name="TextBox 84">
            <a:extLst>
              <a:ext uri="{FF2B5EF4-FFF2-40B4-BE49-F238E27FC236}">
                <a16:creationId xmlns:a16="http://schemas.microsoft.com/office/drawing/2014/main" id="{098CFE80-03D5-F7DB-35CB-7A15C3237FD9}"/>
              </a:ext>
            </a:extLst>
          </p:cNvPr>
          <p:cNvSpPr txBox="1"/>
          <p:nvPr/>
        </p:nvSpPr>
        <p:spPr>
          <a:xfrm>
            <a:off x="6688138" y="5395913"/>
            <a:ext cx="581025" cy="73025"/>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800">
                <a:solidFill>
                  <a:srgbClr val="FFFFFF"/>
                </a:solidFill>
              </a:rPr>
              <a:t>Avignon</a:t>
            </a:r>
          </a:p>
        </p:txBody>
      </p:sp>
      <p:sp>
        <p:nvSpPr>
          <p:cNvPr id="86" name="Rectangle 85">
            <a:extLst>
              <a:ext uri="{FF2B5EF4-FFF2-40B4-BE49-F238E27FC236}">
                <a16:creationId xmlns:a16="http://schemas.microsoft.com/office/drawing/2014/main" id="{E6F9E07E-CD3C-6045-E065-C7A023BFEC76}"/>
              </a:ext>
            </a:extLst>
          </p:cNvPr>
          <p:cNvSpPr/>
          <p:nvPr/>
        </p:nvSpPr>
        <p:spPr>
          <a:xfrm>
            <a:off x="741363" y="2003425"/>
            <a:ext cx="3424238" cy="492125"/>
          </a:xfrm>
          <a:prstGeom prst="rect">
            <a:avLst/>
          </a:prstGeom>
          <a:solidFill>
            <a:schemeClr val="accent2"/>
          </a:solidFill>
          <a:ln w="9525" cap="rnd" cmpd="sng" algn="ctr">
            <a:solidFill>
              <a:schemeClr val="accent2"/>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solidFill>
                  <a:srgbClr val="FFFFFF"/>
                </a:solidFill>
              </a:rPr>
              <a:t>North America a declining portion of revenues …</a:t>
            </a:r>
          </a:p>
        </p:txBody>
      </p:sp>
      <p:sp>
        <p:nvSpPr>
          <p:cNvPr id="87" name="Rectangle 86">
            <a:extLst>
              <a:ext uri="{FF2B5EF4-FFF2-40B4-BE49-F238E27FC236}">
                <a16:creationId xmlns:a16="http://schemas.microsoft.com/office/drawing/2014/main" id="{76E45573-2C3F-D2EA-E875-2181744A9E5B}"/>
              </a:ext>
            </a:extLst>
          </p:cNvPr>
          <p:cNvSpPr/>
          <p:nvPr/>
        </p:nvSpPr>
        <p:spPr>
          <a:xfrm>
            <a:off x="741363" y="2495551"/>
            <a:ext cx="3424238" cy="4130675"/>
          </a:xfrm>
          <a:prstGeom prst="rect">
            <a:avLst/>
          </a:prstGeom>
          <a:noFill/>
          <a:ln w="9525" cap="rnd"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rgbClr val="FFFFFF"/>
              </a:solidFill>
            </a:endParaRPr>
          </a:p>
        </p:txBody>
      </p:sp>
      <p:sp>
        <p:nvSpPr>
          <p:cNvPr id="88" name="Rectangle 87">
            <a:extLst>
              <a:ext uri="{FF2B5EF4-FFF2-40B4-BE49-F238E27FC236}">
                <a16:creationId xmlns:a16="http://schemas.microsoft.com/office/drawing/2014/main" id="{64E9C175-C3B3-C13B-F797-896539B33A4A}"/>
              </a:ext>
            </a:extLst>
          </p:cNvPr>
          <p:cNvSpPr/>
          <p:nvPr/>
        </p:nvSpPr>
        <p:spPr>
          <a:xfrm>
            <a:off x="4487863" y="2495551"/>
            <a:ext cx="3422650" cy="4130675"/>
          </a:xfrm>
          <a:prstGeom prst="rect">
            <a:avLst/>
          </a:prstGeom>
          <a:noFill/>
          <a:ln w="9525" cap="rnd" cmpd="sng" algn="ctr">
            <a:solidFill>
              <a:schemeClr val="accent2"/>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200">
              <a:solidFill>
                <a:srgbClr val="FFFFFF"/>
              </a:solidFill>
            </a:endParaRPr>
          </a:p>
        </p:txBody>
      </p:sp>
      <p:sp>
        <p:nvSpPr>
          <p:cNvPr id="89" name="Rectangle 88">
            <a:extLst>
              <a:ext uri="{FF2B5EF4-FFF2-40B4-BE49-F238E27FC236}">
                <a16:creationId xmlns:a16="http://schemas.microsoft.com/office/drawing/2014/main" id="{EE40AB5C-0F23-B406-5648-F744B02B8C20}"/>
              </a:ext>
            </a:extLst>
          </p:cNvPr>
          <p:cNvSpPr/>
          <p:nvPr/>
        </p:nvSpPr>
        <p:spPr>
          <a:xfrm>
            <a:off x="4487863" y="2003425"/>
            <a:ext cx="3422650" cy="492125"/>
          </a:xfrm>
          <a:prstGeom prst="rect">
            <a:avLst/>
          </a:prstGeom>
          <a:solidFill>
            <a:schemeClr val="accent2"/>
          </a:solidFill>
          <a:ln w="9525" cap="rnd" cmpd="sng" algn="ctr">
            <a:solidFill>
              <a:schemeClr val="accent2"/>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solidFill>
                  <a:srgbClr val="FFFFFF"/>
                </a:solidFill>
              </a:rPr>
              <a:t>… Opening more new facilities in Asia and Europe</a:t>
            </a:r>
          </a:p>
        </p:txBody>
      </p:sp>
    </p:spTree>
    <p:extLst>
      <p:ext uri="{BB962C8B-B14F-4D97-AF65-F5344CB8AC3E}">
        <p14:creationId xmlns:p14="http://schemas.microsoft.com/office/powerpoint/2010/main" val="2378188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E4072-80B2-00DB-D929-7C1DC2533E7F}"/>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323FE76-9101-5648-5CEA-F7169137B63C}"/>
              </a:ext>
            </a:extLst>
          </p:cNvPr>
          <p:cNvGraphicFramePr>
            <a:graphicFrameLocks noChangeAspect="1"/>
          </p:cNvGraphicFramePr>
          <p:nvPr>
            <p:custDataLst>
              <p:tags r:id="rId1"/>
            </p:custDataLst>
            <p:extLst>
              <p:ext uri="{D42A27DB-BD31-4B8C-83A1-F6EECF244321}">
                <p14:modId xmlns:p14="http://schemas.microsoft.com/office/powerpoint/2010/main" val="31830374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8" name="think-cell data - do not delete" hidden="1">
                        <a:extLst>
                          <a:ext uri="{FF2B5EF4-FFF2-40B4-BE49-F238E27FC236}">
                            <a16:creationId xmlns:a16="http://schemas.microsoft.com/office/drawing/2014/main" id="{E323FE76-9101-5648-5CEA-F7169137B6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Subtitle 11">
            <a:extLst>
              <a:ext uri="{FF2B5EF4-FFF2-40B4-BE49-F238E27FC236}">
                <a16:creationId xmlns:a16="http://schemas.microsoft.com/office/drawing/2014/main" id="{F9B7AD65-B68B-2866-B588-98E693AACDC8}"/>
              </a:ext>
            </a:extLst>
          </p:cNvPr>
          <p:cNvSpPr>
            <a:spLocks noGrp="1"/>
          </p:cNvSpPr>
          <p:nvPr>
            <p:ph type="subTitle" idx="1"/>
          </p:nvPr>
        </p:nvSpPr>
        <p:spPr/>
        <p:txBody>
          <a:bodyPr anchor="t"/>
          <a:lstStyle/>
          <a:p>
            <a:r>
              <a:rPr lang="en-US"/>
              <a:t>Question: How do we get to $20 billion</a:t>
            </a:r>
          </a:p>
          <a:p>
            <a:r>
              <a:rPr lang="en-US"/>
              <a:t>of Exchange Written Premium by 2029?</a:t>
            </a:r>
          </a:p>
        </p:txBody>
      </p:sp>
      <p:sp>
        <p:nvSpPr>
          <p:cNvPr id="4" name="Title 3">
            <a:extLst>
              <a:ext uri="{FF2B5EF4-FFF2-40B4-BE49-F238E27FC236}">
                <a16:creationId xmlns:a16="http://schemas.microsoft.com/office/drawing/2014/main" id="{90D45FF4-DBCF-0FF1-1277-3374BA51146E}"/>
              </a:ext>
            </a:extLst>
          </p:cNvPr>
          <p:cNvSpPr>
            <a:spLocks noGrp="1"/>
          </p:cNvSpPr>
          <p:nvPr>
            <p:ph type="ctrTitle" sz="quarter"/>
          </p:nvPr>
        </p:nvSpPr>
        <p:spPr>
          <a:xfrm>
            <a:off x="1422210" y="3006516"/>
            <a:ext cx="10720655" cy="879684"/>
          </a:xfrm>
        </p:spPr>
        <p:txBody>
          <a:bodyPr vert="horz"/>
          <a:lstStyle/>
          <a:p>
            <a:r>
              <a:rPr lang="en-US"/>
              <a:t>Accelerant BHAG</a:t>
            </a:r>
          </a:p>
        </p:txBody>
      </p:sp>
      <p:sp>
        <p:nvSpPr>
          <p:cNvPr id="6" name="Footer Placeholder 5">
            <a:extLst>
              <a:ext uri="{FF2B5EF4-FFF2-40B4-BE49-F238E27FC236}">
                <a16:creationId xmlns:a16="http://schemas.microsoft.com/office/drawing/2014/main" id="{2EBFEF63-1684-D018-E5AE-3EB3D1517DC9}"/>
              </a:ext>
            </a:extLst>
          </p:cNvPr>
          <p:cNvSpPr>
            <a:spLocks noGrp="1"/>
          </p:cNvSpPr>
          <p:nvPr>
            <p:ph type="ftr" sz="quarter" idx="4294967295"/>
          </p:nvPr>
        </p:nvSpPr>
        <p:spPr>
          <a:xfrm>
            <a:off x="12503150" y="7113588"/>
            <a:ext cx="1314450" cy="193675"/>
          </a:xfrm>
        </p:spPr>
        <p:txBody>
          <a:bodyPr/>
          <a:lstStyle/>
          <a:p>
            <a:r>
              <a:rPr lang="en-CA"/>
              <a:t>2024</a:t>
            </a:r>
          </a:p>
        </p:txBody>
      </p:sp>
    </p:spTree>
    <p:extLst>
      <p:ext uri="{BB962C8B-B14F-4D97-AF65-F5344CB8AC3E}">
        <p14:creationId xmlns:p14="http://schemas.microsoft.com/office/powerpoint/2010/main" val="34160370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04DD1-FBBD-5E92-0F71-D87DC7595067}"/>
            </a:ext>
          </a:extLst>
        </p:cNvPr>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32039B8F-6DD5-EBC7-9587-E41251C5B140}"/>
              </a:ext>
            </a:extLst>
          </p:cNvPr>
          <p:cNvGraphicFramePr>
            <a:graphicFrameLocks/>
          </p:cNvGraphicFramePr>
          <p:nvPr/>
        </p:nvGraphicFramePr>
        <p:xfrm>
          <a:off x="4519062" y="1849805"/>
          <a:ext cx="8572178" cy="4935510"/>
        </p:xfrm>
        <a:graphic>
          <a:graphicData uri="http://schemas.openxmlformats.org/drawingml/2006/chart">
            <c:chart xmlns:c="http://schemas.openxmlformats.org/drawingml/2006/chart" xmlns:r="http://schemas.openxmlformats.org/officeDocument/2006/relationships" r:id="rId7"/>
          </a:graphicData>
        </a:graphic>
      </p:graphicFrame>
      <p:sp>
        <p:nvSpPr>
          <p:cNvPr id="37" name="Rectangle 36">
            <a:extLst>
              <a:ext uri="{FF2B5EF4-FFF2-40B4-BE49-F238E27FC236}">
                <a16:creationId xmlns:a16="http://schemas.microsoft.com/office/drawing/2014/main" id="{7BA8F1CF-AB63-7CBA-2416-274EDF105EC6}"/>
              </a:ext>
            </a:extLst>
          </p:cNvPr>
          <p:cNvSpPr/>
          <p:nvPr/>
        </p:nvSpPr>
        <p:spPr>
          <a:xfrm>
            <a:off x="754543" y="186125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+20</a:t>
            </a:r>
          </a:p>
          <a:p>
            <a:pPr defTabSz="1235630" fontAlgn="auto">
              <a:spcBef>
                <a:spcPts val="0"/>
              </a:spcBef>
              <a:spcAft>
                <a:spcPts val="0"/>
              </a:spcAft>
            </a:pPr>
            <a:r>
              <a:rPr lang="it-IT" sz="1455">
                <a:solidFill>
                  <a:srgbClr val="1657DD"/>
                </a:solidFill>
                <a:latin typeface="Arial"/>
              </a:rPr>
              <a:t>Incremental new Members per year</a:t>
            </a:r>
          </a:p>
        </p:txBody>
      </p:sp>
      <p:sp>
        <p:nvSpPr>
          <p:cNvPr id="14" name="Text Placeholder 13">
            <a:extLst>
              <a:ext uri="{FF2B5EF4-FFF2-40B4-BE49-F238E27FC236}">
                <a16:creationId xmlns:a16="http://schemas.microsoft.com/office/drawing/2014/main" id="{F8E069C7-D270-6816-5A1A-C5978466B66D}"/>
              </a:ext>
            </a:extLst>
          </p:cNvPr>
          <p:cNvSpPr>
            <a:spLocks noGrp="1"/>
          </p:cNvSpPr>
          <p:nvPr>
            <p:ph type="body" sz="quarter" idx="4294967295"/>
            <p:custDataLst>
              <p:tags r:id="rId2"/>
            </p:custDataLst>
          </p:nvPr>
        </p:nvSpPr>
        <p:spPr>
          <a:xfrm>
            <a:off x="12679313" y="7484902"/>
            <a:ext cx="419323" cy="149304"/>
          </a:xfrm>
        </p:spPr>
        <p:txBody>
          <a:bodyPr>
            <a:normAutofit fontScale="25000" lnSpcReduction="20000"/>
          </a:bodyPr>
          <a:lstStyle/>
          <a:p>
            <a:r>
              <a:rPr lang="en-US"/>
              <a:t>1</a:t>
            </a:r>
          </a:p>
        </p:txBody>
      </p:sp>
      <p:sp>
        <p:nvSpPr>
          <p:cNvPr id="15" name="Title 10">
            <a:extLst>
              <a:ext uri="{FF2B5EF4-FFF2-40B4-BE49-F238E27FC236}">
                <a16:creationId xmlns:a16="http://schemas.microsoft.com/office/drawing/2014/main" id="{D135C97E-1B44-958B-DC9C-9ED19F37EEF4}"/>
              </a:ext>
            </a:extLst>
          </p:cNvPr>
          <p:cNvSpPr>
            <a:spLocks noGrp="1"/>
          </p:cNvSpPr>
          <p:nvPr>
            <p:ph type="title"/>
            <p:custDataLst>
              <p:tags r:id="rId3"/>
            </p:custDataLst>
          </p:nvPr>
        </p:nvSpPr>
        <p:spPr>
          <a:xfrm>
            <a:off x="754558" y="437026"/>
            <a:ext cx="12310226" cy="383567"/>
          </a:xfrm>
        </p:spPr>
        <p:txBody>
          <a:bodyPr>
            <a:normAutofit/>
          </a:bodyPr>
          <a:lstStyle/>
          <a:p>
            <a:r>
              <a:rPr lang="en-US"/>
              <a:t>Audacious Aspiration – Additional Organic Growth</a:t>
            </a:r>
          </a:p>
        </p:txBody>
      </p:sp>
      <p:sp>
        <p:nvSpPr>
          <p:cNvPr id="7" name="Content Placeholder 8">
            <a:extLst>
              <a:ext uri="{FF2B5EF4-FFF2-40B4-BE49-F238E27FC236}">
                <a16:creationId xmlns:a16="http://schemas.microsoft.com/office/drawing/2014/main" id="{CC9F3734-109A-0AD2-0761-C1E0B09E64F6}"/>
              </a:ext>
            </a:extLst>
          </p:cNvPr>
          <p:cNvSpPr txBox="1">
            <a:spLocks/>
          </p:cNvSpPr>
          <p:nvPr>
            <p:custDataLst>
              <p:tags r:id="rId4"/>
            </p:custDataLst>
          </p:nvPr>
        </p:nvSpPr>
        <p:spPr>
          <a:xfrm>
            <a:off x="6730932" y="7490290"/>
            <a:ext cx="5810220" cy="149272"/>
          </a:xfrm>
          <a:prstGeom prst="rect">
            <a:avLst/>
          </a:prstGeom>
        </p:spPr>
        <p:txBody>
          <a:bodyPr vert="horz" wrap="square" lIns="0" tIns="0" rIns="0" bIns="0" rtlCol="0" anchor="t" anchorCtr="0">
            <a:spAutoFit/>
          </a:bodyPr>
          <a:lstStyle>
            <a:lvl1pPr marL="0" indent="0" algn="r" defTabSz="752833" rtl="0" eaLnBrk="1" latinLnBrk="0" hangingPunct="1">
              <a:spcBef>
                <a:spcPts val="0"/>
              </a:spcBef>
              <a:spcAft>
                <a:spcPts val="329"/>
              </a:spcAft>
              <a:buClr>
                <a:schemeClr val="tx2"/>
              </a:buClr>
              <a:buSzPct val="115000"/>
              <a:buFont typeface="Arial" panose="020B0604020202020204" pitchFamily="34" charset="0"/>
              <a:buNone/>
              <a:defRPr sz="800" kern="1200" cap="all" baseline="0">
                <a:solidFill>
                  <a:schemeClr val="bg1"/>
                </a:solidFill>
                <a:latin typeface="Nunito" pitchFamily="2" charset="0"/>
                <a:ea typeface="+mn-ea"/>
                <a:cs typeface="Arial" panose="020B0604020202020204" pitchFamily="34" charset="0"/>
              </a:defRPr>
            </a:lvl1pPr>
            <a:lvl2pPr marL="193481" indent="-94126"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2pPr>
            <a:lvl3pPr marL="287607" indent="-94126" algn="l" defTabSz="752833" rtl="0" eaLnBrk="1" latinLnBrk="0" hangingPunct="1">
              <a:spcBef>
                <a:spcPts val="0"/>
              </a:spcBef>
              <a:spcAft>
                <a:spcPts val="329"/>
              </a:spcAft>
              <a:buClr>
                <a:schemeClr val="tx2"/>
              </a:buClr>
              <a:buFont typeface="Courier New" panose="02070309020205020404" pitchFamily="49" charset="0"/>
              <a:buChar char="o"/>
              <a:defRPr sz="800" kern="1200" baseline="0">
                <a:solidFill>
                  <a:schemeClr val="tx1"/>
                </a:solidFill>
                <a:latin typeface="+mn-lt"/>
                <a:ea typeface="+mn-ea"/>
                <a:cs typeface="Arial" panose="020B0604020202020204" pitchFamily="34" charset="0"/>
              </a:defRPr>
            </a:lvl3pPr>
            <a:lvl4pPr marL="375197" indent="-91511"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4pPr>
            <a:lvl5pPr marL="468016" indent="0" algn="l" defTabSz="839257" rtl="0" eaLnBrk="1" latinLnBrk="0" hangingPunct="1">
              <a:spcBef>
                <a:spcPts val="0"/>
              </a:spcBef>
              <a:spcAft>
                <a:spcPts val="329"/>
              </a:spcAft>
              <a:buClr>
                <a:schemeClr val="tx2"/>
              </a:buClr>
              <a:buSzPct val="115000"/>
              <a:buFont typeface="Arial" panose="020B0604020202020204" pitchFamily="34" charset="0"/>
              <a:buNone/>
              <a:defRPr sz="659" kern="1200">
                <a:solidFill>
                  <a:schemeClr val="tx1"/>
                </a:solidFill>
                <a:latin typeface="Arial" panose="020B0604020202020204" pitchFamily="34" charset="0"/>
                <a:ea typeface="+mn-ea"/>
                <a:cs typeface="Arial" panose="020B0604020202020204" pitchFamily="34" charset="0"/>
              </a:defRPr>
            </a:lvl5pPr>
            <a:lvl6pPr marL="460172" indent="-83668" algn="l" defTabSz="752833" rtl="0" eaLnBrk="1" latinLnBrk="0" hangingPunct="1">
              <a:spcBef>
                <a:spcPct val="20000"/>
              </a:spcBef>
              <a:buFont typeface="Arial" panose="020B0604020202020204" pitchFamily="34" charset="0"/>
              <a:buChar char="–"/>
              <a:defRPr sz="659" kern="1200">
                <a:solidFill>
                  <a:schemeClr val="tx1"/>
                </a:solidFill>
                <a:latin typeface="+mn-lt"/>
                <a:ea typeface="+mn-ea"/>
                <a:cs typeface="+mn-cs"/>
              </a:defRPr>
            </a:lvl6pPr>
            <a:lvl7pPr marL="2446705"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7pPr>
            <a:lvl8pPr marL="2823123"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8pPr>
            <a:lvl9pPr marL="3199537"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9pPr>
          </a:lstStyle>
          <a:p>
            <a:pPr defTabSz="913036" fontAlgn="auto">
              <a:spcAft>
                <a:spcPts val="399"/>
              </a:spcAft>
              <a:buClr>
                <a:srgbClr val="1400F4"/>
              </a:buClr>
              <a:defRPr/>
            </a:pPr>
            <a:endParaRPr lang="en-US" sz="970">
              <a:solidFill>
                <a:srgbClr val="FFFFFF"/>
              </a:solidFill>
            </a:endParaRPr>
          </a:p>
        </p:txBody>
      </p:sp>
      <p:sp>
        <p:nvSpPr>
          <p:cNvPr id="36" name="Slide Number Placeholder 35">
            <a:extLst>
              <a:ext uri="{FF2B5EF4-FFF2-40B4-BE49-F238E27FC236}">
                <a16:creationId xmlns:a16="http://schemas.microsoft.com/office/drawing/2014/main" id="{D1979FCA-7CEB-30B2-5EAD-9F3325984C0B}"/>
              </a:ext>
            </a:extLst>
          </p:cNvPr>
          <p:cNvSpPr>
            <a:spLocks noGrp="1"/>
          </p:cNvSpPr>
          <p:nvPr>
            <p:ph type="sldNum" sz="quarter" idx="4"/>
          </p:nvPr>
        </p:nvSpPr>
        <p:spPr/>
        <p:txBody>
          <a:bodyPr/>
          <a:lstStyle/>
          <a:p>
            <a:pPr algn="r" defTabSz="913036" fontAlgn="auto">
              <a:spcBef>
                <a:spcPts val="0"/>
              </a:spcBef>
              <a:spcAft>
                <a:spcPts val="399"/>
              </a:spcAft>
              <a:buClr>
                <a:srgbClr val="1240BC"/>
              </a:buClr>
              <a:buSzPct val="115000"/>
            </a:pPr>
            <a:fld id="{D6B5243D-B653-4000-BC65-0C10E5412800}" type="slidenum">
              <a:rPr lang="en-US" sz="2426">
                <a:solidFill>
                  <a:srgbClr val="03B1C8"/>
                </a:solidFill>
                <a:ea typeface="+mn-ea"/>
              </a:rPr>
              <a:pPr algn="r" defTabSz="913036" fontAlgn="auto">
                <a:spcBef>
                  <a:spcPts val="0"/>
                </a:spcBef>
                <a:spcAft>
                  <a:spcPts val="399"/>
                </a:spcAft>
                <a:buClr>
                  <a:srgbClr val="1240BC"/>
                </a:buClr>
                <a:buSzPct val="115000"/>
              </a:pPr>
              <a:t>52</a:t>
            </a:fld>
            <a:endParaRPr lang="en-US" sz="2426">
              <a:solidFill>
                <a:srgbClr val="03B1C8"/>
              </a:solidFill>
              <a:ea typeface="+mn-ea"/>
            </a:endParaRPr>
          </a:p>
        </p:txBody>
      </p:sp>
      <p:cxnSp>
        <p:nvCxnSpPr>
          <p:cNvPr id="5" name="Straight Connector 4">
            <a:extLst>
              <a:ext uri="{FF2B5EF4-FFF2-40B4-BE49-F238E27FC236}">
                <a16:creationId xmlns:a16="http://schemas.microsoft.com/office/drawing/2014/main" id="{564A6A70-C6F7-761F-B37C-A1AA57CFE3A8}"/>
              </a:ext>
            </a:extLst>
          </p:cNvPr>
          <p:cNvCxnSpPr>
            <a:cxnSpLocks/>
          </p:cNvCxnSpPr>
          <p:nvPr/>
        </p:nvCxnSpPr>
        <p:spPr>
          <a:xfrm flipV="1">
            <a:off x="4514442" y="1856735"/>
            <a:ext cx="8576798" cy="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5CAD399-0574-C304-2CAB-7A6E7B59876D}"/>
              </a:ext>
            </a:extLst>
          </p:cNvPr>
          <p:cNvSpPr txBox="1"/>
          <p:nvPr/>
        </p:nvSpPr>
        <p:spPr>
          <a:xfrm>
            <a:off x="3849113" y="6567107"/>
            <a:ext cx="905170" cy="44781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defTabSz="1235630" fontAlgn="auto">
              <a:spcBef>
                <a:spcPts val="485"/>
              </a:spcBef>
              <a:spcAft>
                <a:spcPts val="0"/>
              </a:spcAft>
            </a:pPr>
            <a:r>
              <a:rPr lang="en-US" sz="1455" i="1">
                <a:solidFill>
                  <a:srgbClr val="000000"/>
                </a:solidFill>
                <a:latin typeface="Arial"/>
              </a:rPr>
              <a:t># of Members</a:t>
            </a:r>
          </a:p>
        </p:txBody>
      </p:sp>
      <p:graphicFrame>
        <p:nvGraphicFramePr>
          <p:cNvPr id="27" name="Table 26">
            <a:extLst>
              <a:ext uri="{FF2B5EF4-FFF2-40B4-BE49-F238E27FC236}">
                <a16:creationId xmlns:a16="http://schemas.microsoft.com/office/drawing/2014/main" id="{4B84C1D7-B2E0-3848-2730-204F7632C681}"/>
              </a:ext>
            </a:extLst>
          </p:cNvPr>
          <p:cNvGraphicFramePr>
            <a:graphicFrameLocks noGrp="1"/>
          </p:cNvGraphicFramePr>
          <p:nvPr/>
        </p:nvGraphicFramePr>
        <p:xfrm>
          <a:off x="4733158" y="6560444"/>
          <a:ext cx="5416392" cy="449741"/>
        </p:xfrm>
        <a:graphic>
          <a:graphicData uri="http://schemas.openxmlformats.org/drawingml/2006/table">
            <a:tbl>
              <a:tblPr firstRow="1" bandRow="1"/>
              <a:tblGrid>
                <a:gridCol w="902732">
                  <a:extLst>
                    <a:ext uri="{9D8B030D-6E8A-4147-A177-3AD203B41FA5}">
                      <a16:colId xmlns:a16="http://schemas.microsoft.com/office/drawing/2014/main" val="351719975"/>
                    </a:ext>
                  </a:extLst>
                </a:gridCol>
                <a:gridCol w="902732">
                  <a:extLst>
                    <a:ext uri="{9D8B030D-6E8A-4147-A177-3AD203B41FA5}">
                      <a16:colId xmlns:a16="http://schemas.microsoft.com/office/drawing/2014/main" val="3782978020"/>
                    </a:ext>
                  </a:extLst>
                </a:gridCol>
                <a:gridCol w="902732">
                  <a:extLst>
                    <a:ext uri="{9D8B030D-6E8A-4147-A177-3AD203B41FA5}">
                      <a16:colId xmlns:a16="http://schemas.microsoft.com/office/drawing/2014/main" val="1647877187"/>
                    </a:ext>
                  </a:extLst>
                </a:gridCol>
                <a:gridCol w="902732">
                  <a:extLst>
                    <a:ext uri="{9D8B030D-6E8A-4147-A177-3AD203B41FA5}">
                      <a16:colId xmlns:a16="http://schemas.microsoft.com/office/drawing/2014/main" val="2302965907"/>
                    </a:ext>
                  </a:extLst>
                </a:gridCol>
                <a:gridCol w="902732">
                  <a:extLst>
                    <a:ext uri="{9D8B030D-6E8A-4147-A177-3AD203B41FA5}">
                      <a16:colId xmlns:a16="http://schemas.microsoft.com/office/drawing/2014/main" val="363860668"/>
                    </a:ext>
                  </a:extLst>
                </a:gridCol>
                <a:gridCol w="902732">
                  <a:extLst>
                    <a:ext uri="{9D8B030D-6E8A-4147-A177-3AD203B41FA5}">
                      <a16:colId xmlns:a16="http://schemas.microsoft.com/office/drawing/2014/main" val="1013675085"/>
                    </a:ext>
                  </a:extLst>
                </a:gridCol>
              </a:tblGrid>
              <a:tr h="449741">
                <a:tc>
                  <a:txBody>
                    <a:bodyPr/>
                    <a:lstStyle/>
                    <a:p>
                      <a:pPr algn="ctr"/>
                      <a:r>
                        <a:rPr lang="en-US" sz="1500" b="0" i="1">
                          <a:solidFill>
                            <a:schemeClr val="tx1"/>
                          </a:solidFill>
                        </a:rPr>
                        <a:t>215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275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335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395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455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515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68050690"/>
                  </a:ext>
                </a:extLst>
              </a:tr>
            </a:tbl>
          </a:graphicData>
        </a:graphic>
      </p:graphicFrame>
      <p:sp>
        <p:nvSpPr>
          <p:cNvPr id="30" name="Rectangle 29">
            <a:extLst>
              <a:ext uri="{FF2B5EF4-FFF2-40B4-BE49-F238E27FC236}">
                <a16:creationId xmlns:a16="http://schemas.microsoft.com/office/drawing/2014/main" id="{A258C017-B896-B05E-E873-18CAC83AAF13}"/>
              </a:ext>
            </a:extLst>
          </p:cNvPr>
          <p:cNvSpPr/>
          <p:nvPr/>
        </p:nvSpPr>
        <p:spPr>
          <a:xfrm>
            <a:off x="4514442" y="1298649"/>
            <a:ext cx="8548603"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1657DD"/>
                </a:solidFill>
                <a:latin typeface="Arial"/>
              </a:rPr>
              <a:t>Additional Organic Growth</a:t>
            </a:r>
          </a:p>
        </p:txBody>
      </p:sp>
      <p:sp>
        <p:nvSpPr>
          <p:cNvPr id="31" name="TextBox 30">
            <a:extLst>
              <a:ext uri="{FF2B5EF4-FFF2-40B4-BE49-F238E27FC236}">
                <a16:creationId xmlns:a16="http://schemas.microsoft.com/office/drawing/2014/main" id="{625675CC-6DB8-7DCA-934B-565BBE2DFA79}"/>
              </a:ext>
            </a:extLst>
          </p:cNvPr>
          <p:cNvSpPr txBox="1"/>
          <p:nvPr/>
        </p:nvSpPr>
        <p:spPr>
          <a:xfrm>
            <a:off x="754542" y="836587"/>
            <a:ext cx="10774885" cy="298543"/>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l" defTabSz="1235630" fontAlgn="auto">
              <a:spcBef>
                <a:spcPts val="485"/>
              </a:spcBef>
              <a:spcAft>
                <a:spcPts val="0"/>
              </a:spcAft>
            </a:pPr>
            <a:r>
              <a:rPr lang="en-US" sz="1940" b="1">
                <a:solidFill>
                  <a:srgbClr val="03B1C8"/>
                </a:solidFill>
                <a:latin typeface="Arial"/>
              </a:rPr>
              <a:t>+20 more new Members per year leads to $2.0B of incremental premium in 2029</a:t>
            </a:r>
          </a:p>
        </p:txBody>
      </p:sp>
      <p:cxnSp>
        <p:nvCxnSpPr>
          <p:cNvPr id="32" name="Straight Connector 31">
            <a:extLst>
              <a:ext uri="{FF2B5EF4-FFF2-40B4-BE49-F238E27FC236}">
                <a16:creationId xmlns:a16="http://schemas.microsoft.com/office/drawing/2014/main" id="{FAFC7CD2-D3E1-5EAE-03A3-9A40B2EBA26A}"/>
              </a:ext>
            </a:extLst>
          </p:cNvPr>
          <p:cNvCxnSpPr>
            <a:cxnSpLocks/>
          </p:cNvCxnSpPr>
          <p:nvPr/>
        </p:nvCxnSpPr>
        <p:spPr>
          <a:xfrm flipV="1">
            <a:off x="754543" y="1856734"/>
            <a:ext cx="3364916"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9857CC1-71CB-FF3E-78D3-FDB51FCE05AE}"/>
              </a:ext>
            </a:extLst>
          </p:cNvPr>
          <p:cNvSpPr/>
          <p:nvPr/>
        </p:nvSpPr>
        <p:spPr>
          <a:xfrm>
            <a:off x="754543" y="1298649"/>
            <a:ext cx="3353855"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1657DD"/>
                </a:solidFill>
                <a:latin typeface="Arial"/>
              </a:rPr>
              <a:t>Assumptions</a:t>
            </a:r>
          </a:p>
        </p:txBody>
      </p:sp>
      <p:sp>
        <p:nvSpPr>
          <p:cNvPr id="42" name="Rectangle 41">
            <a:extLst>
              <a:ext uri="{FF2B5EF4-FFF2-40B4-BE49-F238E27FC236}">
                <a16:creationId xmlns:a16="http://schemas.microsoft.com/office/drawing/2014/main" id="{00259604-7024-41F9-B220-01D4E6756B33}"/>
              </a:ext>
            </a:extLst>
          </p:cNvPr>
          <p:cNvSpPr/>
          <p:nvPr/>
        </p:nvSpPr>
        <p:spPr>
          <a:xfrm>
            <a:off x="2478212" y="186125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+60</a:t>
            </a:r>
          </a:p>
          <a:p>
            <a:pPr defTabSz="1235630" fontAlgn="auto">
              <a:spcBef>
                <a:spcPts val="0"/>
              </a:spcBef>
              <a:spcAft>
                <a:spcPts val="0"/>
              </a:spcAft>
            </a:pPr>
            <a:r>
              <a:rPr lang="it-IT" sz="1455">
                <a:solidFill>
                  <a:srgbClr val="1657DD"/>
                </a:solidFill>
                <a:latin typeface="Arial"/>
              </a:rPr>
              <a:t>New Members</a:t>
            </a:r>
          </a:p>
          <a:p>
            <a:pPr defTabSz="1235630" fontAlgn="auto">
              <a:spcBef>
                <a:spcPts val="0"/>
              </a:spcBef>
              <a:spcAft>
                <a:spcPts val="0"/>
              </a:spcAft>
            </a:pPr>
            <a:r>
              <a:rPr lang="it-IT" sz="1455">
                <a:solidFill>
                  <a:srgbClr val="1657DD"/>
                </a:solidFill>
                <a:latin typeface="Arial"/>
              </a:rPr>
              <a:t>per year</a:t>
            </a:r>
          </a:p>
        </p:txBody>
      </p:sp>
      <p:sp>
        <p:nvSpPr>
          <p:cNvPr id="44" name="Rectangle 43">
            <a:extLst>
              <a:ext uri="{FF2B5EF4-FFF2-40B4-BE49-F238E27FC236}">
                <a16:creationId xmlns:a16="http://schemas.microsoft.com/office/drawing/2014/main" id="{995FB67A-C9C0-5F41-A5BA-A3CE77A8BAD3}"/>
              </a:ext>
            </a:extLst>
          </p:cNvPr>
          <p:cNvSpPr/>
          <p:nvPr/>
        </p:nvSpPr>
        <p:spPr>
          <a:xfrm>
            <a:off x="754543" y="3035398"/>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+10</a:t>
            </a:r>
          </a:p>
          <a:p>
            <a:pPr defTabSz="1235630" fontAlgn="auto">
              <a:spcBef>
                <a:spcPts val="0"/>
              </a:spcBef>
              <a:spcAft>
                <a:spcPts val="0"/>
              </a:spcAft>
            </a:pPr>
            <a:r>
              <a:rPr lang="it-IT" sz="1455">
                <a:solidFill>
                  <a:srgbClr val="1657DD"/>
                </a:solidFill>
                <a:latin typeface="Arial"/>
              </a:rPr>
              <a:t>Incremental US</a:t>
            </a:r>
          </a:p>
          <a:p>
            <a:pPr defTabSz="1235630" fontAlgn="auto">
              <a:spcBef>
                <a:spcPts val="0"/>
              </a:spcBef>
              <a:spcAft>
                <a:spcPts val="0"/>
              </a:spcAft>
            </a:pPr>
            <a:r>
              <a:rPr lang="it-IT" sz="1455">
                <a:solidFill>
                  <a:srgbClr val="1657DD"/>
                </a:solidFill>
                <a:latin typeface="Arial"/>
              </a:rPr>
              <a:t>New Members</a:t>
            </a:r>
          </a:p>
        </p:txBody>
      </p:sp>
      <p:sp>
        <p:nvSpPr>
          <p:cNvPr id="48" name="Rectangle 47">
            <a:extLst>
              <a:ext uri="{FF2B5EF4-FFF2-40B4-BE49-F238E27FC236}">
                <a16:creationId xmlns:a16="http://schemas.microsoft.com/office/drawing/2014/main" id="{1B7C89E4-D58C-891C-91D8-EEDBB126DE88}"/>
              </a:ext>
            </a:extLst>
          </p:cNvPr>
          <p:cNvSpPr/>
          <p:nvPr/>
        </p:nvSpPr>
        <p:spPr>
          <a:xfrm>
            <a:off x="2478212" y="3035398"/>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+30</a:t>
            </a:r>
          </a:p>
          <a:p>
            <a:pPr defTabSz="1235630" fontAlgn="auto">
              <a:spcBef>
                <a:spcPts val="0"/>
              </a:spcBef>
              <a:spcAft>
                <a:spcPts val="0"/>
              </a:spcAft>
            </a:pPr>
            <a:r>
              <a:rPr lang="it-IT" sz="1455">
                <a:solidFill>
                  <a:srgbClr val="1657DD"/>
                </a:solidFill>
                <a:latin typeface="Arial"/>
              </a:rPr>
              <a:t>US</a:t>
            </a:r>
          </a:p>
          <a:p>
            <a:pPr defTabSz="1235630" fontAlgn="auto">
              <a:spcBef>
                <a:spcPts val="0"/>
              </a:spcBef>
              <a:spcAft>
                <a:spcPts val="0"/>
              </a:spcAft>
            </a:pPr>
            <a:r>
              <a:rPr lang="it-IT" sz="1455">
                <a:solidFill>
                  <a:srgbClr val="1657DD"/>
                </a:solidFill>
                <a:latin typeface="Arial"/>
              </a:rPr>
              <a:t>New Members</a:t>
            </a:r>
          </a:p>
        </p:txBody>
      </p:sp>
      <p:sp>
        <p:nvSpPr>
          <p:cNvPr id="49" name="Rectangle 48">
            <a:extLst>
              <a:ext uri="{FF2B5EF4-FFF2-40B4-BE49-F238E27FC236}">
                <a16:creationId xmlns:a16="http://schemas.microsoft.com/office/drawing/2014/main" id="{76E2F4DE-8214-8DDC-ED7E-5084A6AE583C}"/>
              </a:ext>
            </a:extLst>
          </p:cNvPr>
          <p:cNvSpPr/>
          <p:nvPr/>
        </p:nvSpPr>
        <p:spPr>
          <a:xfrm>
            <a:off x="2467151" y="538530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+6</a:t>
            </a:r>
          </a:p>
          <a:p>
            <a:pPr defTabSz="1235630" fontAlgn="auto">
              <a:spcBef>
                <a:spcPts val="0"/>
              </a:spcBef>
              <a:spcAft>
                <a:spcPts val="0"/>
              </a:spcAft>
            </a:pPr>
            <a:r>
              <a:rPr lang="it-IT" sz="1455">
                <a:solidFill>
                  <a:srgbClr val="1657DD"/>
                </a:solidFill>
                <a:latin typeface="Arial"/>
              </a:rPr>
              <a:t>Canada</a:t>
            </a:r>
          </a:p>
          <a:p>
            <a:pPr defTabSz="1235630" fontAlgn="auto">
              <a:spcBef>
                <a:spcPts val="0"/>
              </a:spcBef>
              <a:spcAft>
                <a:spcPts val="0"/>
              </a:spcAft>
            </a:pPr>
            <a:r>
              <a:rPr lang="it-IT" sz="1455">
                <a:solidFill>
                  <a:srgbClr val="1657DD"/>
                </a:solidFill>
                <a:latin typeface="Arial"/>
              </a:rPr>
              <a:t>New Members</a:t>
            </a:r>
          </a:p>
        </p:txBody>
      </p:sp>
      <p:sp>
        <p:nvSpPr>
          <p:cNvPr id="50" name="Rectangle 49">
            <a:extLst>
              <a:ext uri="{FF2B5EF4-FFF2-40B4-BE49-F238E27FC236}">
                <a16:creationId xmlns:a16="http://schemas.microsoft.com/office/drawing/2014/main" id="{F21EEE74-9346-F517-A0F1-76F093250914}"/>
              </a:ext>
            </a:extLst>
          </p:cNvPr>
          <p:cNvSpPr/>
          <p:nvPr/>
        </p:nvSpPr>
        <p:spPr>
          <a:xfrm>
            <a:off x="754543" y="538530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+2</a:t>
            </a:r>
          </a:p>
          <a:p>
            <a:pPr defTabSz="1235630" fontAlgn="auto">
              <a:spcBef>
                <a:spcPts val="0"/>
              </a:spcBef>
              <a:spcAft>
                <a:spcPts val="0"/>
              </a:spcAft>
            </a:pPr>
            <a:r>
              <a:rPr lang="it-IT" sz="1455">
                <a:solidFill>
                  <a:srgbClr val="1657DD"/>
                </a:solidFill>
                <a:latin typeface="Arial"/>
              </a:rPr>
              <a:t>Incremental CAN</a:t>
            </a:r>
          </a:p>
          <a:p>
            <a:pPr defTabSz="1235630" fontAlgn="auto">
              <a:spcBef>
                <a:spcPts val="0"/>
              </a:spcBef>
              <a:spcAft>
                <a:spcPts val="0"/>
              </a:spcAft>
            </a:pPr>
            <a:r>
              <a:rPr lang="it-IT" sz="1455">
                <a:solidFill>
                  <a:srgbClr val="1657DD"/>
                </a:solidFill>
                <a:latin typeface="Arial"/>
              </a:rPr>
              <a:t>New Members</a:t>
            </a:r>
          </a:p>
        </p:txBody>
      </p:sp>
      <p:sp>
        <p:nvSpPr>
          <p:cNvPr id="52" name="Rectangle 51">
            <a:extLst>
              <a:ext uri="{FF2B5EF4-FFF2-40B4-BE49-F238E27FC236}">
                <a16:creationId xmlns:a16="http://schemas.microsoft.com/office/drawing/2014/main" id="{C458B8ED-5C20-2BB9-DB8A-E4FF60D36681}"/>
              </a:ext>
            </a:extLst>
          </p:cNvPr>
          <p:cNvSpPr/>
          <p:nvPr/>
        </p:nvSpPr>
        <p:spPr>
          <a:xfrm>
            <a:off x="2467151" y="4210350"/>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+24</a:t>
            </a:r>
          </a:p>
          <a:p>
            <a:pPr defTabSz="1235630" fontAlgn="auto">
              <a:spcBef>
                <a:spcPts val="0"/>
              </a:spcBef>
              <a:spcAft>
                <a:spcPts val="0"/>
              </a:spcAft>
            </a:pPr>
            <a:r>
              <a:rPr lang="it-IT" sz="1455">
                <a:solidFill>
                  <a:srgbClr val="1657DD"/>
                </a:solidFill>
                <a:latin typeface="Arial"/>
              </a:rPr>
              <a:t>EEA</a:t>
            </a:r>
          </a:p>
          <a:p>
            <a:pPr defTabSz="1235630" fontAlgn="auto">
              <a:spcBef>
                <a:spcPts val="0"/>
              </a:spcBef>
              <a:spcAft>
                <a:spcPts val="0"/>
              </a:spcAft>
            </a:pPr>
            <a:r>
              <a:rPr lang="it-IT" sz="1455">
                <a:solidFill>
                  <a:srgbClr val="1657DD"/>
                </a:solidFill>
                <a:latin typeface="Arial"/>
              </a:rPr>
              <a:t>New Members</a:t>
            </a:r>
          </a:p>
        </p:txBody>
      </p:sp>
      <p:sp>
        <p:nvSpPr>
          <p:cNvPr id="53" name="Rectangle 52">
            <a:extLst>
              <a:ext uri="{FF2B5EF4-FFF2-40B4-BE49-F238E27FC236}">
                <a16:creationId xmlns:a16="http://schemas.microsoft.com/office/drawing/2014/main" id="{D6697D5E-194D-7C43-8B74-D41EDB6A3621}"/>
              </a:ext>
            </a:extLst>
          </p:cNvPr>
          <p:cNvSpPr/>
          <p:nvPr/>
        </p:nvSpPr>
        <p:spPr>
          <a:xfrm>
            <a:off x="754543" y="4210350"/>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+8</a:t>
            </a:r>
          </a:p>
          <a:p>
            <a:pPr defTabSz="1235630" fontAlgn="auto">
              <a:spcBef>
                <a:spcPts val="0"/>
              </a:spcBef>
              <a:spcAft>
                <a:spcPts val="0"/>
              </a:spcAft>
            </a:pPr>
            <a:r>
              <a:rPr lang="it-IT" sz="1455">
                <a:solidFill>
                  <a:srgbClr val="1657DD"/>
                </a:solidFill>
                <a:latin typeface="Arial"/>
              </a:rPr>
              <a:t>Incremental EEA</a:t>
            </a:r>
          </a:p>
          <a:p>
            <a:pPr defTabSz="1235630" fontAlgn="auto">
              <a:spcBef>
                <a:spcPts val="0"/>
              </a:spcBef>
              <a:spcAft>
                <a:spcPts val="0"/>
              </a:spcAft>
            </a:pPr>
            <a:r>
              <a:rPr lang="it-IT" sz="1455">
                <a:solidFill>
                  <a:srgbClr val="1657DD"/>
                </a:solidFill>
                <a:latin typeface="Arial"/>
              </a:rPr>
              <a:t>New Members</a:t>
            </a:r>
          </a:p>
        </p:txBody>
      </p:sp>
      <p:sp>
        <p:nvSpPr>
          <p:cNvPr id="6" name="Isosceles Triangle 5">
            <a:extLst>
              <a:ext uri="{FF2B5EF4-FFF2-40B4-BE49-F238E27FC236}">
                <a16:creationId xmlns:a16="http://schemas.microsoft.com/office/drawing/2014/main" id="{74A3B031-0494-627E-ED7C-3883ABD17B3A}"/>
              </a:ext>
            </a:extLst>
          </p:cNvPr>
          <p:cNvSpPr/>
          <p:nvPr/>
        </p:nvSpPr>
        <p:spPr>
          <a:xfrm rot="5400000">
            <a:off x="2126027" y="2403374"/>
            <a:ext cx="783201" cy="143199"/>
          </a:xfrm>
          <a:prstGeom prst="triangle">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000000"/>
              </a:solidFill>
              <a:latin typeface="Arial"/>
            </a:endParaRPr>
          </a:p>
        </p:txBody>
      </p:sp>
      <p:sp>
        <p:nvSpPr>
          <p:cNvPr id="8" name="Isosceles Triangle 7">
            <a:extLst>
              <a:ext uri="{FF2B5EF4-FFF2-40B4-BE49-F238E27FC236}">
                <a16:creationId xmlns:a16="http://schemas.microsoft.com/office/drawing/2014/main" id="{87D9790C-80E7-F55F-656F-27F333BBCE5B}"/>
              </a:ext>
            </a:extLst>
          </p:cNvPr>
          <p:cNvSpPr/>
          <p:nvPr/>
        </p:nvSpPr>
        <p:spPr>
          <a:xfrm rot="5400000">
            <a:off x="2126027" y="3577521"/>
            <a:ext cx="783201" cy="143199"/>
          </a:xfrm>
          <a:prstGeom prst="triangle">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000000"/>
              </a:solidFill>
              <a:latin typeface="Arial"/>
            </a:endParaRPr>
          </a:p>
        </p:txBody>
      </p:sp>
      <p:sp>
        <p:nvSpPr>
          <p:cNvPr id="9" name="Isosceles Triangle 8">
            <a:extLst>
              <a:ext uri="{FF2B5EF4-FFF2-40B4-BE49-F238E27FC236}">
                <a16:creationId xmlns:a16="http://schemas.microsoft.com/office/drawing/2014/main" id="{4B01E5EC-0C8F-5D62-159B-B0FF1EE8A5F5}"/>
              </a:ext>
            </a:extLst>
          </p:cNvPr>
          <p:cNvSpPr/>
          <p:nvPr/>
        </p:nvSpPr>
        <p:spPr>
          <a:xfrm rot="5400000">
            <a:off x="2126027" y="4752473"/>
            <a:ext cx="783201" cy="143199"/>
          </a:xfrm>
          <a:prstGeom prst="triangle">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000000"/>
              </a:solidFill>
              <a:latin typeface="Arial"/>
            </a:endParaRPr>
          </a:p>
        </p:txBody>
      </p:sp>
      <p:sp>
        <p:nvSpPr>
          <p:cNvPr id="10" name="Isosceles Triangle 9">
            <a:extLst>
              <a:ext uri="{FF2B5EF4-FFF2-40B4-BE49-F238E27FC236}">
                <a16:creationId xmlns:a16="http://schemas.microsoft.com/office/drawing/2014/main" id="{41EE6581-33E4-3957-FA64-636DD46BBFC7}"/>
              </a:ext>
            </a:extLst>
          </p:cNvPr>
          <p:cNvSpPr/>
          <p:nvPr/>
        </p:nvSpPr>
        <p:spPr>
          <a:xfrm rot="5400000">
            <a:off x="2126027" y="5927424"/>
            <a:ext cx="783201" cy="143199"/>
          </a:xfrm>
          <a:prstGeom prst="triangle">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000000"/>
              </a:solidFill>
              <a:latin typeface="Arial"/>
            </a:endParaRPr>
          </a:p>
        </p:txBody>
      </p:sp>
    </p:spTree>
    <p:custDataLst>
      <p:tags r:id="rId1"/>
    </p:custDataLst>
    <p:extLst>
      <p:ext uri="{BB962C8B-B14F-4D97-AF65-F5344CB8AC3E}">
        <p14:creationId xmlns:p14="http://schemas.microsoft.com/office/powerpoint/2010/main" val="25850187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70EB8-45A0-E060-3971-8A6891757726}"/>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12901433-E939-430F-879E-2ECD200117C1}"/>
              </a:ext>
            </a:extLst>
          </p:cNvPr>
          <p:cNvGraphicFramePr>
            <a:graphicFrameLocks/>
          </p:cNvGraphicFramePr>
          <p:nvPr/>
        </p:nvGraphicFramePr>
        <p:xfrm>
          <a:off x="4519062" y="1845185"/>
          <a:ext cx="8572178" cy="4940131"/>
        </p:xfrm>
        <a:graphic>
          <a:graphicData uri="http://schemas.openxmlformats.org/drawingml/2006/chart">
            <c:chart xmlns:c="http://schemas.openxmlformats.org/drawingml/2006/chart" xmlns:r="http://schemas.openxmlformats.org/officeDocument/2006/relationships" r:id="rId7"/>
          </a:graphicData>
        </a:graphic>
      </p:graphicFrame>
      <p:sp>
        <p:nvSpPr>
          <p:cNvPr id="37" name="Rectangle 36">
            <a:extLst>
              <a:ext uri="{FF2B5EF4-FFF2-40B4-BE49-F238E27FC236}">
                <a16:creationId xmlns:a16="http://schemas.microsoft.com/office/drawing/2014/main" id="{0BD3FF65-121F-36C3-A8CF-C615B2BF80DF}"/>
              </a:ext>
            </a:extLst>
          </p:cNvPr>
          <p:cNvSpPr/>
          <p:nvPr/>
        </p:nvSpPr>
        <p:spPr>
          <a:xfrm>
            <a:off x="754543" y="186125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8%</a:t>
            </a:r>
          </a:p>
          <a:p>
            <a:pPr defTabSz="1235630" fontAlgn="auto">
              <a:spcBef>
                <a:spcPts val="0"/>
              </a:spcBef>
              <a:spcAft>
                <a:spcPts val="0"/>
              </a:spcAft>
            </a:pPr>
            <a:r>
              <a:rPr lang="it-IT" sz="1455">
                <a:solidFill>
                  <a:srgbClr val="1657DD"/>
                </a:solidFill>
                <a:latin typeface="Arial"/>
              </a:rPr>
              <a:t>Risk exchange</a:t>
            </a:r>
          </a:p>
          <a:p>
            <a:pPr defTabSz="1235630" fontAlgn="auto">
              <a:spcBef>
                <a:spcPts val="0"/>
              </a:spcBef>
              <a:spcAft>
                <a:spcPts val="0"/>
              </a:spcAft>
            </a:pPr>
            <a:r>
              <a:rPr lang="it-IT" sz="1455">
                <a:solidFill>
                  <a:srgbClr val="1657DD"/>
                </a:solidFill>
                <a:latin typeface="Arial"/>
              </a:rPr>
              <a:t>fee</a:t>
            </a:r>
          </a:p>
        </p:txBody>
      </p:sp>
      <p:sp>
        <p:nvSpPr>
          <p:cNvPr id="14" name="Text Placeholder 13">
            <a:extLst>
              <a:ext uri="{FF2B5EF4-FFF2-40B4-BE49-F238E27FC236}">
                <a16:creationId xmlns:a16="http://schemas.microsoft.com/office/drawing/2014/main" id="{ECC146C5-D86F-8A72-1454-21D2459766D0}"/>
              </a:ext>
            </a:extLst>
          </p:cNvPr>
          <p:cNvSpPr>
            <a:spLocks noGrp="1"/>
          </p:cNvSpPr>
          <p:nvPr>
            <p:ph type="body" sz="quarter" idx="4294967295"/>
            <p:custDataLst>
              <p:tags r:id="rId2"/>
            </p:custDataLst>
          </p:nvPr>
        </p:nvSpPr>
        <p:spPr>
          <a:xfrm>
            <a:off x="12679313" y="7484902"/>
            <a:ext cx="419323" cy="149304"/>
          </a:xfrm>
        </p:spPr>
        <p:txBody>
          <a:bodyPr>
            <a:normAutofit fontScale="25000" lnSpcReduction="20000"/>
          </a:bodyPr>
          <a:lstStyle/>
          <a:p>
            <a:r>
              <a:rPr lang="en-US"/>
              <a:t>1</a:t>
            </a:r>
          </a:p>
        </p:txBody>
      </p:sp>
      <p:sp>
        <p:nvSpPr>
          <p:cNvPr id="15" name="Title 10">
            <a:extLst>
              <a:ext uri="{FF2B5EF4-FFF2-40B4-BE49-F238E27FC236}">
                <a16:creationId xmlns:a16="http://schemas.microsoft.com/office/drawing/2014/main" id="{EA1C4990-DAF1-7862-6703-96B3D32AEC52}"/>
              </a:ext>
            </a:extLst>
          </p:cNvPr>
          <p:cNvSpPr>
            <a:spLocks noGrp="1"/>
          </p:cNvSpPr>
          <p:nvPr>
            <p:ph type="title"/>
            <p:custDataLst>
              <p:tags r:id="rId3"/>
            </p:custDataLst>
          </p:nvPr>
        </p:nvSpPr>
        <p:spPr>
          <a:xfrm>
            <a:off x="754558" y="437026"/>
            <a:ext cx="12310226" cy="383567"/>
          </a:xfrm>
        </p:spPr>
        <p:txBody>
          <a:bodyPr>
            <a:normAutofit/>
          </a:bodyPr>
          <a:lstStyle/>
          <a:p>
            <a:r>
              <a:rPr lang="en-US"/>
              <a:t>Audacious Aspiration – Accelerant Basic</a:t>
            </a:r>
          </a:p>
        </p:txBody>
      </p:sp>
      <p:sp>
        <p:nvSpPr>
          <p:cNvPr id="7" name="Content Placeholder 8">
            <a:extLst>
              <a:ext uri="{FF2B5EF4-FFF2-40B4-BE49-F238E27FC236}">
                <a16:creationId xmlns:a16="http://schemas.microsoft.com/office/drawing/2014/main" id="{7D4BBD0E-6668-17B8-D431-BEB3EB120C6E}"/>
              </a:ext>
            </a:extLst>
          </p:cNvPr>
          <p:cNvSpPr txBox="1">
            <a:spLocks/>
          </p:cNvSpPr>
          <p:nvPr>
            <p:custDataLst>
              <p:tags r:id="rId4"/>
            </p:custDataLst>
          </p:nvPr>
        </p:nvSpPr>
        <p:spPr>
          <a:xfrm>
            <a:off x="6730932" y="7490290"/>
            <a:ext cx="5810220" cy="149272"/>
          </a:xfrm>
          <a:prstGeom prst="rect">
            <a:avLst/>
          </a:prstGeom>
        </p:spPr>
        <p:txBody>
          <a:bodyPr vert="horz" wrap="square" lIns="0" tIns="0" rIns="0" bIns="0" rtlCol="0" anchor="t" anchorCtr="0">
            <a:spAutoFit/>
          </a:bodyPr>
          <a:lstStyle>
            <a:lvl1pPr marL="0" indent="0" algn="r" defTabSz="752833" rtl="0" eaLnBrk="1" latinLnBrk="0" hangingPunct="1">
              <a:spcBef>
                <a:spcPts val="0"/>
              </a:spcBef>
              <a:spcAft>
                <a:spcPts val="329"/>
              </a:spcAft>
              <a:buClr>
                <a:schemeClr val="tx2"/>
              </a:buClr>
              <a:buSzPct val="115000"/>
              <a:buFont typeface="Arial" panose="020B0604020202020204" pitchFamily="34" charset="0"/>
              <a:buNone/>
              <a:defRPr sz="800" kern="1200" cap="all" baseline="0">
                <a:solidFill>
                  <a:schemeClr val="bg1"/>
                </a:solidFill>
                <a:latin typeface="Nunito" pitchFamily="2" charset="0"/>
                <a:ea typeface="+mn-ea"/>
                <a:cs typeface="Arial" panose="020B0604020202020204" pitchFamily="34" charset="0"/>
              </a:defRPr>
            </a:lvl1pPr>
            <a:lvl2pPr marL="193481" indent="-94126"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2pPr>
            <a:lvl3pPr marL="287607" indent="-94126" algn="l" defTabSz="752833" rtl="0" eaLnBrk="1" latinLnBrk="0" hangingPunct="1">
              <a:spcBef>
                <a:spcPts val="0"/>
              </a:spcBef>
              <a:spcAft>
                <a:spcPts val="329"/>
              </a:spcAft>
              <a:buClr>
                <a:schemeClr val="tx2"/>
              </a:buClr>
              <a:buFont typeface="Courier New" panose="02070309020205020404" pitchFamily="49" charset="0"/>
              <a:buChar char="o"/>
              <a:defRPr sz="800" kern="1200" baseline="0">
                <a:solidFill>
                  <a:schemeClr val="tx1"/>
                </a:solidFill>
                <a:latin typeface="+mn-lt"/>
                <a:ea typeface="+mn-ea"/>
                <a:cs typeface="Arial" panose="020B0604020202020204" pitchFamily="34" charset="0"/>
              </a:defRPr>
            </a:lvl3pPr>
            <a:lvl4pPr marL="375197" indent="-91511"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4pPr>
            <a:lvl5pPr marL="468016" indent="0" algn="l" defTabSz="839257" rtl="0" eaLnBrk="1" latinLnBrk="0" hangingPunct="1">
              <a:spcBef>
                <a:spcPts val="0"/>
              </a:spcBef>
              <a:spcAft>
                <a:spcPts val="329"/>
              </a:spcAft>
              <a:buClr>
                <a:schemeClr val="tx2"/>
              </a:buClr>
              <a:buSzPct val="115000"/>
              <a:buFont typeface="Arial" panose="020B0604020202020204" pitchFamily="34" charset="0"/>
              <a:buNone/>
              <a:defRPr sz="659" kern="1200">
                <a:solidFill>
                  <a:schemeClr val="tx1"/>
                </a:solidFill>
                <a:latin typeface="Arial" panose="020B0604020202020204" pitchFamily="34" charset="0"/>
                <a:ea typeface="+mn-ea"/>
                <a:cs typeface="Arial" panose="020B0604020202020204" pitchFamily="34" charset="0"/>
              </a:defRPr>
            </a:lvl5pPr>
            <a:lvl6pPr marL="460172" indent="-83668" algn="l" defTabSz="752833" rtl="0" eaLnBrk="1" latinLnBrk="0" hangingPunct="1">
              <a:spcBef>
                <a:spcPct val="20000"/>
              </a:spcBef>
              <a:buFont typeface="Arial" panose="020B0604020202020204" pitchFamily="34" charset="0"/>
              <a:buChar char="–"/>
              <a:defRPr sz="659" kern="1200">
                <a:solidFill>
                  <a:schemeClr val="tx1"/>
                </a:solidFill>
                <a:latin typeface="+mn-lt"/>
                <a:ea typeface="+mn-ea"/>
                <a:cs typeface="+mn-cs"/>
              </a:defRPr>
            </a:lvl6pPr>
            <a:lvl7pPr marL="2446705"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7pPr>
            <a:lvl8pPr marL="2823123"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8pPr>
            <a:lvl9pPr marL="3199537"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9pPr>
          </a:lstStyle>
          <a:p>
            <a:pPr defTabSz="913036" fontAlgn="auto">
              <a:spcAft>
                <a:spcPts val="399"/>
              </a:spcAft>
              <a:buClr>
                <a:srgbClr val="1400F4"/>
              </a:buClr>
              <a:defRPr/>
            </a:pPr>
            <a:endParaRPr lang="en-US" sz="970">
              <a:solidFill>
                <a:srgbClr val="FFFFFF"/>
              </a:solidFill>
            </a:endParaRPr>
          </a:p>
        </p:txBody>
      </p:sp>
      <p:sp>
        <p:nvSpPr>
          <p:cNvPr id="36" name="Slide Number Placeholder 35">
            <a:extLst>
              <a:ext uri="{FF2B5EF4-FFF2-40B4-BE49-F238E27FC236}">
                <a16:creationId xmlns:a16="http://schemas.microsoft.com/office/drawing/2014/main" id="{971E693E-FFD5-2E37-2731-18792F6AAD6E}"/>
              </a:ext>
            </a:extLst>
          </p:cNvPr>
          <p:cNvSpPr>
            <a:spLocks noGrp="1"/>
          </p:cNvSpPr>
          <p:nvPr>
            <p:ph type="sldNum" sz="quarter" idx="4"/>
          </p:nvPr>
        </p:nvSpPr>
        <p:spPr/>
        <p:txBody>
          <a:bodyPr/>
          <a:lstStyle/>
          <a:p>
            <a:pPr algn="r" defTabSz="913036" fontAlgn="auto">
              <a:spcBef>
                <a:spcPts val="0"/>
              </a:spcBef>
              <a:spcAft>
                <a:spcPts val="399"/>
              </a:spcAft>
              <a:buClr>
                <a:srgbClr val="1240BC"/>
              </a:buClr>
              <a:buSzPct val="115000"/>
            </a:pPr>
            <a:fld id="{D6B5243D-B653-4000-BC65-0C10E5412800}" type="slidenum">
              <a:rPr lang="en-US" sz="2426">
                <a:solidFill>
                  <a:srgbClr val="03B1C8"/>
                </a:solidFill>
                <a:ea typeface="+mn-ea"/>
              </a:rPr>
              <a:pPr algn="r" defTabSz="913036" fontAlgn="auto">
                <a:spcBef>
                  <a:spcPts val="0"/>
                </a:spcBef>
                <a:spcAft>
                  <a:spcPts val="399"/>
                </a:spcAft>
                <a:buClr>
                  <a:srgbClr val="1240BC"/>
                </a:buClr>
                <a:buSzPct val="115000"/>
              </a:pPr>
              <a:t>53</a:t>
            </a:fld>
            <a:endParaRPr lang="en-US" sz="2426">
              <a:solidFill>
                <a:srgbClr val="03B1C8"/>
              </a:solidFill>
              <a:ea typeface="+mn-ea"/>
            </a:endParaRPr>
          </a:p>
        </p:txBody>
      </p:sp>
      <p:cxnSp>
        <p:nvCxnSpPr>
          <p:cNvPr id="5" name="Straight Connector 4">
            <a:extLst>
              <a:ext uri="{FF2B5EF4-FFF2-40B4-BE49-F238E27FC236}">
                <a16:creationId xmlns:a16="http://schemas.microsoft.com/office/drawing/2014/main" id="{4C365891-5331-F406-FE13-F66902C932E5}"/>
              </a:ext>
            </a:extLst>
          </p:cNvPr>
          <p:cNvCxnSpPr>
            <a:cxnSpLocks/>
          </p:cNvCxnSpPr>
          <p:nvPr/>
        </p:nvCxnSpPr>
        <p:spPr>
          <a:xfrm flipV="1">
            <a:off x="4514442" y="1856735"/>
            <a:ext cx="8576798" cy="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B3E0893-CCB9-99CF-1005-FA70EDBD3EFD}"/>
              </a:ext>
            </a:extLst>
          </p:cNvPr>
          <p:cNvSpPr txBox="1"/>
          <p:nvPr/>
        </p:nvSpPr>
        <p:spPr>
          <a:xfrm>
            <a:off x="3849113" y="6567107"/>
            <a:ext cx="905170" cy="44781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defTabSz="1235630" fontAlgn="auto">
              <a:spcBef>
                <a:spcPts val="485"/>
              </a:spcBef>
              <a:spcAft>
                <a:spcPts val="0"/>
              </a:spcAft>
            </a:pPr>
            <a:r>
              <a:rPr lang="en-US" sz="1455" i="1">
                <a:solidFill>
                  <a:srgbClr val="000000"/>
                </a:solidFill>
                <a:latin typeface="Arial"/>
              </a:rPr>
              <a:t># of Members</a:t>
            </a:r>
          </a:p>
        </p:txBody>
      </p:sp>
      <p:graphicFrame>
        <p:nvGraphicFramePr>
          <p:cNvPr id="27" name="Table 26">
            <a:extLst>
              <a:ext uri="{FF2B5EF4-FFF2-40B4-BE49-F238E27FC236}">
                <a16:creationId xmlns:a16="http://schemas.microsoft.com/office/drawing/2014/main" id="{2C47670F-2337-9FF0-99A9-98839FA78E87}"/>
              </a:ext>
            </a:extLst>
          </p:cNvPr>
          <p:cNvGraphicFramePr>
            <a:graphicFrameLocks noGrp="1"/>
          </p:cNvGraphicFramePr>
          <p:nvPr/>
        </p:nvGraphicFramePr>
        <p:xfrm>
          <a:off x="4733158" y="6560444"/>
          <a:ext cx="5416392" cy="449741"/>
        </p:xfrm>
        <a:graphic>
          <a:graphicData uri="http://schemas.openxmlformats.org/drawingml/2006/table">
            <a:tbl>
              <a:tblPr firstRow="1" bandRow="1"/>
              <a:tblGrid>
                <a:gridCol w="902732">
                  <a:extLst>
                    <a:ext uri="{9D8B030D-6E8A-4147-A177-3AD203B41FA5}">
                      <a16:colId xmlns:a16="http://schemas.microsoft.com/office/drawing/2014/main" val="351719975"/>
                    </a:ext>
                  </a:extLst>
                </a:gridCol>
                <a:gridCol w="902732">
                  <a:extLst>
                    <a:ext uri="{9D8B030D-6E8A-4147-A177-3AD203B41FA5}">
                      <a16:colId xmlns:a16="http://schemas.microsoft.com/office/drawing/2014/main" val="3782978020"/>
                    </a:ext>
                  </a:extLst>
                </a:gridCol>
                <a:gridCol w="902732">
                  <a:extLst>
                    <a:ext uri="{9D8B030D-6E8A-4147-A177-3AD203B41FA5}">
                      <a16:colId xmlns:a16="http://schemas.microsoft.com/office/drawing/2014/main" val="1647877187"/>
                    </a:ext>
                  </a:extLst>
                </a:gridCol>
                <a:gridCol w="902732">
                  <a:extLst>
                    <a:ext uri="{9D8B030D-6E8A-4147-A177-3AD203B41FA5}">
                      <a16:colId xmlns:a16="http://schemas.microsoft.com/office/drawing/2014/main" val="2302965907"/>
                    </a:ext>
                  </a:extLst>
                </a:gridCol>
                <a:gridCol w="902732">
                  <a:extLst>
                    <a:ext uri="{9D8B030D-6E8A-4147-A177-3AD203B41FA5}">
                      <a16:colId xmlns:a16="http://schemas.microsoft.com/office/drawing/2014/main" val="363860668"/>
                    </a:ext>
                  </a:extLst>
                </a:gridCol>
                <a:gridCol w="902732">
                  <a:extLst>
                    <a:ext uri="{9D8B030D-6E8A-4147-A177-3AD203B41FA5}">
                      <a16:colId xmlns:a16="http://schemas.microsoft.com/office/drawing/2014/main" val="1013675085"/>
                    </a:ext>
                  </a:extLst>
                </a:gridCol>
              </a:tblGrid>
              <a:tr h="449741">
                <a:tc>
                  <a:txBody>
                    <a:bodyPr/>
                    <a:lstStyle/>
                    <a:p>
                      <a:pPr algn="ctr"/>
                      <a:r>
                        <a:rPr lang="en-US" sz="1500" b="0" i="1">
                          <a:solidFill>
                            <a:schemeClr val="tx1"/>
                          </a:solidFill>
                        </a:rPr>
                        <a:t>215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278</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346</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414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484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553</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68050690"/>
                  </a:ext>
                </a:extLst>
              </a:tr>
            </a:tbl>
          </a:graphicData>
        </a:graphic>
      </p:graphicFrame>
      <p:sp>
        <p:nvSpPr>
          <p:cNvPr id="30" name="Rectangle 29">
            <a:extLst>
              <a:ext uri="{FF2B5EF4-FFF2-40B4-BE49-F238E27FC236}">
                <a16:creationId xmlns:a16="http://schemas.microsoft.com/office/drawing/2014/main" id="{39CE3679-9B9E-A38E-EFF6-2BD0B6478556}"/>
              </a:ext>
            </a:extLst>
          </p:cNvPr>
          <p:cNvSpPr/>
          <p:nvPr/>
        </p:nvSpPr>
        <p:spPr>
          <a:xfrm>
            <a:off x="4514442" y="1298649"/>
            <a:ext cx="8548603"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03B1C8"/>
                </a:solidFill>
                <a:latin typeface="Arial"/>
              </a:rPr>
              <a:t>Accelerant Basic</a:t>
            </a:r>
          </a:p>
        </p:txBody>
      </p:sp>
      <p:sp>
        <p:nvSpPr>
          <p:cNvPr id="31" name="TextBox 30">
            <a:extLst>
              <a:ext uri="{FF2B5EF4-FFF2-40B4-BE49-F238E27FC236}">
                <a16:creationId xmlns:a16="http://schemas.microsoft.com/office/drawing/2014/main" id="{8AEA91F3-63E0-42C8-1B5C-0A83AEEDF13E}"/>
              </a:ext>
            </a:extLst>
          </p:cNvPr>
          <p:cNvSpPr txBox="1"/>
          <p:nvPr/>
        </p:nvSpPr>
        <p:spPr>
          <a:xfrm>
            <a:off x="754541" y="836587"/>
            <a:ext cx="12308503" cy="298543"/>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l" defTabSz="1235630" fontAlgn="auto">
              <a:spcBef>
                <a:spcPts val="485"/>
              </a:spcBef>
              <a:spcAft>
                <a:spcPts val="0"/>
              </a:spcAft>
            </a:pPr>
            <a:r>
              <a:rPr lang="en-US" sz="1940" b="1">
                <a:solidFill>
                  <a:srgbClr val="03B1C8"/>
                </a:solidFill>
                <a:latin typeface="Arial"/>
              </a:rPr>
              <a:t>Appetite expansion (via </a:t>
            </a:r>
            <a:r>
              <a:rPr lang="en-US" sz="1940" b="1" u="sng">
                <a:solidFill>
                  <a:srgbClr val="03B1C8"/>
                </a:solidFill>
                <a:latin typeface="Arial"/>
              </a:rPr>
              <a:t>3</a:t>
            </a:r>
            <a:r>
              <a:rPr lang="en-US" sz="1940" b="1" u="sng" baseline="30000">
                <a:solidFill>
                  <a:srgbClr val="03B1C8"/>
                </a:solidFill>
                <a:latin typeface="Arial"/>
              </a:rPr>
              <a:t>rd</a:t>
            </a:r>
            <a:r>
              <a:rPr lang="en-US" sz="1940" b="1" u="sng">
                <a:solidFill>
                  <a:srgbClr val="03B1C8"/>
                </a:solidFill>
                <a:latin typeface="Arial"/>
              </a:rPr>
              <a:t> party paper</a:t>
            </a:r>
            <a:r>
              <a:rPr lang="en-US" sz="1940" b="1">
                <a:solidFill>
                  <a:srgbClr val="03B1C8"/>
                </a:solidFill>
                <a:latin typeface="Arial"/>
              </a:rPr>
              <a:t>) should lead to $3.6B of incremental premium in 2029 </a:t>
            </a:r>
          </a:p>
        </p:txBody>
      </p:sp>
      <p:cxnSp>
        <p:nvCxnSpPr>
          <p:cNvPr id="32" name="Straight Connector 31">
            <a:extLst>
              <a:ext uri="{FF2B5EF4-FFF2-40B4-BE49-F238E27FC236}">
                <a16:creationId xmlns:a16="http://schemas.microsoft.com/office/drawing/2014/main" id="{649BCEB8-A6D9-6CAD-819A-DE427C0458F7}"/>
              </a:ext>
            </a:extLst>
          </p:cNvPr>
          <p:cNvCxnSpPr>
            <a:cxnSpLocks/>
          </p:cNvCxnSpPr>
          <p:nvPr/>
        </p:nvCxnSpPr>
        <p:spPr>
          <a:xfrm flipV="1">
            <a:off x="754543" y="1856734"/>
            <a:ext cx="3364916" cy="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C4660DE6-A916-D12E-CAEE-2D915564FD55}"/>
              </a:ext>
            </a:extLst>
          </p:cNvPr>
          <p:cNvSpPr/>
          <p:nvPr/>
        </p:nvSpPr>
        <p:spPr>
          <a:xfrm>
            <a:off x="754543" y="1298649"/>
            <a:ext cx="3353855"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03B1C8"/>
                </a:solidFill>
                <a:latin typeface="Arial"/>
              </a:rPr>
              <a:t>Assumptions</a:t>
            </a:r>
          </a:p>
        </p:txBody>
      </p:sp>
      <p:sp>
        <p:nvSpPr>
          <p:cNvPr id="42" name="Rectangle 41">
            <a:extLst>
              <a:ext uri="{FF2B5EF4-FFF2-40B4-BE49-F238E27FC236}">
                <a16:creationId xmlns:a16="http://schemas.microsoft.com/office/drawing/2014/main" id="{63F46065-439D-0D09-9B24-A9ED9A3415C2}"/>
              </a:ext>
            </a:extLst>
          </p:cNvPr>
          <p:cNvSpPr/>
          <p:nvPr/>
        </p:nvSpPr>
        <p:spPr>
          <a:xfrm>
            <a:off x="2478212" y="186125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3B1C8"/>
                </a:solidFill>
                <a:latin typeface="Arial"/>
              </a:rPr>
              <a:t>4%</a:t>
            </a:r>
          </a:p>
          <a:p>
            <a:pPr defTabSz="1235630" fontAlgn="auto">
              <a:spcBef>
                <a:spcPts val="0"/>
              </a:spcBef>
              <a:spcAft>
                <a:spcPts val="0"/>
              </a:spcAft>
            </a:pPr>
            <a:r>
              <a:rPr lang="it-IT" sz="1455">
                <a:solidFill>
                  <a:srgbClr val="03B1C8"/>
                </a:solidFill>
                <a:latin typeface="Arial"/>
              </a:rPr>
              <a:t>Risk exchange</a:t>
            </a:r>
          </a:p>
          <a:p>
            <a:pPr defTabSz="1235630" fontAlgn="auto">
              <a:spcBef>
                <a:spcPts val="0"/>
              </a:spcBef>
              <a:spcAft>
                <a:spcPts val="0"/>
              </a:spcAft>
            </a:pPr>
            <a:r>
              <a:rPr lang="it-IT" sz="1455">
                <a:solidFill>
                  <a:srgbClr val="03B1C8"/>
                </a:solidFill>
                <a:latin typeface="Arial"/>
              </a:rPr>
              <a:t>fee</a:t>
            </a:r>
          </a:p>
        </p:txBody>
      </p:sp>
      <p:sp>
        <p:nvSpPr>
          <p:cNvPr id="44" name="Rectangle 43">
            <a:extLst>
              <a:ext uri="{FF2B5EF4-FFF2-40B4-BE49-F238E27FC236}">
                <a16:creationId xmlns:a16="http://schemas.microsoft.com/office/drawing/2014/main" id="{41902219-858F-1281-24F2-FA7B90A2D8A7}"/>
              </a:ext>
            </a:extLst>
          </p:cNvPr>
          <p:cNvSpPr/>
          <p:nvPr/>
        </p:nvSpPr>
        <p:spPr>
          <a:xfrm>
            <a:off x="754543" y="3035398"/>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3B1C8"/>
                </a:solidFill>
                <a:latin typeface="Arial"/>
              </a:rPr>
              <a:t>+8</a:t>
            </a:r>
          </a:p>
          <a:p>
            <a:pPr defTabSz="1235630" fontAlgn="auto">
              <a:spcBef>
                <a:spcPts val="0"/>
              </a:spcBef>
              <a:spcAft>
                <a:spcPts val="0"/>
              </a:spcAft>
            </a:pPr>
            <a:r>
              <a:rPr lang="it-IT" sz="1455">
                <a:solidFill>
                  <a:srgbClr val="03B1C8"/>
                </a:solidFill>
                <a:latin typeface="Arial"/>
              </a:rPr>
              <a:t>New Basic Members per year</a:t>
            </a:r>
          </a:p>
        </p:txBody>
      </p: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FC51307A-58F2-67A0-0FAC-CCB2BAB534D1}"/>
                  </a:ext>
                </a:extLst>
              </p:cNvPr>
              <p:cNvSpPr/>
              <p:nvPr/>
            </p:nvSpPr>
            <p:spPr>
              <a:xfrm>
                <a:off x="2478212" y="3035398"/>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3B1C8"/>
                    </a:solidFill>
                    <a:latin typeface="Arial"/>
                  </a:rPr>
                  <a:t>&gt;</a:t>
                </a:r>
                <a14:m>
                  <m:oMath xmlns:m="http://schemas.openxmlformats.org/officeDocument/2006/math">
                    <m:acc>
                      <m:accPr>
                        <m:chr m:val="̅"/>
                        <m:ctrlPr>
                          <a:rPr lang="en-US" sz="3396" b="1" i="1" dirty="0">
                            <a:solidFill>
                              <a:srgbClr val="03B1C8"/>
                            </a:solidFill>
                            <a:latin typeface="Cambria Math" panose="02040503050406030204" pitchFamily="18" charset="0"/>
                          </a:rPr>
                        </m:ctrlPr>
                      </m:accPr>
                      <m:e>
                        <m:r>
                          <a:rPr lang="en-US" sz="3396" b="1" i="1" dirty="0">
                            <a:solidFill>
                              <a:srgbClr val="03B1C8"/>
                            </a:solidFill>
                            <a:latin typeface="Cambria Math" panose="02040503050406030204" pitchFamily="18" charset="0"/>
                          </a:rPr>
                          <m:t>𝒙</m:t>
                        </m:r>
                      </m:e>
                    </m:acc>
                  </m:oMath>
                </a14:m>
                <a:endParaRPr lang="en-US" sz="3396" b="1">
                  <a:solidFill>
                    <a:srgbClr val="03B1C8"/>
                  </a:solidFill>
                  <a:latin typeface="Arial"/>
                </a:endParaRPr>
              </a:p>
              <a:p>
                <a:pPr defTabSz="1235630" fontAlgn="auto">
                  <a:spcBef>
                    <a:spcPts val="0"/>
                  </a:spcBef>
                  <a:spcAft>
                    <a:spcPts val="0"/>
                  </a:spcAft>
                </a:pPr>
                <a:r>
                  <a:rPr lang="it-IT" sz="1455">
                    <a:solidFill>
                      <a:srgbClr val="03B1C8"/>
                    </a:solidFill>
                    <a:latin typeface="Arial"/>
                  </a:rPr>
                  <a:t>Basic Members larger on average</a:t>
                </a:r>
              </a:p>
            </p:txBody>
          </p:sp>
        </mc:Choice>
        <mc:Fallback xmlns="">
          <p:sp>
            <p:nvSpPr>
              <p:cNvPr id="48" name="Rectangle 47">
                <a:extLst>
                  <a:ext uri="{FF2B5EF4-FFF2-40B4-BE49-F238E27FC236}">
                    <a16:creationId xmlns:a16="http://schemas.microsoft.com/office/drawing/2014/main" id="{FC51307A-58F2-67A0-0FAC-CCB2BAB534D1}"/>
                  </a:ext>
                </a:extLst>
              </p:cNvPr>
              <p:cNvSpPr>
                <a:spLocks noRot="1" noChangeAspect="1" noMove="1" noResize="1" noEditPoints="1" noAdjustHandles="1" noChangeArrowheads="1" noChangeShapeType="1" noTextEdit="1"/>
              </p:cNvSpPr>
              <p:nvPr/>
            </p:nvSpPr>
            <p:spPr>
              <a:xfrm>
                <a:off x="2478212" y="3035398"/>
                <a:ext cx="1641247" cy="1227442"/>
              </a:xfrm>
              <a:prstGeom prst="rect">
                <a:avLst/>
              </a:prstGeom>
              <a:blipFill>
                <a:blip r:embed="rId8"/>
                <a:stretch>
                  <a:fillRect l="-743"/>
                </a:stretch>
              </a:blipFill>
              <a:ln w="190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0E6631CF-4A1E-0104-2E18-4D653D0587A9}"/>
                  </a:ext>
                </a:extLst>
              </p:cNvPr>
              <p:cNvSpPr/>
              <p:nvPr/>
            </p:nvSpPr>
            <p:spPr>
              <a:xfrm>
                <a:off x="754542" y="5321930"/>
                <a:ext cx="3353854"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14:m>
                  <m:oMathPara xmlns:m="http://schemas.openxmlformats.org/officeDocument/2006/math">
                    <m:oMathParaPr>
                      <m:jc m:val="centerGroup"/>
                    </m:oMathParaPr>
                    <m:oMath xmlns:m="http://schemas.openxmlformats.org/officeDocument/2006/math">
                      <m:r>
                        <a:rPr lang="en-US" sz="4366" i="1">
                          <a:solidFill>
                            <a:srgbClr val="03B1C8"/>
                          </a:solidFill>
                          <a:latin typeface="Cambria Math" panose="02040503050406030204" pitchFamily="18" charset="0"/>
                        </a:rPr>
                        <m:t>⊈</m:t>
                      </m:r>
                    </m:oMath>
                  </m:oMathPara>
                </a14:m>
                <a:endParaRPr lang="en-US" sz="4366">
                  <a:solidFill>
                    <a:srgbClr val="03B1C8"/>
                  </a:solidFill>
                  <a:latin typeface="Arial"/>
                </a:endParaRPr>
              </a:p>
              <a:p>
                <a:pPr defTabSz="1235630" fontAlgn="auto">
                  <a:spcBef>
                    <a:spcPts val="0"/>
                  </a:spcBef>
                  <a:spcAft>
                    <a:spcPts val="0"/>
                  </a:spcAft>
                </a:pPr>
                <a:r>
                  <a:rPr lang="it-IT" sz="1455">
                    <a:solidFill>
                      <a:srgbClr val="03B1C8"/>
                    </a:solidFill>
                    <a:latin typeface="Arial"/>
                  </a:rPr>
                  <a:t>Accelerant Basic portfolios likely separated into specific capital sleeves</a:t>
                </a:r>
              </a:p>
            </p:txBody>
          </p:sp>
        </mc:Choice>
        <mc:Fallback xmlns="">
          <p:sp>
            <p:nvSpPr>
              <p:cNvPr id="50" name="Rectangle 49">
                <a:extLst>
                  <a:ext uri="{FF2B5EF4-FFF2-40B4-BE49-F238E27FC236}">
                    <a16:creationId xmlns:a16="http://schemas.microsoft.com/office/drawing/2014/main" id="{0E6631CF-4A1E-0104-2E18-4D653D0587A9}"/>
                  </a:ext>
                </a:extLst>
              </p:cNvPr>
              <p:cNvSpPr>
                <a:spLocks noRot="1" noChangeAspect="1" noMove="1" noResize="1" noEditPoints="1" noAdjustHandles="1" noChangeArrowheads="1" noChangeShapeType="1" noTextEdit="1"/>
              </p:cNvSpPr>
              <p:nvPr/>
            </p:nvSpPr>
            <p:spPr>
              <a:xfrm>
                <a:off x="754542" y="5321930"/>
                <a:ext cx="3353854" cy="1227442"/>
              </a:xfrm>
              <a:prstGeom prst="rect">
                <a:avLst/>
              </a:prstGeom>
              <a:blipFill>
                <a:blip r:embed="rId9"/>
                <a:stretch>
                  <a:fillRect b="-4478"/>
                </a:stretch>
              </a:blipFill>
              <a:ln w="19050">
                <a:noFill/>
              </a:ln>
            </p:spPr>
            <p:txBody>
              <a:bodyPr/>
              <a:lstStyle/>
              <a:p>
                <a:r>
                  <a:rPr lang="en-US">
                    <a:noFill/>
                  </a:rPr>
                  <a:t> </a:t>
                </a:r>
              </a:p>
            </p:txBody>
          </p:sp>
        </mc:Fallback>
      </mc:AlternateContent>
      <p:sp>
        <p:nvSpPr>
          <p:cNvPr id="53" name="Rectangle 52">
            <a:extLst>
              <a:ext uri="{FF2B5EF4-FFF2-40B4-BE49-F238E27FC236}">
                <a16:creationId xmlns:a16="http://schemas.microsoft.com/office/drawing/2014/main" id="{C4F2F24D-0CA2-E4C1-AA81-F6A53513646B}"/>
              </a:ext>
            </a:extLst>
          </p:cNvPr>
          <p:cNvSpPr/>
          <p:nvPr/>
        </p:nvSpPr>
        <p:spPr>
          <a:xfrm>
            <a:off x="754543" y="4210350"/>
            <a:ext cx="3353855"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3B1C8"/>
                </a:solidFill>
                <a:latin typeface="Arial"/>
              </a:rPr>
              <a:t>1 + 1 = 3</a:t>
            </a:r>
          </a:p>
          <a:p>
            <a:pPr defTabSz="1235630" fontAlgn="auto">
              <a:spcBef>
                <a:spcPts val="0"/>
              </a:spcBef>
              <a:spcAft>
                <a:spcPts val="0"/>
              </a:spcAft>
            </a:pPr>
            <a:r>
              <a:rPr lang="it-IT" sz="1455">
                <a:solidFill>
                  <a:srgbClr val="03B1C8"/>
                </a:solidFill>
                <a:latin typeface="Arial"/>
              </a:rPr>
              <a:t>Accelerant Basic products lead to Member gains in other products</a:t>
            </a:r>
          </a:p>
        </p:txBody>
      </p:sp>
      <p:sp>
        <p:nvSpPr>
          <p:cNvPr id="6" name="Isosceles Triangle 5">
            <a:extLst>
              <a:ext uri="{FF2B5EF4-FFF2-40B4-BE49-F238E27FC236}">
                <a16:creationId xmlns:a16="http://schemas.microsoft.com/office/drawing/2014/main" id="{43A16D97-0F5B-F868-5CE0-0C9258EE635A}"/>
              </a:ext>
            </a:extLst>
          </p:cNvPr>
          <p:cNvSpPr/>
          <p:nvPr/>
        </p:nvSpPr>
        <p:spPr>
          <a:xfrm rot="5400000">
            <a:off x="2052094" y="2403374"/>
            <a:ext cx="783201" cy="143199"/>
          </a:xfrm>
          <a:prstGeom prst="triangle">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03B1C8"/>
              </a:solidFill>
              <a:latin typeface="Arial"/>
            </a:endParaRPr>
          </a:p>
        </p:txBody>
      </p:sp>
    </p:spTree>
    <p:custDataLst>
      <p:tags r:id="rId1"/>
    </p:custDataLst>
    <p:extLst>
      <p:ext uri="{BB962C8B-B14F-4D97-AF65-F5344CB8AC3E}">
        <p14:creationId xmlns:p14="http://schemas.microsoft.com/office/powerpoint/2010/main" val="36488800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6364D-2210-0FAE-AF0D-635581F313E4}"/>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73AEEE6-A5F7-48DE-9402-4DE1E94EA99E}"/>
              </a:ext>
            </a:extLst>
          </p:cNvPr>
          <p:cNvGraphicFramePr>
            <a:graphicFrameLocks/>
          </p:cNvGraphicFramePr>
          <p:nvPr/>
        </p:nvGraphicFramePr>
        <p:xfrm>
          <a:off x="4519062" y="1849806"/>
          <a:ext cx="8572178" cy="4944751"/>
        </p:xfrm>
        <a:graphic>
          <a:graphicData uri="http://schemas.openxmlformats.org/drawingml/2006/chart">
            <c:chart xmlns:c="http://schemas.openxmlformats.org/drawingml/2006/chart" xmlns:r="http://schemas.openxmlformats.org/officeDocument/2006/relationships" r:id="rId7"/>
          </a:graphicData>
        </a:graphic>
      </p:graphicFrame>
      <p:sp>
        <p:nvSpPr>
          <p:cNvPr id="37" name="Rectangle 36">
            <a:extLst>
              <a:ext uri="{FF2B5EF4-FFF2-40B4-BE49-F238E27FC236}">
                <a16:creationId xmlns:a16="http://schemas.microsoft.com/office/drawing/2014/main" id="{154A323E-7AFB-4F14-C9F3-E1F200E04A96}"/>
              </a:ext>
            </a:extLst>
          </p:cNvPr>
          <p:cNvSpPr/>
          <p:nvPr/>
        </p:nvSpPr>
        <p:spPr>
          <a:xfrm>
            <a:off x="754543" y="186125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37CDC"/>
                </a:solidFill>
                <a:latin typeface="Arial"/>
              </a:rPr>
              <a:t>+26</a:t>
            </a:r>
          </a:p>
          <a:p>
            <a:pPr defTabSz="1235630" fontAlgn="auto">
              <a:spcBef>
                <a:spcPts val="0"/>
              </a:spcBef>
              <a:spcAft>
                <a:spcPts val="0"/>
              </a:spcAft>
            </a:pPr>
            <a:r>
              <a:rPr lang="en-US" sz="1455">
                <a:solidFill>
                  <a:srgbClr val="137CDC"/>
                </a:solidFill>
                <a:latin typeface="Arial"/>
              </a:rPr>
              <a:t>New captive Members per year</a:t>
            </a:r>
          </a:p>
        </p:txBody>
      </p:sp>
      <p:sp>
        <p:nvSpPr>
          <p:cNvPr id="14" name="Text Placeholder 13">
            <a:extLst>
              <a:ext uri="{FF2B5EF4-FFF2-40B4-BE49-F238E27FC236}">
                <a16:creationId xmlns:a16="http://schemas.microsoft.com/office/drawing/2014/main" id="{92E3E8FE-10F0-8FC4-CCC6-04C85760663D}"/>
              </a:ext>
            </a:extLst>
          </p:cNvPr>
          <p:cNvSpPr>
            <a:spLocks noGrp="1"/>
          </p:cNvSpPr>
          <p:nvPr>
            <p:ph type="body" sz="quarter" idx="4294967295"/>
            <p:custDataLst>
              <p:tags r:id="rId2"/>
            </p:custDataLst>
          </p:nvPr>
        </p:nvSpPr>
        <p:spPr>
          <a:xfrm>
            <a:off x="12679313" y="7484902"/>
            <a:ext cx="419323" cy="149304"/>
          </a:xfrm>
        </p:spPr>
        <p:txBody>
          <a:bodyPr>
            <a:normAutofit fontScale="25000" lnSpcReduction="20000"/>
          </a:bodyPr>
          <a:lstStyle/>
          <a:p>
            <a:r>
              <a:rPr lang="en-US"/>
              <a:t>1</a:t>
            </a:r>
          </a:p>
        </p:txBody>
      </p:sp>
      <p:sp>
        <p:nvSpPr>
          <p:cNvPr id="15" name="Title 10">
            <a:extLst>
              <a:ext uri="{FF2B5EF4-FFF2-40B4-BE49-F238E27FC236}">
                <a16:creationId xmlns:a16="http://schemas.microsoft.com/office/drawing/2014/main" id="{660E5FD4-4194-493D-09C0-16D6A4B730A8}"/>
              </a:ext>
            </a:extLst>
          </p:cNvPr>
          <p:cNvSpPr>
            <a:spLocks noGrp="1"/>
          </p:cNvSpPr>
          <p:nvPr>
            <p:ph type="title"/>
            <p:custDataLst>
              <p:tags r:id="rId3"/>
            </p:custDataLst>
          </p:nvPr>
        </p:nvSpPr>
        <p:spPr>
          <a:xfrm>
            <a:off x="754558" y="437026"/>
            <a:ext cx="12310226" cy="383567"/>
          </a:xfrm>
        </p:spPr>
        <p:txBody>
          <a:bodyPr>
            <a:normAutofit/>
          </a:bodyPr>
          <a:lstStyle/>
          <a:p>
            <a:r>
              <a:rPr lang="en-US"/>
              <a:t>Audacious Aspiration – Captives (via Velox Re)</a:t>
            </a:r>
          </a:p>
        </p:txBody>
      </p:sp>
      <p:sp>
        <p:nvSpPr>
          <p:cNvPr id="7" name="Content Placeholder 8">
            <a:extLst>
              <a:ext uri="{FF2B5EF4-FFF2-40B4-BE49-F238E27FC236}">
                <a16:creationId xmlns:a16="http://schemas.microsoft.com/office/drawing/2014/main" id="{70C40E73-34B1-D581-BD08-BF5CBEEEC60F}"/>
              </a:ext>
            </a:extLst>
          </p:cNvPr>
          <p:cNvSpPr txBox="1">
            <a:spLocks/>
          </p:cNvSpPr>
          <p:nvPr>
            <p:custDataLst>
              <p:tags r:id="rId4"/>
            </p:custDataLst>
          </p:nvPr>
        </p:nvSpPr>
        <p:spPr>
          <a:xfrm>
            <a:off x="6730932" y="7490290"/>
            <a:ext cx="5810220" cy="149272"/>
          </a:xfrm>
          <a:prstGeom prst="rect">
            <a:avLst/>
          </a:prstGeom>
        </p:spPr>
        <p:txBody>
          <a:bodyPr vert="horz" wrap="square" lIns="0" tIns="0" rIns="0" bIns="0" rtlCol="0" anchor="t" anchorCtr="0">
            <a:spAutoFit/>
          </a:bodyPr>
          <a:lstStyle>
            <a:lvl1pPr marL="0" indent="0" algn="r" defTabSz="752833" rtl="0" eaLnBrk="1" latinLnBrk="0" hangingPunct="1">
              <a:spcBef>
                <a:spcPts val="0"/>
              </a:spcBef>
              <a:spcAft>
                <a:spcPts val="329"/>
              </a:spcAft>
              <a:buClr>
                <a:schemeClr val="tx2"/>
              </a:buClr>
              <a:buSzPct val="115000"/>
              <a:buFont typeface="Arial" panose="020B0604020202020204" pitchFamily="34" charset="0"/>
              <a:buNone/>
              <a:defRPr sz="800" kern="1200" cap="all" baseline="0">
                <a:solidFill>
                  <a:schemeClr val="bg1"/>
                </a:solidFill>
                <a:latin typeface="Nunito" pitchFamily="2" charset="0"/>
                <a:ea typeface="+mn-ea"/>
                <a:cs typeface="Arial" panose="020B0604020202020204" pitchFamily="34" charset="0"/>
              </a:defRPr>
            </a:lvl1pPr>
            <a:lvl2pPr marL="193481" indent="-94126"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2pPr>
            <a:lvl3pPr marL="287607" indent="-94126" algn="l" defTabSz="752833" rtl="0" eaLnBrk="1" latinLnBrk="0" hangingPunct="1">
              <a:spcBef>
                <a:spcPts val="0"/>
              </a:spcBef>
              <a:spcAft>
                <a:spcPts val="329"/>
              </a:spcAft>
              <a:buClr>
                <a:schemeClr val="tx2"/>
              </a:buClr>
              <a:buFont typeface="Courier New" panose="02070309020205020404" pitchFamily="49" charset="0"/>
              <a:buChar char="o"/>
              <a:defRPr sz="800" kern="1200" baseline="0">
                <a:solidFill>
                  <a:schemeClr val="tx1"/>
                </a:solidFill>
                <a:latin typeface="+mn-lt"/>
                <a:ea typeface="+mn-ea"/>
                <a:cs typeface="Arial" panose="020B0604020202020204" pitchFamily="34" charset="0"/>
              </a:defRPr>
            </a:lvl3pPr>
            <a:lvl4pPr marL="375197" indent="-91511"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4pPr>
            <a:lvl5pPr marL="468016" indent="0" algn="l" defTabSz="839257" rtl="0" eaLnBrk="1" latinLnBrk="0" hangingPunct="1">
              <a:spcBef>
                <a:spcPts val="0"/>
              </a:spcBef>
              <a:spcAft>
                <a:spcPts val="329"/>
              </a:spcAft>
              <a:buClr>
                <a:schemeClr val="tx2"/>
              </a:buClr>
              <a:buSzPct val="115000"/>
              <a:buFont typeface="Arial" panose="020B0604020202020204" pitchFamily="34" charset="0"/>
              <a:buNone/>
              <a:defRPr sz="659" kern="1200">
                <a:solidFill>
                  <a:schemeClr val="tx1"/>
                </a:solidFill>
                <a:latin typeface="Arial" panose="020B0604020202020204" pitchFamily="34" charset="0"/>
                <a:ea typeface="+mn-ea"/>
                <a:cs typeface="Arial" panose="020B0604020202020204" pitchFamily="34" charset="0"/>
              </a:defRPr>
            </a:lvl5pPr>
            <a:lvl6pPr marL="460172" indent="-83668" algn="l" defTabSz="752833" rtl="0" eaLnBrk="1" latinLnBrk="0" hangingPunct="1">
              <a:spcBef>
                <a:spcPct val="20000"/>
              </a:spcBef>
              <a:buFont typeface="Arial" panose="020B0604020202020204" pitchFamily="34" charset="0"/>
              <a:buChar char="–"/>
              <a:defRPr sz="659" kern="1200">
                <a:solidFill>
                  <a:schemeClr val="tx1"/>
                </a:solidFill>
                <a:latin typeface="+mn-lt"/>
                <a:ea typeface="+mn-ea"/>
                <a:cs typeface="+mn-cs"/>
              </a:defRPr>
            </a:lvl6pPr>
            <a:lvl7pPr marL="2446705"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7pPr>
            <a:lvl8pPr marL="2823123"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8pPr>
            <a:lvl9pPr marL="3199537"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9pPr>
          </a:lstStyle>
          <a:p>
            <a:pPr defTabSz="913036" fontAlgn="auto">
              <a:spcAft>
                <a:spcPts val="399"/>
              </a:spcAft>
              <a:buClr>
                <a:srgbClr val="1400F4"/>
              </a:buClr>
              <a:defRPr/>
            </a:pPr>
            <a:endParaRPr lang="en-US" sz="970">
              <a:solidFill>
                <a:srgbClr val="FFFFFF"/>
              </a:solidFill>
            </a:endParaRPr>
          </a:p>
        </p:txBody>
      </p:sp>
      <p:sp>
        <p:nvSpPr>
          <p:cNvPr id="36" name="Slide Number Placeholder 35">
            <a:extLst>
              <a:ext uri="{FF2B5EF4-FFF2-40B4-BE49-F238E27FC236}">
                <a16:creationId xmlns:a16="http://schemas.microsoft.com/office/drawing/2014/main" id="{18370755-E321-848C-7427-A7EE9995D679}"/>
              </a:ext>
            </a:extLst>
          </p:cNvPr>
          <p:cNvSpPr>
            <a:spLocks noGrp="1"/>
          </p:cNvSpPr>
          <p:nvPr>
            <p:ph type="sldNum" sz="quarter" idx="4"/>
          </p:nvPr>
        </p:nvSpPr>
        <p:spPr/>
        <p:txBody>
          <a:bodyPr/>
          <a:lstStyle/>
          <a:p>
            <a:pPr algn="r" defTabSz="913036" fontAlgn="auto">
              <a:spcBef>
                <a:spcPts val="0"/>
              </a:spcBef>
              <a:spcAft>
                <a:spcPts val="399"/>
              </a:spcAft>
              <a:buClr>
                <a:srgbClr val="1240BC"/>
              </a:buClr>
              <a:buSzPct val="115000"/>
            </a:pPr>
            <a:fld id="{D6B5243D-B653-4000-BC65-0C10E5412800}" type="slidenum">
              <a:rPr lang="en-US" sz="2426">
                <a:solidFill>
                  <a:srgbClr val="03B1C8"/>
                </a:solidFill>
                <a:ea typeface="+mn-ea"/>
              </a:rPr>
              <a:pPr algn="r" defTabSz="913036" fontAlgn="auto">
                <a:spcBef>
                  <a:spcPts val="0"/>
                </a:spcBef>
                <a:spcAft>
                  <a:spcPts val="399"/>
                </a:spcAft>
                <a:buClr>
                  <a:srgbClr val="1240BC"/>
                </a:buClr>
                <a:buSzPct val="115000"/>
              </a:pPr>
              <a:t>54</a:t>
            </a:fld>
            <a:endParaRPr lang="en-US" sz="2426">
              <a:solidFill>
                <a:srgbClr val="03B1C8"/>
              </a:solidFill>
              <a:ea typeface="+mn-ea"/>
            </a:endParaRPr>
          </a:p>
        </p:txBody>
      </p:sp>
      <p:cxnSp>
        <p:nvCxnSpPr>
          <p:cNvPr id="5" name="Straight Connector 4">
            <a:extLst>
              <a:ext uri="{FF2B5EF4-FFF2-40B4-BE49-F238E27FC236}">
                <a16:creationId xmlns:a16="http://schemas.microsoft.com/office/drawing/2014/main" id="{22B1DA54-46E1-38D6-4865-F9043BFE6B34}"/>
              </a:ext>
            </a:extLst>
          </p:cNvPr>
          <p:cNvCxnSpPr>
            <a:cxnSpLocks/>
          </p:cNvCxnSpPr>
          <p:nvPr/>
        </p:nvCxnSpPr>
        <p:spPr>
          <a:xfrm flipV="1">
            <a:off x="4514442" y="1856735"/>
            <a:ext cx="8576798" cy="1"/>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10A0FAD-4FE1-AF4F-2ADE-44E9A795E4BF}"/>
              </a:ext>
            </a:extLst>
          </p:cNvPr>
          <p:cNvSpPr txBox="1"/>
          <p:nvPr/>
        </p:nvSpPr>
        <p:spPr>
          <a:xfrm>
            <a:off x="3849113" y="6567107"/>
            <a:ext cx="905170" cy="44781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defTabSz="1235630" fontAlgn="auto">
              <a:spcBef>
                <a:spcPts val="485"/>
              </a:spcBef>
              <a:spcAft>
                <a:spcPts val="0"/>
              </a:spcAft>
            </a:pPr>
            <a:r>
              <a:rPr lang="en-US" sz="1455" i="1">
                <a:solidFill>
                  <a:srgbClr val="000000"/>
                </a:solidFill>
                <a:latin typeface="Arial"/>
              </a:rPr>
              <a:t># of Members</a:t>
            </a:r>
          </a:p>
        </p:txBody>
      </p:sp>
      <p:graphicFrame>
        <p:nvGraphicFramePr>
          <p:cNvPr id="27" name="Table 26">
            <a:extLst>
              <a:ext uri="{FF2B5EF4-FFF2-40B4-BE49-F238E27FC236}">
                <a16:creationId xmlns:a16="http://schemas.microsoft.com/office/drawing/2014/main" id="{B9E619C4-0B82-D3F6-6024-7409B83F5A13}"/>
              </a:ext>
            </a:extLst>
          </p:cNvPr>
          <p:cNvGraphicFramePr>
            <a:graphicFrameLocks noGrp="1"/>
          </p:cNvGraphicFramePr>
          <p:nvPr/>
        </p:nvGraphicFramePr>
        <p:xfrm>
          <a:off x="4733158" y="6560444"/>
          <a:ext cx="5416392" cy="449741"/>
        </p:xfrm>
        <a:graphic>
          <a:graphicData uri="http://schemas.openxmlformats.org/drawingml/2006/table">
            <a:tbl>
              <a:tblPr firstRow="1" bandRow="1"/>
              <a:tblGrid>
                <a:gridCol w="902732">
                  <a:extLst>
                    <a:ext uri="{9D8B030D-6E8A-4147-A177-3AD203B41FA5}">
                      <a16:colId xmlns:a16="http://schemas.microsoft.com/office/drawing/2014/main" val="351719975"/>
                    </a:ext>
                  </a:extLst>
                </a:gridCol>
                <a:gridCol w="902732">
                  <a:extLst>
                    <a:ext uri="{9D8B030D-6E8A-4147-A177-3AD203B41FA5}">
                      <a16:colId xmlns:a16="http://schemas.microsoft.com/office/drawing/2014/main" val="3782978020"/>
                    </a:ext>
                  </a:extLst>
                </a:gridCol>
                <a:gridCol w="902732">
                  <a:extLst>
                    <a:ext uri="{9D8B030D-6E8A-4147-A177-3AD203B41FA5}">
                      <a16:colId xmlns:a16="http://schemas.microsoft.com/office/drawing/2014/main" val="1647877187"/>
                    </a:ext>
                  </a:extLst>
                </a:gridCol>
                <a:gridCol w="902732">
                  <a:extLst>
                    <a:ext uri="{9D8B030D-6E8A-4147-A177-3AD203B41FA5}">
                      <a16:colId xmlns:a16="http://schemas.microsoft.com/office/drawing/2014/main" val="2302965907"/>
                    </a:ext>
                  </a:extLst>
                </a:gridCol>
                <a:gridCol w="902732">
                  <a:extLst>
                    <a:ext uri="{9D8B030D-6E8A-4147-A177-3AD203B41FA5}">
                      <a16:colId xmlns:a16="http://schemas.microsoft.com/office/drawing/2014/main" val="363860668"/>
                    </a:ext>
                  </a:extLst>
                </a:gridCol>
                <a:gridCol w="902732">
                  <a:extLst>
                    <a:ext uri="{9D8B030D-6E8A-4147-A177-3AD203B41FA5}">
                      <a16:colId xmlns:a16="http://schemas.microsoft.com/office/drawing/2014/main" val="1013675085"/>
                    </a:ext>
                  </a:extLst>
                </a:gridCol>
              </a:tblGrid>
              <a:tr h="449741">
                <a:tc>
                  <a:txBody>
                    <a:bodyPr/>
                    <a:lstStyle/>
                    <a:p>
                      <a:pPr algn="ctr"/>
                      <a:r>
                        <a:rPr lang="en-US" sz="1500" b="0" i="1">
                          <a:solidFill>
                            <a:schemeClr val="tx1"/>
                          </a:solidFill>
                        </a:rPr>
                        <a:t>215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297</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385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477</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578</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684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68050690"/>
                  </a:ext>
                </a:extLst>
              </a:tr>
            </a:tbl>
          </a:graphicData>
        </a:graphic>
      </p:graphicFrame>
      <p:sp>
        <p:nvSpPr>
          <p:cNvPr id="30" name="Rectangle 29">
            <a:extLst>
              <a:ext uri="{FF2B5EF4-FFF2-40B4-BE49-F238E27FC236}">
                <a16:creationId xmlns:a16="http://schemas.microsoft.com/office/drawing/2014/main" id="{D7CCF27E-FB8B-3527-605B-FDF40EA92DC6}"/>
              </a:ext>
            </a:extLst>
          </p:cNvPr>
          <p:cNvSpPr/>
          <p:nvPr/>
        </p:nvSpPr>
        <p:spPr>
          <a:xfrm>
            <a:off x="4514442" y="1298649"/>
            <a:ext cx="8548603"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137CDC"/>
                </a:solidFill>
                <a:latin typeface="Arial"/>
              </a:rPr>
              <a:t>Captives</a:t>
            </a:r>
          </a:p>
        </p:txBody>
      </p:sp>
      <p:sp>
        <p:nvSpPr>
          <p:cNvPr id="31" name="TextBox 30">
            <a:extLst>
              <a:ext uri="{FF2B5EF4-FFF2-40B4-BE49-F238E27FC236}">
                <a16:creationId xmlns:a16="http://schemas.microsoft.com/office/drawing/2014/main" id="{49492155-C2F9-4434-1514-343E560E2EB3}"/>
              </a:ext>
            </a:extLst>
          </p:cNvPr>
          <p:cNvSpPr txBox="1"/>
          <p:nvPr/>
        </p:nvSpPr>
        <p:spPr>
          <a:xfrm>
            <a:off x="754542" y="836587"/>
            <a:ext cx="12336698" cy="298543"/>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l" defTabSz="1235630" fontAlgn="auto">
              <a:spcBef>
                <a:spcPts val="485"/>
              </a:spcBef>
              <a:spcAft>
                <a:spcPts val="0"/>
              </a:spcAft>
            </a:pPr>
            <a:r>
              <a:rPr lang="en-US" sz="1940" b="1">
                <a:solidFill>
                  <a:srgbClr val="03B1C8"/>
                </a:solidFill>
                <a:latin typeface="Arial"/>
              </a:rPr>
              <a:t>+26 new Captive Members + 8 existing Member captives a year leads to $2.5B of premium in 2029</a:t>
            </a:r>
          </a:p>
        </p:txBody>
      </p:sp>
      <p:cxnSp>
        <p:nvCxnSpPr>
          <p:cNvPr id="32" name="Straight Connector 31">
            <a:extLst>
              <a:ext uri="{FF2B5EF4-FFF2-40B4-BE49-F238E27FC236}">
                <a16:creationId xmlns:a16="http://schemas.microsoft.com/office/drawing/2014/main" id="{D908225A-08AA-9234-6E05-5335F9D2EB42}"/>
              </a:ext>
            </a:extLst>
          </p:cNvPr>
          <p:cNvCxnSpPr>
            <a:cxnSpLocks/>
          </p:cNvCxnSpPr>
          <p:nvPr/>
        </p:nvCxnSpPr>
        <p:spPr>
          <a:xfrm flipV="1">
            <a:off x="754543" y="1856734"/>
            <a:ext cx="3364916" cy="2"/>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DAEEF15A-05C9-5545-E268-6FA065BE83B0}"/>
              </a:ext>
            </a:extLst>
          </p:cNvPr>
          <p:cNvSpPr/>
          <p:nvPr/>
        </p:nvSpPr>
        <p:spPr>
          <a:xfrm>
            <a:off x="754543" y="1298649"/>
            <a:ext cx="3353855"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137CDC"/>
                </a:solidFill>
                <a:latin typeface="Arial"/>
              </a:rPr>
              <a:t>Assumptions</a:t>
            </a:r>
          </a:p>
        </p:txBody>
      </p:sp>
      <p:sp>
        <p:nvSpPr>
          <p:cNvPr id="42" name="Rectangle 41">
            <a:extLst>
              <a:ext uri="{FF2B5EF4-FFF2-40B4-BE49-F238E27FC236}">
                <a16:creationId xmlns:a16="http://schemas.microsoft.com/office/drawing/2014/main" id="{7350E028-8D34-FFBF-C948-949DBF70823C}"/>
              </a:ext>
            </a:extLst>
          </p:cNvPr>
          <p:cNvSpPr/>
          <p:nvPr/>
        </p:nvSpPr>
        <p:spPr>
          <a:xfrm>
            <a:off x="2478212" y="186125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37CDC"/>
                </a:solidFill>
                <a:latin typeface="Arial"/>
              </a:rPr>
              <a:t>131</a:t>
            </a:r>
          </a:p>
          <a:p>
            <a:pPr defTabSz="1235630" fontAlgn="auto">
              <a:spcBef>
                <a:spcPts val="0"/>
              </a:spcBef>
              <a:spcAft>
                <a:spcPts val="0"/>
              </a:spcAft>
            </a:pPr>
            <a:r>
              <a:rPr lang="it-IT" sz="1455">
                <a:solidFill>
                  <a:srgbClr val="137CDC"/>
                </a:solidFill>
                <a:latin typeface="Arial"/>
              </a:rPr>
              <a:t>Captive Members by 2029</a:t>
            </a:r>
          </a:p>
        </p:txBody>
      </p:sp>
      <p:sp>
        <p:nvSpPr>
          <p:cNvPr id="44" name="Rectangle 43">
            <a:extLst>
              <a:ext uri="{FF2B5EF4-FFF2-40B4-BE49-F238E27FC236}">
                <a16:creationId xmlns:a16="http://schemas.microsoft.com/office/drawing/2014/main" id="{34ADB59C-14E2-7254-C172-6220BE77526E}"/>
              </a:ext>
            </a:extLst>
          </p:cNvPr>
          <p:cNvSpPr/>
          <p:nvPr/>
        </p:nvSpPr>
        <p:spPr>
          <a:xfrm>
            <a:off x="754543" y="5385301"/>
            <a:ext cx="3353855"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endParaRPr lang="en-US" sz="3396" b="1">
              <a:solidFill>
                <a:srgbClr val="137CDC"/>
              </a:solidFill>
              <a:latin typeface="Arial"/>
            </a:endParaRPr>
          </a:p>
          <a:p>
            <a:pPr defTabSz="1235630" fontAlgn="auto">
              <a:spcBef>
                <a:spcPts val="0"/>
              </a:spcBef>
              <a:spcAft>
                <a:spcPts val="0"/>
              </a:spcAft>
            </a:pPr>
            <a:r>
              <a:rPr lang="it-IT" sz="1455">
                <a:solidFill>
                  <a:srgbClr val="137CDC"/>
                </a:solidFill>
                <a:latin typeface="Arial"/>
              </a:rPr>
              <a:t>Synthetic captives sit within non-consolidated unrated Puerto Rican reinsurer, Velox Re</a:t>
            </a:r>
          </a:p>
        </p:txBody>
      </p:sp>
      <p:sp>
        <p:nvSpPr>
          <p:cNvPr id="52" name="Rectangle 51">
            <a:extLst>
              <a:ext uri="{FF2B5EF4-FFF2-40B4-BE49-F238E27FC236}">
                <a16:creationId xmlns:a16="http://schemas.microsoft.com/office/drawing/2014/main" id="{1505F39A-914E-411D-22BD-FE4BE636CD14}"/>
              </a:ext>
            </a:extLst>
          </p:cNvPr>
          <p:cNvSpPr/>
          <p:nvPr/>
        </p:nvSpPr>
        <p:spPr>
          <a:xfrm>
            <a:off x="2467151" y="4210350"/>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37CDC"/>
                </a:solidFill>
                <a:latin typeface="Arial"/>
              </a:rPr>
              <a:t>3.8%</a:t>
            </a:r>
          </a:p>
          <a:p>
            <a:pPr defTabSz="1235630" fontAlgn="auto">
              <a:spcBef>
                <a:spcPts val="0"/>
              </a:spcBef>
              <a:spcAft>
                <a:spcPts val="0"/>
              </a:spcAft>
            </a:pPr>
            <a:r>
              <a:rPr lang="it-IT" sz="1455">
                <a:solidFill>
                  <a:srgbClr val="137CDC"/>
                </a:solidFill>
                <a:latin typeface="Arial"/>
              </a:rPr>
              <a:t>Acc. Underwriting from Spec/Agg</a:t>
            </a:r>
          </a:p>
        </p:txBody>
      </p:sp>
      <p:sp>
        <p:nvSpPr>
          <p:cNvPr id="53" name="Rectangle 52">
            <a:extLst>
              <a:ext uri="{FF2B5EF4-FFF2-40B4-BE49-F238E27FC236}">
                <a16:creationId xmlns:a16="http://schemas.microsoft.com/office/drawing/2014/main" id="{94EC6B76-DD7F-4508-B4EE-9F3EE039CE71}"/>
              </a:ext>
            </a:extLst>
          </p:cNvPr>
          <p:cNvSpPr/>
          <p:nvPr/>
        </p:nvSpPr>
        <p:spPr>
          <a:xfrm>
            <a:off x="754543" y="4210350"/>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37CDC"/>
                </a:solidFill>
                <a:latin typeface="Arial"/>
              </a:rPr>
              <a:t>7.7%</a:t>
            </a:r>
          </a:p>
          <a:p>
            <a:pPr defTabSz="1235630" fontAlgn="auto">
              <a:spcBef>
                <a:spcPts val="0"/>
              </a:spcBef>
              <a:spcAft>
                <a:spcPts val="0"/>
              </a:spcAft>
            </a:pPr>
            <a:r>
              <a:rPr lang="it-IT" sz="1455">
                <a:solidFill>
                  <a:srgbClr val="137CDC"/>
                </a:solidFill>
                <a:latin typeface="Arial"/>
              </a:rPr>
              <a:t>Risk exchange &amp; MGA Ops fee</a:t>
            </a:r>
          </a:p>
        </p:txBody>
      </p:sp>
      <p:sp>
        <p:nvSpPr>
          <p:cNvPr id="6" name="Isosceles Triangle 5">
            <a:extLst>
              <a:ext uri="{FF2B5EF4-FFF2-40B4-BE49-F238E27FC236}">
                <a16:creationId xmlns:a16="http://schemas.microsoft.com/office/drawing/2014/main" id="{1080FFFD-389D-8040-8A40-2C71EAE6512B}"/>
              </a:ext>
            </a:extLst>
          </p:cNvPr>
          <p:cNvSpPr/>
          <p:nvPr/>
        </p:nvSpPr>
        <p:spPr>
          <a:xfrm rot="5400000">
            <a:off x="2077086" y="2403374"/>
            <a:ext cx="783201" cy="143199"/>
          </a:xfrm>
          <a:prstGeom prst="triangle">
            <a:avLst/>
          </a:prstGeom>
          <a:solidFill>
            <a:schemeClr val="accent3">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000000"/>
              </a:solidFill>
              <a:latin typeface="Arial"/>
            </a:endParaRPr>
          </a:p>
        </p:txBody>
      </p:sp>
      <p:pic>
        <p:nvPicPr>
          <p:cNvPr id="11" name="Picture 10" descr="A blue letter l on a black background&#10;&#10;Description automatically generated">
            <a:extLst>
              <a:ext uri="{FF2B5EF4-FFF2-40B4-BE49-F238E27FC236}">
                <a16:creationId xmlns:a16="http://schemas.microsoft.com/office/drawing/2014/main" id="{42B88BBF-D080-8CF6-772B-0EB91AE1A8DE}"/>
              </a:ext>
            </a:extLst>
          </p:cNvPr>
          <p:cNvPicPr>
            <a:picLocks noChangeAspect="1"/>
          </p:cNvPicPr>
          <p:nvPr/>
        </p:nvPicPr>
        <p:blipFill>
          <a:blip r:embed="rId8"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687517" y="5536229"/>
            <a:ext cx="1487909" cy="257169"/>
          </a:xfrm>
          <a:prstGeom prst="rect">
            <a:avLst/>
          </a:prstGeom>
        </p:spPr>
      </p:pic>
      <p:sp>
        <p:nvSpPr>
          <p:cNvPr id="12" name="Rectangle 11">
            <a:extLst>
              <a:ext uri="{FF2B5EF4-FFF2-40B4-BE49-F238E27FC236}">
                <a16:creationId xmlns:a16="http://schemas.microsoft.com/office/drawing/2014/main" id="{07E74EBE-023B-5F11-2913-8F29B36C65D1}"/>
              </a:ext>
            </a:extLst>
          </p:cNvPr>
          <p:cNvSpPr/>
          <p:nvPr/>
        </p:nvSpPr>
        <p:spPr>
          <a:xfrm>
            <a:off x="2467151" y="3039074"/>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37CDC"/>
                </a:solidFill>
                <a:latin typeface="Arial"/>
              </a:rPr>
              <a:t>40</a:t>
            </a:r>
          </a:p>
          <a:p>
            <a:pPr defTabSz="1235630" fontAlgn="auto">
              <a:spcBef>
                <a:spcPts val="0"/>
              </a:spcBef>
              <a:spcAft>
                <a:spcPts val="0"/>
              </a:spcAft>
            </a:pPr>
            <a:r>
              <a:rPr lang="it-IT" sz="1455">
                <a:solidFill>
                  <a:srgbClr val="137CDC"/>
                </a:solidFill>
                <a:latin typeface="Arial"/>
              </a:rPr>
              <a:t>Members with captives by 2029</a:t>
            </a:r>
          </a:p>
        </p:txBody>
      </p:sp>
      <p:sp>
        <p:nvSpPr>
          <p:cNvPr id="13" name="Rectangle 12">
            <a:extLst>
              <a:ext uri="{FF2B5EF4-FFF2-40B4-BE49-F238E27FC236}">
                <a16:creationId xmlns:a16="http://schemas.microsoft.com/office/drawing/2014/main" id="{DA1CC712-D7E1-4101-D9A7-EA94D1B14925}"/>
              </a:ext>
            </a:extLst>
          </p:cNvPr>
          <p:cNvSpPr/>
          <p:nvPr/>
        </p:nvSpPr>
        <p:spPr>
          <a:xfrm>
            <a:off x="754543" y="3039074"/>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37CDC"/>
                </a:solidFill>
                <a:latin typeface="Arial"/>
              </a:rPr>
              <a:t>+8</a:t>
            </a:r>
          </a:p>
          <a:p>
            <a:pPr defTabSz="1235630" fontAlgn="auto">
              <a:spcBef>
                <a:spcPts val="0"/>
              </a:spcBef>
              <a:spcAft>
                <a:spcPts val="0"/>
              </a:spcAft>
            </a:pPr>
            <a:r>
              <a:rPr lang="it-IT" sz="1455">
                <a:solidFill>
                  <a:srgbClr val="137CDC"/>
                </a:solidFill>
                <a:latin typeface="Arial"/>
              </a:rPr>
              <a:t>Existing Member captives per year</a:t>
            </a:r>
          </a:p>
        </p:txBody>
      </p:sp>
      <p:sp>
        <p:nvSpPr>
          <p:cNvPr id="16" name="Isosceles Triangle 15">
            <a:extLst>
              <a:ext uri="{FF2B5EF4-FFF2-40B4-BE49-F238E27FC236}">
                <a16:creationId xmlns:a16="http://schemas.microsoft.com/office/drawing/2014/main" id="{9805D414-C426-3513-D0BC-2E3760FE750D}"/>
              </a:ext>
            </a:extLst>
          </p:cNvPr>
          <p:cNvSpPr/>
          <p:nvPr/>
        </p:nvSpPr>
        <p:spPr>
          <a:xfrm rot="5400000">
            <a:off x="2077087" y="3581197"/>
            <a:ext cx="783201" cy="143199"/>
          </a:xfrm>
          <a:prstGeom prst="triangle">
            <a:avLst/>
          </a:prstGeom>
          <a:solidFill>
            <a:schemeClr val="accent3">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000000"/>
              </a:solidFill>
              <a:latin typeface="Arial"/>
            </a:endParaRPr>
          </a:p>
        </p:txBody>
      </p:sp>
    </p:spTree>
    <p:custDataLst>
      <p:tags r:id="rId1"/>
    </p:custDataLst>
    <p:extLst>
      <p:ext uri="{BB962C8B-B14F-4D97-AF65-F5344CB8AC3E}">
        <p14:creationId xmlns:p14="http://schemas.microsoft.com/office/powerpoint/2010/main" val="25861338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823DC-4F48-E929-4529-178975B883E2}"/>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A587CD8-7EBF-491A-8B05-0F946C135F15}"/>
              </a:ext>
            </a:extLst>
          </p:cNvPr>
          <p:cNvGraphicFramePr>
            <a:graphicFrameLocks/>
          </p:cNvGraphicFramePr>
          <p:nvPr/>
        </p:nvGraphicFramePr>
        <p:xfrm>
          <a:off x="4519062" y="1849805"/>
          <a:ext cx="8572178" cy="4935510"/>
        </p:xfrm>
        <a:graphic>
          <a:graphicData uri="http://schemas.openxmlformats.org/drawingml/2006/chart">
            <c:chart xmlns:c="http://schemas.openxmlformats.org/drawingml/2006/chart" xmlns:r="http://schemas.openxmlformats.org/officeDocument/2006/relationships" r:id="rId7"/>
          </a:graphicData>
        </a:graphic>
      </p:graphicFrame>
      <p:sp>
        <p:nvSpPr>
          <p:cNvPr id="37" name="Rectangle 36">
            <a:extLst>
              <a:ext uri="{FF2B5EF4-FFF2-40B4-BE49-F238E27FC236}">
                <a16:creationId xmlns:a16="http://schemas.microsoft.com/office/drawing/2014/main" id="{66D0965E-D675-9C27-C9DD-94F8DFB3162A}"/>
              </a:ext>
            </a:extLst>
          </p:cNvPr>
          <p:cNvSpPr/>
          <p:nvPr/>
        </p:nvSpPr>
        <p:spPr>
          <a:xfrm>
            <a:off x="754543" y="186125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F97E3"/>
                </a:solidFill>
                <a:latin typeface="Arial"/>
              </a:rPr>
              <a:t>+2</a:t>
            </a:r>
          </a:p>
          <a:p>
            <a:pPr defTabSz="1235630" fontAlgn="auto">
              <a:spcBef>
                <a:spcPts val="0"/>
              </a:spcBef>
              <a:spcAft>
                <a:spcPts val="0"/>
              </a:spcAft>
            </a:pPr>
            <a:r>
              <a:rPr lang="it-IT" sz="1455">
                <a:solidFill>
                  <a:srgbClr val="0F97E3"/>
                </a:solidFill>
                <a:latin typeface="Arial"/>
              </a:rPr>
              <a:t>Incremental new Members per year</a:t>
            </a:r>
          </a:p>
        </p:txBody>
      </p:sp>
      <p:sp>
        <p:nvSpPr>
          <p:cNvPr id="14" name="Text Placeholder 13">
            <a:extLst>
              <a:ext uri="{FF2B5EF4-FFF2-40B4-BE49-F238E27FC236}">
                <a16:creationId xmlns:a16="http://schemas.microsoft.com/office/drawing/2014/main" id="{8F5EBAC3-3A83-7073-162E-8EC47C38ACD8}"/>
              </a:ext>
            </a:extLst>
          </p:cNvPr>
          <p:cNvSpPr>
            <a:spLocks noGrp="1"/>
          </p:cNvSpPr>
          <p:nvPr>
            <p:ph type="body" sz="quarter" idx="4294967295"/>
            <p:custDataLst>
              <p:tags r:id="rId2"/>
            </p:custDataLst>
          </p:nvPr>
        </p:nvSpPr>
        <p:spPr>
          <a:xfrm>
            <a:off x="12679313" y="7484902"/>
            <a:ext cx="419323" cy="149304"/>
          </a:xfrm>
        </p:spPr>
        <p:txBody>
          <a:bodyPr>
            <a:normAutofit fontScale="25000" lnSpcReduction="20000"/>
          </a:bodyPr>
          <a:lstStyle/>
          <a:p>
            <a:r>
              <a:rPr lang="en-US"/>
              <a:t>1</a:t>
            </a:r>
          </a:p>
        </p:txBody>
      </p:sp>
      <p:sp>
        <p:nvSpPr>
          <p:cNvPr id="15" name="Title 10">
            <a:extLst>
              <a:ext uri="{FF2B5EF4-FFF2-40B4-BE49-F238E27FC236}">
                <a16:creationId xmlns:a16="http://schemas.microsoft.com/office/drawing/2014/main" id="{3B2AFD6E-6AED-6031-AF6C-53C147773E0E}"/>
              </a:ext>
            </a:extLst>
          </p:cNvPr>
          <p:cNvSpPr>
            <a:spLocks noGrp="1"/>
          </p:cNvSpPr>
          <p:nvPr>
            <p:ph type="title"/>
            <p:custDataLst>
              <p:tags r:id="rId3"/>
            </p:custDataLst>
          </p:nvPr>
        </p:nvSpPr>
        <p:spPr>
          <a:xfrm>
            <a:off x="754558" y="437026"/>
            <a:ext cx="12310226" cy="383567"/>
          </a:xfrm>
        </p:spPr>
        <p:txBody>
          <a:bodyPr>
            <a:normAutofit/>
          </a:bodyPr>
          <a:lstStyle/>
          <a:p>
            <a:r>
              <a:rPr lang="en-US"/>
              <a:t>Audacious Aspiration – Lloyd’s</a:t>
            </a:r>
          </a:p>
        </p:txBody>
      </p:sp>
      <p:sp>
        <p:nvSpPr>
          <p:cNvPr id="7" name="Content Placeholder 8">
            <a:extLst>
              <a:ext uri="{FF2B5EF4-FFF2-40B4-BE49-F238E27FC236}">
                <a16:creationId xmlns:a16="http://schemas.microsoft.com/office/drawing/2014/main" id="{F84A703A-F923-3510-3E2A-7C8A726D25CB}"/>
              </a:ext>
            </a:extLst>
          </p:cNvPr>
          <p:cNvSpPr txBox="1">
            <a:spLocks/>
          </p:cNvSpPr>
          <p:nvPr>
            <p:custDataLst>
              <p:tags r:id="rId4"/>
            </p:custDataLst>
          </p:nvPr>
        </p:nvSpPr>
        <p:spPr>
          <a:xfrm>
            <a:off x="6730932" y="7490290"/>
            <a:ext cx="5810220" cy="149272"/>
          </a:xfrm>
          <a:prstGeom prst="rect">
            <a:avLst/>
          </a:prstGeom>
        </p:spPr>
        <p:txBody>
          <a:bodyPr vert="horz" wrap="square" lIns="0" tIns="0" rIns="0" bIns="0" rtlCol="0" anchor="t" anchorCtr="0">
            <a:spAutoFit/>
          </a:bodyPr>
          <a:lstStyle>
            <a:lvl1pPr marL="0" indent="0" algn="r" defTabSz="752833" rtl="0" eaLnBrk="1" latinLnBrk="0" hangingPunct="1">
              <a:spcBef>
                <a:spcPts val="0"/>
              </a:spcBef>
              <a:spcAft>
                <a:spcPts val="329"/>
              </a:spcAft>
              <a:buClr>
                <a:schemeClr val="tx2"/>
              </a:buClr>
              <a:buSzPct val="115000"/>
              <a:buFont typeface="Arial" panose="020B0604020202020204" pitchFamily="34" charset="0"/>
              <a:buNone/>
              <a:defRPr sz="800" kern="1200" cap="all" baseline="0">
                <a:solidFill>
                  <a:schemeClr val="bg1"/>
                </a:solidFill>
                <a:latin typeface="Nunito" pitchFamily="2" charset="0"/>
                <a:ea typeface="+mn-ea"/>
                <a:cs typeface="Arial" panose="020B0604020202020204" pitchFamily="34" charset="0"/>
              </a:defRPr>
            </a:lvl1pPr>
            <a:lvl2pPr marL="193481" indent="-94126"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2pPr>
            <a:lvl3pPr marL="287607" indent="-94126" algn="l" defTabSz="752833" rtl="0" eaLnBrk="1" latinLnBrk="0" hangingPunct="1">
              <a:spcBef>
                <a:spcPts val="0"/>
              </a:spcBef>
              <a:spcAft>
                <a:spcPts val="329"/>
              </a:spcAft>
              <a:buClr>
                <a:schemeClr val="tx2"/>
              </a:buClr>
              <a:buFont typeface="Courier New" panose="02070309020205020404" pitchFamily="49" charset="0"/>
              <a:buChar char="o"/>
              <a:defRPr sz="800" kern="1200" baseline="0">
                <a:solidFill>
                  <a:schemeClr val="tx1"/>
                </a:solidFill>
                <a:latin typeface="+mn-lt"/>
                <a:ea typeface="+mn-ea"/>
                <a:cs typeface="Arial" panose="020B0604020202020204" pitchFamily="34" charset="0"/>
              </a:defRPr>
            </a:lvl3pPr>
            <a:lvl4pPr marL="375197" indent="-91511"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4pPr>
            <a:lvl5pPr marL="468016" indent="0" algn="l" defTabSz="839257" rtl="0" eaLnBrk="1" latinLnBrk="0" hangingPunct="1">
              <a:spcBef>
                <a:spcPts val="0"/>
              </a:spcBef>
              <a:spcAft>
                <a:spcPts val="329"/>
              </a:spcAft>
              <a:buClr>
                <a:schemeClr val="tx2"/>
              </a:buClr>
              <a:buSzPct val="115000"/>
              <a:buFont typeface="Arial" panose="020B0604020202020204" pitchFamily="34" charset="0"/>
              <a:buNone/>
              <a:defRPr sz="659" kern="1200">
                <a:solidFill>
                  <a:schemeClr val="tx1"/>
                </a:solidFill>
                <a:latin typeface="Arial" panose="020B0604020202020204" pitchFamily="34" charset="0"/>
                <a:ea typeface="+mn-ea"/>
                <a:cs typeface="Arial" panose="020B0604020202020204" pitchFamily="34" charset="0"/>
              </a:defRPr>
            </a:lvl5pPr>
            <a:lvl6pPr marL="460172" indent="-83668" algn="l" defTabSz="752833" rtl="0" eaLnBrk="1" latinLnBrk="0" hangingPunct="1">
              <a:spcBef>
                <a:spcPct val="20000"/>
              </a:spcBef>
              <a:buFont typeface="Arial" panose="020B0604020202020204" pitchFamily="34" charset="0"/>
              <a:buChar char="–"/>
              <a:defRPr sz="659" kern="1200">
                <a:solidFill>
                  <a:schemeClr val="tx1"/>
                </a:solidFill>
                <a:latin typeface="+mn-lt"/>
                <a:ea typeface="+mn-ea"/>
                <a:cs typeface="+mn-cs"/>
              </a:defRPr>
            </a:lvl6pPr>
            <a:lvl7pPr marL="2446705"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7pPr>
            <a:lvl8pPr marL="2823123"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8pPr>
            <a:lvl9pPr marL="3199537"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9pPr>
          </a:lstStyle>
          <a:p>
            <a:pPr defTabSz="913036" fontAlgn="auto">
              <a:spcAft>
                <a:spcPts val="399"/>
              </a:spcAft>
              <a:buClr>
                <a:srgbClr val="1400F4"/>
              </a:buClr>
              <a:defRPr/>
            </a:pPr>
            <a:endParaRPr lang="en-US" sz="970">
              <a:solidFill>
                <a:srgbClr val="FFFFFF"/>
              </a:solidFill>
            </a:endParaRPr>
          </a:p>
        </p:txBody>
      </p:sp>
      <p:sp>
        <p:nvSpPr>
          <p:cNvPr id="36" name="Slide Number Placeholder 35">
            <a:extLst>
              <a:ext uri="{FF2B5EF4-FFF2-40B4-BE49-F238E27FC236}">
                <a16:creationId xmlns:a16="http://schemas.microsoft.com/office/drawing/2014/main" id="{EC055251-7210-8E3A-30B2-827F5F92B2BD}"/>
              </a:ext>
            </a:extLst>
          </p:cNvPr>
          <p:cNvSpPr>
            <a:spLocks noGrp="1"/>
          </p:cNvSpPr>
          <p:nvPr>
            <p:ph type="sldNum" sz="quarter" idx="4"/>
          </p:nvPr>
        </p:nvSpPr>
        <p:spPr/>
        <p:txBody>
          <a:bodyPr/>
          <a:lstStyle/>
          <a:p>
            <a:pPr algn="r" defTabSz="913036" fontAlgn="auto">
              <a:spcBef>
                <a:spcPts val="0"/>
              </a:spcBef>
              <a:spcAft>
                <a:spcPts val="399"/>
              </a:spcAft>
              <a:buClr>
                <a:srgbClr val="1240BC"/>
              </a:buClr>
              <a:buSzPct val="115000"/>
            </a:pPr>
            <a:fld id="{D6B5243D-B653-4000-BC65-0C10E5412800}" type="slidenum">
              <a:rPr lang="en-US" sz="2426">
                <a:solidFill>
                  <a:srgbClr val="03B1C8"/>
                </a:solidFill>
                <a:ea typeface="+mn-ea"/>
              </a:rPr>
              <a:pPr algn="r" defTabSz="913036" fontAlgn="auto">
                <a:spcBef>
                  <a:spcPts val="0"/>
                </a:spcBef>
                <a:spcAft>
                  <a:spcPts val="399"/>
                </a:spcAft>
                <a:buClr>
                  <a:srgbClr val="1240BC"/>
                </a:buClr>
                <a:buSzPct val="115000"/>
              </a:pPr>
              <a:t>55</a:t>
            </a:fld>
            <a:endParaRPr lang="en-US" sz="2426">
              <a:solidFill>
                <a:srgbClr val="03B1C8"/>
              </a:solidFill>
              <a:ea typeface="+mn-ea"/>
            </a:endParaRPr>
          </a:p>
        </p:txBody>
      </p:sp>
      <p:cxnSp>
        <p:nvCxnSpPr>
          <p:cNvPr id="5" name="Straight Connector 4">
            <a:extLst>
              <a:ext uri="{FF2B5EF4-FFF2-40B4-BE49-F238E27FC236}">
                <a16:creationId xmlns:a16="http://schemas.microsoft.com/office/drawing/2014/main" id="{B869048E-4E2E-EF5E-6955-118FEFBB03C1}"/>
              </a:ext>
            </a:extLst>
          </p:cNvPr>
          <p:cNvCxnSpPr>
            <a:cxnSpLocks/>
          </p:cNvCxnSpPr>
          <p:nvPr/>
        </p:nvCxnSpPr>
        <p:spPr>
          <a:xfrm flipV="1">
            <a:off x="4514442" y="1856735"/>
            <a:ext cx="8576798" cy="1"/>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3F190BB-0054-C79C-0BDD-1147FD9790A5}"/>
              </a:ext>
            </a:extLst>
          </p:cNvPr>
          <p:cNvSpPr txBox="1"/>
          <p:nvPr/>
        </p:nvSpPr>
        <p:spPr>
          <a:xfrm>
            <a:off x="3849113" y="6567107"/>
            <a:ext cx="905170" cy="44781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defTabSz="1235630" fontAlgn="auto">
              <a:spcBef>
                <a:spcPts val="485"/>
              </a:spcBef>
              <a:spcAft>
                <a:spcPts val="0"/>
              </a:spcAft>
            </a:pPr>
            <a:r>
              <a:rPr lang="en-US" sz="1455" i="1">
                <a:solidFill>
                  <a:srgbClr val="000000"/>
                </a:solidFill>
                <a:latin typeface="Arial"/>
              </a:rPr>
              <a:t># of Members</a:t>
            </a:r>
          </a:p>
        </p:txBody>
      </p:sp>
      <p:graphicFrame>
        <p:nvGraphicFramePr>
          <p:cNvPr id="27" name="Table 26">
            <a:extLst>
              <a:ext uri="{FF2B5EF4-FFF2-40B4-BE49-F238E27FC236}">
                <a16:creationId xmlns:a16="http://schemas.microsoft.com/office/drawing/2014/main" id="{F460D9C5-917C-BE41-C86B-FAEB305304D3}"/>
              </a:ext>
            </a:extLst>
          </p:cNvPr>
          <p:cNvGraphicFramePr>
            <a:graphicFrameLocks noGrp="1"/>
          </p:cNvGraphicFramePr>
          <p:nvPr/>
        </p:nvGraphicFramePr>
        <p:xfrm>
          <a:off x="4733158" y="6560444"/>
          <a:ext cx="5416392" cy="449741"/>
        </p:xfrm>
        <a:graphic>
          <a:graphicData uri="http://schemas.openxmlformats.org/drawingml/2006/table">
            <a:tbl>
              <a:tblPr firstRow="1" bandRow="1"/>
              <a:tblGrid>
                <a:gridCol w="902732">
                  <a:extLst>
                    <a:ext uri="{9D8B030D-6E8A-4147-A177-3AD203B41FA5}">
                      <a16:colId xmlns:a16="http://schemas.microsoft.com/office/drawing/2014/main" val="351719975"/>
                    </a:ext>
                  </a:extLst>
                </a:gridCol>
                <a:gridCol w="902732">
                  <a:extLst>
                    <a:ext uri="{9D8B030D-6E8A-4147-A177-3AD203B41FA5}">
                      <a16:colId xmlns:a16="http://schemas.microsoft.com/office/drawing/2014/main" val="3782978020"/>
                    </a:ext>
                  </a:extLst>
                </a:gridCol>
                <a:gridCol w="902732">
                  <a:extLst>
                    <a:ext uri="{9D8B030D-6E8A-4147-A177-3AD203B41FA5}">
                      <a16:colId xmlns:a16="http://schemas.microsoft.com/office/drawing/2014/main" val="1647877187"/>
                    </a:ext>
                  </a:extLst>
                </a:gridCol>
                <a:gridCol w="902732">
                  <a:extLst>
                    <a:ext uri="{9D8B030D-6E8A-4147-A177-3AD203B41FA5}">
                      <a16:colId xmlns:a16="http://schemas.microsoft.com/office/drawing/2014/main" val="2302965907"/>
                    </a:ext>
                  </a:extLst>
                </a:gridCol>
                <a:gridCol w="902732">
                  <a:extLst>
                    <a:ext uri="{9D8B030D-6E8A-4147-A177-3AD203B41FA5}">
                      <a16:colId xmlns:a16="http://schemas.microsoft.com/office/drawing/2014/main" val="363860668"/>
                    </a:ext>
                  </a:extLst>
                </a:gridCol>
                <a:gridCol w="902732">
                  <a:extLst>
                    <a:ext uri="{9D8B030D-6E8A-4147-A177-3AD203B41FA5}">
                      <a16:colId xmlns:a16="http://schemas.microsoft.com/office/drawing/2014/main" val="1013675085"/>
                    </a:ext>
                  </a:extLst>
                </a:gridCol>
              </a:tblGrid>
              <a:tr h="449741">
                <a:tc>
                  <a:txBody>
                    <a:bodyPr/>
                    <a:lstStyle/>
                    <a:p>
                      <a:pPr algn="ctr"/>
                      <a:r>
                        <a:rPr lang="en-US" sz="1500" b="0" i="1">
                          <a:solidFill>
                            <a:schemeClr val="tx1"/>
                          </a:solidFill>
                        </a:rPr>
                        <a:t>215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299</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389</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483</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586</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694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68050690"/>
                  </a:ext>
                </a:extLst>
              </a:tr>
            </a:tbl>
          </a:graphicData>
        </a:graphic>
      </p:graphicFrame>
      <p:sp>
        <p:nvSpPr>
          <p:cNvPr id="30" name="Rectangle 29">
            <a:extLst>
              <a:ext uri="{FF2B5EF4-FFF2-40B4-BE49-F238E27FC236}">
                <a16:creationId xmlns:a16="http://schemas.microsoft.com/office/drawing/2014/main" id="{4B2B0F5E-51BA-7CC0-16D3-86054EDACD06}"/>
              </a:ext>
            </a:extLst>
          </p:cNvPr>
          <p:cNvSpPr/>
          <p:nvPr/>
        </p:nvSpPr>
        <p:spPr>
          <a:xfrm>
            <a:off x="4514442" y="1298649"/>
            <a:ext cx="8548603"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0F97E3"/>
                </a:solidFill>
                <a:latin typeface="Arial"/>
              </a:rPr>
              <a:t>Lloyd’s (Incremental)</a:t>
            </a:r>
          </a:p>
        </p:txBody>
      </p:sp>
      <p:sp>
        <p:nvSpPr>
          <p:cNvPr id="31" name="TextBox 30">
            <a:extLst>
              <a:ext uri="{FF2B5EF4-FFF2-40B4-BE49-F238E27FC236}">
                <a16:creationId xmlns:a16="http://schemas.microsoft.com/office/drawing/2014/main" id="{22068736-0DB2-A96F-EBB3-A49141FBBA99}"/>
              </a:ext>
            </a:extLst>
          </p:cNvPr>
          <p:cNvSpPr txBox="1"/>
          <p:nvPr/>
        </p:nvSpPr>
        <p:spPr>
          <a:xfrm>
            <a:off x="754542" y="836587"/>
            <a:ext cx="12336698" cy="298543"/>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l" defTabSz="1235630" fontAlgn="auto">
              <a:spcBef>
                <a:spcPts val="485"/>
              </a:spcBef>
              <a:spcAft>
                <a:spcPts val="0"/>
              </a:spcAft>
            </a:pPr>
            <a:r>
              <a:rPr lang="en-US" sz="1940" b="1">
                <a:solidFill>
                  <a:srgbClr val="03B1C8"/>
                </a:solidFill>
                <a:latin typeface="Arial"/>
              </a:rPr>
              <a:t>$1.0B of 2029 incremental premium from geographic expansion, treaty MGAs, and Lloyd’s partnerships </a:t>
            </a:r>
          </a:p>
        </p:txBody>
      </p:sp>
      <p:cxnSp>
        <p:nvCxnSpPr>
          <p:cNvPr id="32" name="Straight Connector 31">
            <a:extLst>
              <a:ext uri="{FF2B5EF4-FFF2-40B4-BE49-F238E27FC236}">
                <a16:creationId xmlns:a16="http://schemas.microsoft.com/office/drawing/2014/main" id="{2FF5C70D-D75C-37A7-2031-F614264EDBAC}"/>
              </a:ext>
            </a:extLst>
          </p:cNvPr>
          <p:cNvCxnSpPr>
            <a:cxnSpLocks/>
          </p:cNvCxnSpPr>
          <p:nvPr/>
        </p:nvCxnSpPr>
        <p:spPr>
          <a:xfrm flipV="1">
            <a:off x="754543" y="1856734"/>
            <a:ext cx="3364916" cy="2"/>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F4975C5C-0C32-3599-EB9E-C50E0BB7DA3E}"/>
              </a:ext>
            </a:extLst>
          </p:cNvPr>
          <p:cNvSpPr/>
          <p:nvPr/>
        </p:nvSpPr>
        <p:spPr>
          <a:xfrm>
            <a:off x="754543" y="1298649"/>
            <a:ext cx="3353855"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0F97E3"/>
                </a:solidFill>
                <a:latin typeface="Arial"/>
              </a:rPr>
              <a:t>Assumptions</a:t>
            </a:r>
          </a:p>
        </p:txBody>
      </p:sp>
      <p:sp>
        <p:nvSpPr>
          <p:cNvPr id="42" name="Rectangle 41">
            <a:extLst>
              <a:ext uri="{FF2B5EF4-FFF2-40B4-BE49-F238E27FC236}">
                <a16:creationId xmlns:a16="http://schemas.microsoft.com/office/drawing/2014/main" id="{2524BB88-AB15-A570-C85C-1FE7A6919D78}"/>
              </a:ext>
            </a:extLst>
          </p:cNvPr>
          <p:cNvSpPr/>
          <p:nvPr/>
        </p:nvSpPr>
        <p:spPr>
          <a:xfrm>
            <a:off x="2478212" y="186125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F97E3"/>
                </a:solidFill>
                <a:latin typeface="Arial"/>
              </a:rPr>
              <a:t>+10</a:t>
            </a:r>
          </a:p>
          <a:p>
            <a:pPr defTabSz="1235630" fontAlgn="auto">
              <a:spcBef>
                <a:spcPts val="0"/>
              </a:spcBef>
              <a:spcAft>
                <a:spcPts val="0"/>
              </a:spcAft>
            </a:pPr>
            <a:r>
              <a:rPr lang="it-IT" sz="1455">
                <a:solidFill>
                  <a:srgbClr val="0F97E3"/>
                </a:solidFill>
                <a:latin typeface="Arial"/>
              </a:rPr>
              <a:t>New Members</a:t>
            </a:r>
          </a:p>
          <a:p>
            <a:pPr defTabSz="1235630" fontAlgn="auto">
              <a:spcBef>
                <a:spcPts val="0"/>
              </a:spcBef>
              <a:spcAft>
                <a:spcPts val="0"/>
              </a:spcAft>
            </a:pPr>
            <a:r>
              <a:rPr lang="it-IT" sz="1455">
                <a:solidFill>
                  <a:srgbClr val="0F97E3"/>
                </a:solidFill>
                <a:latin typeface="Arial"/>
              </a:rPr>
              <a:t>by 2029</a:t>
            </a:r>
          </a:p>
        </p:txBody>
      </p:sp>
      <p:sp>
        <p:nvSpPr>
          <p:cNvPr id="44" name="Rectangle 43">
            <a:extLst>
              <a:ext uri="{FF2B5EF4-FFF2-40B4-BE49-F238E27FC236}">
                <a16:creationId xmlns:a16="http://schemas.microsoft.com/office/drawing/2014/main" id="{D14BAB1C-4D0B-0402-54DD-815ED9AE363B}"/>
              </a:ext>
            </a:extLst>
          </p:cNvPr>
          <p:cNvSpPr/>
          <p:nvPr/>
        </p:nvSpPr>
        <p:spPr>
          <a:xfrm>
            <a:off x="754543" y="3035398"/>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F97E3"/>
                </a:solidFill>
                <a:latin typeface="Arial"/>
              </a:rPr>
              <a:t>Dec’24</a:t>
            </a:r>
          </a:p>
          <a:p>
            <a:pPr defTabSz="1235630" fontAlgn="auto">
              <a:spcBef>
                <a:spcPts val="0"/>
              </a:spcBef>
              <a:spcAft>
                <a:spcPts val="0"/>
              </a:spcAft>
            </a:pPr>
            <a:r>
              <a:rPr lang="it-IT" sz="1455">
                <a:solidFill>
                  <a:srgbClr val="0F97E3"/>
                </a:solidFill>
                <a:latin typeface="Arial"/>
              </a:rPr>
              <a:t>BOC recommends approval</a:t>
            </a:r>
          </a:p>
        </p:txBody>
      </p:sp>
      <p:sp>
        <p:nvSpPr>
          <p:cNvPr id="48" name="Rectangle 47">
            <a:extLst>
              <a:ext uri="{FF2B5EF4-FFF2-40B4-BE49-F238E27FC236}">
                <a16:creationId xmlns:a16="http://schemas.microsoft.com/office/drawing/2014/main" id="{B7011140-1A21-3BFC-2241-B5BEEEBB6210}"/>
              </a:ext>
            </a:extLst>
          </p:cNvPr>
          <p:cNvSpPr/>
          <p:nvPr/>
        </p:nvSpPr>
        <p:spPr>
          <a:xfrm>
            <a:off x="2478212" y="3035398"/>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F97E3"/>
                </a:solidFill>
                <a:latin typeface="Arial"/>
              </a:rPr>
              <a:t>Apr’25</a:t>
            </a:r>
          </a:p>
          <a:p>
            <a:pPr defTabSz="1235630" fontAlgn="auto">
              <a:spcBef>
                <a:spcPts val="0"/>
              </a:spcBef>
              <a:spcAft>
                <a:spcPts val="0"/>
              </a:spcAft>
            </a:pPr>
            <a:r>
              <a:rPr lang="it-IT" sz="1455">
                <a:solidFill>
                  <a:srgbClr val="0F97E3"/>
                </a:solidFill>
                <a:latin typeface="Arial"/>
              </a:rPr>
              <a:t>Permission to start underwriting</a:t>
            </a:r>
          </a:p>
        </p:txBody>
      </p:sp>
      <p:sp>
        <p:nvSpPr>
          <p:cNvPr id="50" name="Rectangle 49">
            <a:extLst>
              <a:ext uri="{FF2B5EF4-FFF2-40B4-BE49-F238E27FC236}">
                <a16:creationId xmlns:a16="http://schemas.microsoft.com/office/drawing/2014/main" id="{4773C7DB-1C69-B3D3-C7CA-E0F08BA89826}"/>
              </a:ext>
            </a:extLst>
          </p:cNvPr>
          <p:cNvSpPr/>
          <p:nvPr/>
        </p:nvSpPr>
        <p:spPr>
          <a:xfrm>
            <a:off x="754543" y="4210350"/>
            <a:ext cx="3353855"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strike="sngStrike">
                <a:solidFill>
                  <a:srgbClr val="0F97E3"/>
                </a:solidFill>
                <a:latin typeface="Arial"/>
              </a:rPr>
              <a:t>All</a:t>
            </a:r>
          </a:p>
          <a:p>
            <a:pPr defTabSz="1235630" fontAlgn="auto">
              <a:spcBef>
                <a:spcPts val="0"/>
              </a:spcBef>
              <a:spcAft>
                <a:spcPts val="0"/>
              </a:spcAft>
            </a:pPr>
            <a:r>
              <a:rPr lang="it-IT" sz="1455">
                <a:solidFill>
                  <a:srgbClr val="0F97E3"/>
                </a:solidFill>
                <a:latin typeface="Arial"/>
              </a:rPr>
              <a:t>This is just incremental premium we otherwise wouldn’t write vs. all Lloyd’s</a:t>
            </a:r>
          </a:p>
        </p:txBody>
      </p:sp>
      <p:sp>
        <p:nvSpPr>
          <p:cNvPr id="52" name="Rectangle 51">
            <a:extLst>
              <a:ext uri="{FF2B5EF4-FFF2-40B4-BE49-F238E27FC236}">
                <a16:creationId xmlns:a16="http://schemas.microsoft.com/office/drawing/2014/main" id="{752C1C63-0C85-E0D1-3B6F-7C3A0C362DD5}"/>
              </a:ext>
            </a:extLst>
          </p:cNvPr>
          <p:cNvSpPr/>
          <p:nvPr/>
        </p:nvSpPr>
        <p:spPr>
          <a:xfrm>
            <a:off x="2467151" y="538530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F97E3"/>
                </a:solidFill>
                <a:latin typeface="Arial"/>
              </a:rPr>
              <a:t>$1B</a:t>
            </a:r>
          </a:p>
          <a:p>
            <a:pPr defTabSz="1235630" fontAlgn="auto">
              <a:spcBef>
                <a:spcPts val="0"/>
              </a:spcBef>
              <a:spcAft>
                <a:spcPts val="0"/>
              </a:spcAft>
            </a:pPr>
            <a:r>
              <a:rPr lang="it-IT" sz="1455">
                <a:solidFill>
                  <a:srgbClr val="0F97E3"/>
                </a:solidFill>
                <a:latin typeface="Arial"/>
              </a:rPr>
              <a:t>Existing Members write w/ Lloyd’s</a:t>
            </a:r>
          </a:p>
        </p:txBody>
      </p:sp>
      <p:sp>
        <p:nvSpPr>
          <p:cNvPr id="53" name="Rectangle 52">
            <a:extLst>
              <a:ext uri="{FF2B5EF4-FFF2-40B4-BE49-F238E27FC236}">
                <a16:creationId xmlns:a16="http://schemas.microsoft.com/office/drawing/2014/main" id="{F5347509-1166-D449-D6C2-F8D432B6F2D8}"/>
              </a:ext>
            </a:extLst>
          </p:cNvPr>
          <p:cNvSpPr/>
          <p:nvPr/>
        </p:nvSpPr>
        <p:spPr>
          <a:xfrm>
            <a:off x="754543" y="538530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F97E3"/>
                </a:solidFill>
                <a:latin typeface="Arial"/>
              </a:rPr>
              <a:t>+2</a:t>
            </a:r>
          </a:p>
          <a:p>
            <a:pPr defTabSz="1235630" fontAlgn="auto">
              <a:spcBef>
                <a:spcPts val="0"/>
              </a:spcBef>
              <a:spcAft>
                <a:spcPts val="0"/>
              </a:spcAft>
            </a:pPr>
            <a:r>
              <a:rPr lang="it-IT" sz="1455">
                <a:solidFill>
                  <a:srgbClr val="0F97E3"/>
                </a:solidFill>
                <a:latin typeface="Arial"/>
              </a:rPr>
              <a:t>Regions: LatAm &amp; Australasia</a:t>
            </a:r>
          </a:p>
        </p:txBody>
      </p:sp>
      <p:sp>
        <p:nvSpPr>
          <p:cNvPr id="6" name="Isosceles Triangle 5">
            <a:extLst>
              <a:ext uri="{FF2B5EF4-FFF2-40B4-BE49-F238E27FC236}">
                <a16:creationId xmlns:a16="http://schemas.microsoft.com/office/drawing/2014/main" id="{CF7237EE-BE08-0D3B-0CB0-45CE61945527}"/>
              </a:ext>
            </a:extLst>
          </p:cNvPr>
          <p:cNvSpPr/>
          <p:nvPr/>
        </p:nvSpPr>
        <p:spPr>
          <a:xfrm rot="5400000">
            <a:off x="2126027" y="2403374"/>
            <a:ext cx="783201" cy="143199"/>
          </a:xfrm>
          <a:prstGeom prst="triangle">
            <a:avLst/>
          </a:prstGeom>
          <a:solidFill>
            <a:schemeClr val="accent4">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000000"/>
              </a:solidFill>
              <a:latin typeface="Arial"/>
            </a:endParaRPr>
          </a:p>
        </p:txBody>
      </p:sp>
    </p:spTree>
    <p:custDataLst>
      <p:tags r:id="rId1"/>
    </p:custDataLst>
    <p:extLst>
      <p:ext uri="{BB962C8B-B14F-4D97-AF65-F5344CB8AC3E}">
        <p14:creationId xmlns:p14="http://schemas.microsoft.com/office/powerpoint/2010/main" val="20317146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388D4-0244-0615-E75C-F395C71657D2}"/>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385D5D24-4C0B-4185-998C-7D190BA50C82}"/>
              </a:ext>
            </a:extLst>
          </p:cNvPr>
          <p:cNvGraphicFramePr>
            <a:graphicFrameLocks/>
          </p:cNvGraphicFramePr>
          <p:nvPr/>
        </p:nvGraphicFramePr>
        <p:xfrm>
          <a:off x="4519062" y="1861250"/>
          <a:ext cx="8572178" cy="4935510"/>
        </p:xfrm>
        <a:graphic>
          <a:graphicData uri="http://schemas.openxmlformats.org/drawingml/2006/chart">
            <c:chart xmlns:c="http://schemas.openxmlformats.org/drawingml/2006/chart" xmlns:r="http://schemas.openxmlformats.org/officeDocument/2006/relationships" r:id="rId7"/>
          </a:graphicData>
        </a:graphic>
      </p:graphicFrame>
      <p:sp>
        <p:nvSpPr>
          <p:cNvPr id="14" name="Text Placeholder 13">
            <a:extLst>
              <a:ext uri="{FF2B5EF4-FFF2-40B4-BE49-F238E27FC236}">
                <a16:creationId xmlns:a16="http://schemas.microsoft.com/office/drawing/2014/main" id="{4980CCCF-5466-6187-F33E-5870145D0F44}"/>
              </a:ext>
            </a:extLst>
          </p:cNvPr>
          <p:cNvSpPr>
            <a:spLocks noGrp="1"/>
          </p:cNvSpPr>
          <p:nvPr>
            <p:ph type="body" sz="quarter" idx="4294967295"/>
            <p:custDataLst>
              <p:tags r:id="rId2"/>
            </p:custDataLst>
          </p:nvPr>
        </p:nvSpPr>
        <p:spPr>
          <a:xfrm>
            <a:off x="12679313" y="7484902"/>
            <a:ext cx="419323" cy="149304"/>
          </a:xfrm>
        </p:spPr>
        <p:txBody>
          <a:bodyPr>
            <a:normAutofit fontScale="25000" lnSpcReduction="20000"/>
          </a:bodyPr>
          <a:lstStyle/>
          <a:p>
            <a:r>
              <a:rPr lang="en-US"/>
              <a:t>1</a:t>
            </a:r>
          </a:p>
        </p:txBody>
      </p:sp>
      <p:sp>
        <p:nvSpPr>
          <p:cNvPr id="15" name="Title 10">
            <a:extLst>
              <a:ext uri="{FF2B5EF4-FFF2-40B4-BE49-F238E27FC236}">
                <a16:creationId xmlns:a16="http://schemas.microsoft.com/office/drawing/2014/main" id="{4665B9F4-D92A-B80D-5EDA-67410F3C5B50}"/>
              </a:ext>
            </a:extLst>
          </p:cNvPr>
          <p:cNvSpPr>
            <a:spLocks noGrp="1"/>
          </p:cNvSpPr>
          <p:nvPr>
            <p:ph type="title"/>
            <p:custDataLst>
              <p:tags r:id="rId3"/>
            </p:custDataLst>
          </p:nvPr>
        </p:nvSpPr>
        <p:spPr>
          <a:xfrm>
            <a:off x="754558" y="437026"/>
            <a:ext cx="12310226" cy="383567"/>
          </a:xfrm>
        </p:spPr>
        <p:txBody>
          <a:bodyPr>
            <a:normAutofit/>
          </a:bodyPr>
          <a:lstStyle/>
          <a:p>
            <a:r>
              <a:rPr lang="en-US"/>
              <a:t>Audacious Aspiration – Hummingbird &amp; </a:t>
            </a:r>
            <a:r>
              <a:rPr lang="en-US" err="1"/>
              <a:t>WoodStar</a:t>
            </a:r>
            <a:endParaRPr lang="en-US"/>
          </a:p>
        </p:txBody>
      </p:sp>
      <p:sp>
        <p:nvSpPr>
          <p:cNvPr id="7" name="Content Placeholder 8">
            <a:extLst>
              <a:ext uri="{FF2B5EF4-FFF2-40B4-BE49-F238E27FC236}">
                <a16:creationId xmlns:a16="http://schemas.microsoft.com/office/drawing/2014/main" id="{D70866D6-72DC-6B44-061F-D6119EE284BC}"/>
              </a:ext>
            </a:extLst>
          </p:cNvPr>
          <p:cNvSpPr txBox="1">
            <a:spLocks/>
          </p:cNvSpPr>
          <p:nvPr>
            <p:custDataLst>
              <p:tags r:id="rId4"/>
            </p:custDataLst>
          </p:nvPr>
        </p:nvSpPr>
        <p:spPr>
          <a:xfrm>
            <a:off x="6730932" y="7490290"/>
            <a:ext cx="5810220" cy="149272"/>
          </a:xfrm>
          <a:prstGeom prst="rect">
            <a:avLst/>
          </a:prstGeom>
        </p:spPr>
        <p:txBody>
          <a:bodyPr vert="horz" wrap="square" lIns="0" tIns="0" rIns="0" bIns="0" rtlCol="0" anchor="t" anchorCtr="0">
            <a:spAutoFit/>
          </a:bodyPr>
          <a:lstStyle>
            <a:lvl1pPr marL="0" indent="0" algn="r" defTabSz="752833" rtl="0" eaLnBrk="1" latinLnBrk="0" hangingPunct="1">
              <a:spcBef>
                <a:spcPts val="0"/>
              </a:spcBef>
              <a:spcAft>
                <a:spcPts val="329"/>
              </a:spcAft>
              <a:buClr>
                <a:schemeClr val="tx2"/>
              </a:buClr>
              <a:buSzPct val="115000"/>
              <a:buFont typeface="Arial" panose="020B0604020202020204" pitchFamily="34" charset="0"/>
              <a:buNone/>
              <a:defRPr sz="800" kern="1200" cap="all" baseline="0">
                <a:solidFill>
                  <a:schemeClr val="bg1"/>
                </a:solidFill>
                <a:latin typeface="Nunito" pitchFamily="2" charset="0"/>
                <a:ea typeface="+mn-ea"/>
                <a:cs typeface="Arial" panose="020B0604020202020204" pitchFamily="34" charset="0"/>
              </a:defRPr>
            </a:lvl1pPr>
            <a:lvl2pPr marL="193481" indent="-94126"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2pPr>
            <a:lvl3pPr marL="287607" indent="-94126" algn="l" defTabSz="752833" rtl="0" eaLnBrk="1" latinLnBrk="0" hangingPunct="1">
              <a:spcBef>
                <a:spcPts val="0"/>
              </a:spcBef>
              <a:spcAft>
                <a:spcPts val="329"/>
              </a:spcAft>
              <a:buClr>
                <a:schemeClr val="tx2"/>
              </a:buClr>
              <a:buFont typeface="Courier New" panose="02070309020205020404" pitchFamily="49" charset="0"/>
              <a:buChar char="o"/>
              <a:defRPr sz="800" kern="1200" baseline="0">
                <a:solidFill>
                  <a:schemeClr val="tx1"/>
                </a:solidFill>
                <a:latin typeface="+mn-lt"/>
                <a:ea typeface="+mn-ea"/>
                <a:cs typeface="Arial" panose="020B0604020202020204" pitchFamily="34" charset="0"/>
              </a:defRPr>
            </a:lvl3pPr>
            <a:lvl4pPr marL="375197" indent="-91511"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4pPr>
            <a:lvl5pPr marL="468016" indent="0" algn="l" defTabSz="839257" rtl="0" eaLnBrk="1" latinLnBrk="0" hangingPunct="1">
              <a:spcBef>
                <a:spcPts val="0"/>
              </a:spcBef>
              <a:spcAft>
                <a:spcPts val="329"/>
              </a:spcAft>
              <a:buClr>
                <a:schemeClr val="tx2"/>
              </a:buClr>
              <a:buSzPct val="115000"/>
              <a:buFont typeface="Arial" panose="020B0604020202020204" pitchFamily="34" charset="0"/>
              <a:buNone/>
              <a:defRPr sz="659" kern="1200">
                <a:solidFill>
                  <a:schemeClr val="tx1"/>
                </a:solidFill>
                <a:latin typeface="Arial" panose="020B0604020202020204" pitchFamily="34" charset="0"/>
                <a:ea typeface="+mn-ea"/>
                <a:cs typeface="Arial" panose="020B0604020202020204" pitchFamily="34" charset="0"/>
              </a:defRPr>
            </a:lvl5pPr>
            <a:lvl6pPr marL="460172" indent="-83668" algn="l" defTabSz="752833" rtl="0" eaLnBrk="1" latinLnBrk="0" hangingPunct="1">
              <a:spcBef>
                <a:spcPct val="20000"/>
              </a:spcBef>
              <a:buFont typeface="Arial" panose="020B0604020202020204" pitchFamily="34" charset="0"/>
              <a:buChar char="–"/>
              <a:defRPr sz="659" kern="1200">
                <a:solidFill>
                  <a:schemeClr val="tx1"/>
                </a:solidFill>
                <a:latin typeface="+mn-lt"/>
                <a:ea typeface="+mn-ea"/>
                <a:cs typeface="+mn-cs"/>
              </a:defRPr>
            </a:lvl6pPr>
            <a:lvl7pPr marL="2446705"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7pPr>
            <a:lvl8pPr marL="2823123"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8pPr>
            <a:lvl9pPr marL="3199537"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9pPr>
          </a:lstStyle>
          <a:p>
            <a:pPr defTabSz="913036" fontAlgn="auto">
              <a:spcAft>
                <a:spcPts val="399"/>
              </a:spcAft>
              <a:buClr>
                <a:srgbClr val="1400F4"/>
              </a:buClr>
              <a:defRPr/>
            </a:pPr>
            <a:endParaRPr lang="en-US" sz="970">
              <a:solidFill>
                <a:srgbClr val="FFFFFF"/>
              </a:solidFill>
            </a:endParaRPr>
          </a:p>
        </p:txBody>
      </p:sp>
      <p:sp>
        <p:nvSpPr>
          <p:cNvPr id="36" name="Slide Number Placeholder 35">
            <a:extLst>
              <a:ext uri="{FF2B5EF4-FFF2-40B4-BE49-F238E27FC236}">
                <a16:creationId xmlns:a16="http://schemas.microsoft.com/office/drawing/2014/main" id="{B0D064FB-44BB-F4B0-2675-CE2665FDCBC6}"/>
              </a:ext>
            </a:extLst>
          </p:cNvPr>
          <p:cNvSpPr>
            <a:spLocks noGrp="1"/>
          </p:cNvSpPr>
          <p:nvPr>
            <p:ph type="sldNum" sz="quarter" idx="4"/>
          </p:nvPr>
        </p:nvSpPr>
        <p:spPr/>
        <p:txBody>
          <a:bodyPr/>
          <a:lstStyle/>
          <a:p>
            <a:pPr algn="r" defTabSz="913036" fontAlgn="auto">
              <a:spcBef>
                <a:spcPts val="0"/>
              </a:spcBef>
              <a:spcAft>
                <a:spcPts val="399"/>
              </a:spcAft>
              <a:buClr>
                <a:srgbClr val="1240BC"/>
              </a:buClr>
              <a:buSzPct val="115000"/>
            </a:pPr>
            <a:fld id="{D6B5243D-B653-4000-BC65-0C10E5412800}" type="slidenum">
              <a:rPr lang="en-US" sz="2426">
                <a:solidFill>
                  <a:srgbClr val="03B1C8"/>
                </a:solidFill>
                <a:ea typeface="+mn-ea"/>
              </a:rPr>
              <a:pPr algn="r" defTabSz="913036" fontAlgn="auto">
                <a:spcBef>
                  <a:spcPts val="0"/>
                </a:spcBef>
                <a:spcAft>
                  <a:spcPts val="399"/>
                </a:spcAft>
                <a:buClr>
                  <a:srgbClr val="1240BC"/>
                </a:buClr>
                <a:buSzPct val="115000"/>
              </a:pPr>
              <a:t>56</a:t>
            </a:fld>
            <a:endParaRPr lang="en-US" sz="2426">
              <a:solidFill>
                <a:srgbClr val="03B1C8"/>
              </a:solidFill>
              <a:ea typeface="+mn-ea"/>
            </a:endParaRPr>
          </a:p>
        </p:txBody>
      </p:sp>
      <p:cxnSp>
        <p:nvCxnSpPr>
          <p:cNvPr id="5" name="Straight Connector 4">
            <a:extLst>
              <a:ext uri="{FF2B5EF4-FFF2-40B4-BE49-F238E27FC236}">
                <a16:creationId xmlns:a16="http://schemas.microsoft.com/office/drawing/2014/main" id="{41E50DB9-4A5D-AC4E-87EA-8CBAF7162658}"/>
              </a:ext>
            </a:extLst>
          </p:cNvPr>
          <p:cNvCxnSpPr>
            <a:cxnSpLocks/>
          </p:cNvCxnSpPr>
          <p:nvPr/>
        </p:nvCxnSpPr>
        <p:spPr>
          <a:xfrm flipV="1">
            <a:off x="4514442" y="1856735"/>
            <a:ext cx="8576798" cy="1"/>
          </a:xfrm>
          <a:prstGeom prst="line">
            <a:avLst/>
          </a:prstGeom>
          <a:ln w="19050">
            <a:solidFill>
              <a:srgbClr val="1240BC"/>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F62AFEF-59B0-DDCA-8446-0BB0535CE8F9}"/>
              </a:ext>
            </a:extLst>
          </p:cNvPr>
          <p:cNvSpPr txBox="1"/>
          <p:nvPr/>
        </p:nvSpPr>
        <p:spPr>
          <a:xfrm>
            <a:off x="3849113" y="6567107"/>
            <a:ext cx="905170" cy="44781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defTabSz="1235630" fontAlgn="auto">
              <a:spcBef>
                <a:spcPts val="485"/>
              </a:spcBef>
              <a:spcAft>
                <a:spcPts val="0"/>
              </a:spcAft>
            </a:pPr>
            <a:r>
              <a:rPr lang="en-US" sz="1455" i="1">
                <a:solidFill>
                  <a:srgbClr val="000000"/>
                </a:solidFill>
                <a:latin typeface="Arial"/>
              </a:rPr>
              <a:t># of Members</a:t>
            </a:r>
          </a:p>
        </p:txBody>
      </p:sp>
      <p:graphicFrame>
        <p:nvGraphicFramePr>
          <p:cNvPr id="27" name="Table 26">
            <a:extLst>
              <a:ext uri="{FF2B5EF4-FFF2-40B4-BE49-F238E27FC236}">
                <a16:creationId xmlns:a16="http://schemas.microsoft.com/office/drawing/2014/main" id="{EC7526ED-8397-C124-9700-E486DD62BDA1}"/>
              </a:ext>
            </a:extLst>
          </p:cNvPr>
          <p:cNvGraphicFramePr>
            <a:graphicFrameLocks noGrp="1"/>
          </p:cNvGraphicFramePr>
          <p:nvPr/>
        </p:nvGraphicFramePr>
        <p:xfrm>
          <a:off x="4733158" y="6560444"/>
          <a:ext cx="5416392" cy="449741"/>
        </p:xfrm>
        <a:graphic>
          <a:graphicData uri="http://schemas.openxmlformats.org/drawingml/2006/table">
            <a:tbl>
              <a:tblPr firstRow="1" bandRow="1"/>
              <a:tblGrid>
                <a:gridCol w="902732">
                  <a:extLst>
                    <a:ext uri="{9D8B030D-6E8A-4147-A177-3AD203B41FA5}">
                      <a16:colId xmlns:a16="http://schemas.microsoft.com/office/drawing/2014/main" val="351719975"/>
                    </a:ext>
                  </a:extLst>
                </a:gridCol>
                <a:gridCol w="902732">
                  <a:extLst>
                    <a:ext uri="{9D8B030D-6E8A-4147-A177-3AD203B41FA5}">
                      <a16:colId xmlns:a16="http://schemas.microsoft.com/office/drawing/2014/main" val="3782978020"/>
                    </a:ext>
                  </a:extLst>
                </a:gridCol>
                <a:gridCol w="902732">
                  <a:extLst>
                    <a:ext uri="{9D8B030D-6E8A-4147-A177-3AD203B41FA5}">
                      <a16:colId xmlns:a16="http://schemas.microsoft.com/office/drawing/2014/main" val="1647877187"/>
                    </a:ext>
                  </a:extLst>
                </a:gridCol>
                <a:gridCol w="902732">
                  <a:extLst>
                    <a:ext uri="{9D8B030D-6E8A-4147-A177-3AD203B41FA5}">
                      <a16:colId xmlns:a16="http://schemas.microsoft.com/office/drawing/2014/main" val="2302965907"/>
                    </a:ext>
                  </a:extLst>
                </a:gridCol>
                <a:gridCol w="902732">
                  <a:extLst>
                    <a:ext uri="{9D8B030D-6E8A-4147-A177-3AD203B41FA5}">
                      <a16:colId xmlns:a16="http://schemas.microsoft.com/office/drawing/2014/main" val="363860668"/>
                    </a:ext>
                  </a:extLst>
                </a:gridCol>
                <a:gridCol w="902732">
                  <a:extLst>
                    <a:ext uri="{9D8B030D-6E8A-4147-A177-3AD203B41FA5}">
                      <a16:colId xmlns:a16="http://schemas.microsoft.com/office/drawing/2014/main" val="1013675085"/>
                    </a:ext>
                  </a:extLst>
                </a:gridCol>
              </a:tblGrid>
              <a:tr h="449741">
                <a:tc>
                  <a:txBody>
                    <a:bodyPr/>
                    <a:lstStyle/>
                    <a:p>
                      <a:pPr algn="ctr"/>
                      <a:r>
                        <a:rPr lang="en-US" sz="1500" b="0" i="1">
                          <a:solidFill>
                            <a:schemeClr val="tx1"/>
                          </a:solidFill>
                        </a:rPr>
                        <a:t>215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300</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391</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489</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594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704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68050690"/>
                  </a:ext>
                </a:extLst>
              </a:tr>
            </a:tbl>
          </a:graphicData>
        </a:graphic>
      </p:graphicFrame>
      <p:sp>
        <p:nvSpPr>
          <p:cNvPr id="30" name="Rectangle 29">
            <a:extLst>
              <a:ext uri="{FF2B5EF4-FFF2-40B4-BE49-F238E27FC236}">
                <a16:creationId xmlns:a16="http://schemas.microsoft.com/office/drawing/2014/main" id="{C8788D35-EC87-361B-991C-43980837783B}"/>
              </a:ext>
            </a:extLst>
          </p:cNvPr>
          <p:cNvSpPr/>
          <p:nvPr/>
        </p:nvSpPr>
        <p:spPr>
          <a:xfrm>
            <a:off x="4514442" y="1298649"/>
            <a:ext cx="8548603"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1240BC"/>
                </a:solidFill>
                <a:latin typeface="Arial"/>
              </a:rPr>
              <a:t>Hummingbird </a:t>
            </a:r>
            <a:r>
              <a:rPr lang="en-US" sz="2183" b="1">
                <a:solidFill>
                  <a:srgbClr val="059123"/>
                </a:solidFill>
                <a:latin typeface="Arial"/>
              </a:rPr>
              <a:t>&amp; </a:t>
            </a:r>
            <a:r>
              <a:rPr lang="en-US" sz="2183" b="1" err="1">
                <a:solidFill>
                  <a:srgbClr val="059123"/>
                </a:solidFill>
                <a:latin typeface="Arial"/>
              </a:rPr>
              <a:t>WoodStar</a:t>
            </a:r>
            <a:endParaRPr lang="en-US" sz="2183" b="1">
              <a:solidFill>
                <a:srgbClr val="059123"/>
              </a:solidFill>
              <a:latin typeface="Arial"/>
            </a:endParaRPr>
          </a:p>
        </p:txBody>
      </p:sp>
      <p:sp>
        <p:nvSpPr>
          <p:cNvPr id="31" name="TextBox 30">
            <a:extLst>
              <a:ext uri="{FF2B5EF4-FFF2-40B4-BE49-F238E27FC236}">
                <a16:creationId xmlns:a16="http://schemas.microsoft.com/office/drawing/2014/main" id="{EAC2FD41-5678-75EB-EDE5-CFCD0C393926}"/>
              </a:ext>
            </a:extLst>
          </p:cNvPr>
          <p:cNvSpPr txBox="1"/>
          <p:nvPr/>
        </p:nvSpPr>
        <p:spPr>
          <a:xfrm>
            <a:off x="754542" y="836587"/>
            <a:ext cx="12336698" cy="298543"/>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l" defTabSz="1235630" fontAlgn="auto">
              <a:spcBef>
                <a:spcPts val="485"/>
              </a:spcBef>
              <a:spcAft>
                <a:spcPts val="0"/>
              </a:spcAft>
            </a:pPr>
            <a:r>
              <a:rPr lang="en-US" sz="1940" b="1">
                <a:solidFill>
                  <a:srgbClr val="03B1C8"/>
                </a:solidFill>
                <a:latin typeface="Arial"/>
              </a:rPr>
              <a:t>$500M from Hummingbird M&amp;A and $500M from </a:t>
            </a:r>
            <a:r>
              <a:rPr lang="en-US" sz="1940" b="1" err="1">
                <a:solidFill>
                  <a:srgbClr val="03B1C8"/>
                </a:solidFill>
                <a:latin typeface="Arial"/>
              </a:rPr>
              <a:t>WoodStar</a:t>
            </a:r>
            <a:r>
              <a:rPr lang="en-US" sz="1940" b="1">
                <a:solidFill>
                  <a:srgbClr val="03B1C8"/>
                </a:solidFill>
                <a:latin typeface="Arial"/>
              </a:rPr>
              <a:t> M&amp;A = $1.0B of 2029 incremental premium</a:t>
            </a:r>
          </a:p>
        </p:txBody>
      </p:sp>
      <p:cxnSp>
        <p:nvCxnSpPr>
          <p:cNvPr id="32" name="Straight Connector 31">
            <a:extLst>
              <a:ext uri="{FF2B5EF4-FFF2-40B4-BE49-F238E27FC236}">
                <a16:creationId xmlns:a16="http://schemas.microsoft.com/office/drawing/2014/main" id="{4F3ADBC9-105A-59B8-E3E9-6FC2D7442DE7}"/>
              </a:ext>
            </a:extLst>
          </p:cNvPr>
          <p:cNvCxnSpPr>
            <a:cxnSpLocks/>
          </p:cNvCxnSpPr>
          <p:nvPr/>
        </p:nvCxnSpPr>
        <p:spPr>
          <a:xfrm flipV="1">
            <a:off x="754543" y="1856734"/>
            <a:ext cx="3364916" cy="2"/>
          </a:xfrm>
          <a:prstGeom prst="line">
            <a:avLst/>
          </a:prstGeom>
          <a:ln w="19050">
            <a:solidFill>
              <a:srgbClr val="1240BC"/>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69A036BC-D367-DDB8-31AC-F8EF94842DF9}"/>
              </a:ext>
            </a:extLst>
          </p:cNvPr>
          <p:cNvSpPr/>
          <p:nvPr/>
        </p:nvSpPr>
        <p:spPr>
          <a:xfrm>
            <a:off x="754543" y="1298649"/>
            <a:ext cx="3353855"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1240BC"/>
                </a:solidFill>
                <a:latin typeface="Arial"/>
              </a:rPr>
              <a:t>Assumptions</a:t>
            </a:r>
          </a:p>
        </p:txBody>
      </p:sp>
      <p:sp>
        <p:nvSpPr>
          <p:cNvPr id="44" name="Rectangle 43">
            <a:extLst>
              <a:ext uri="{FF2B5EF4-FFF2-40B4-BE49-F238E27FC236}">
                <a16:creationId xmlns:a16="http://schemas.microsoft.com/office/drawing/2014/main" id="{D800D9B2-C4CA-3BA5-3027-48AFDDE981C8}"/>
              </a:ext>
            </a:extLst>
          </p:cNvPr>
          <p:cNvSpPr/>
          <p:nvPr/>
        </p:nvSpPr>
        <p:spPr>
          <a:xfrm>
            <a:off x="754543" y="2683016"/>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240BC"/>
                </a:solidFill>
                <a:latin typeface="Arial"/>
              </a:rPr>
              <a:t>+2-3</a:t>
            </a:r>
          </a:p>
          <a:p>
            <a:pPr defTabSz="1235630" fontAlgn="auto">
              <a:spcBef>
                <a:spcPts val="0"/>
              </a:spcBef>
              <a:spcAft>
                <a:spcPts val="0"/>
              </a:spcAft>
            </a:pPr>
            <a:r>
              <a:rPr lang="it-IT" sz="1455" u="sng">
                <a:solidFill>
                  <a:srgbClr val="1240BC"/>
                </a:solidFill>
                <a:latin typeface="Arial"/>
              </a:rPr>
              <a:t>New</a:t>
            </a:r>
            <a:r>
              <a:rPr lang="it-IT" sz="1455">
                <a:solidFill>
                  <a:srgbClr val="1240BC"/>
                </a:solidFill>
                <a:latin typeface="Arial"/>
              </a:rPr>
              <a:t> MGAs acquired per year</a:t>
            </a:r>
          </a:p>
        </p:txBody>
      </p:sp>
      <p:sp>
        <p:nvSpPr>
          <p:cNvPr id="48" name="Rectangle 47">
            <a:extLst>
              <a:ext uri="{FF2B5EF4-FFF2-40B4-BE49-F238E27FC236}">
                <a16:creationId xmlns:a16="http://schemas.microsoft.com/office/drawing/2014/main" id="{5111ACEC-8243-2122-AFA8-04AB3A6AE410}"/>
              </a:ext>
            </a:extLst>
          </p:cNvPr>
          <p:cNvSpPr/>
          <p:nvPr/>
        </p:nvSpPr>
        <p:spPr>
          <a:xfrm>
            <a:off x="2478212" y="2683016"/>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240BC"/>
                </a:solidFill>
                <a:latin typeface="Arial"/>
              </a:rPr>
              <a:t>+500M</a:t>
            </a:r>
          </a:p>
          <a:p>
            <a:pPr defTabSz="1235630" fontAlgn="auto">
              <a:spcBef>
                <a:spcPts val="0"/>
              </a:spcBef>
              <a:spcAft>
                <a:spcPts val="0"/>
              </a:spcAft>
            </a:pPr>
            <a:r>
              <a:rPr lang="it-IT" sz="1455">
                <a:solidFill>
                  <a:srgbClr val="1240BC"/>
                </a:solidFill>
                <a:latin typeface="Arial"/>
              </a:rPr>
              <a:t>Incremental premium in 2029</a:t>
            </a:r>
          </a:p>
        </p:txBody>
      </p:sp>
      <p:sp>
        <p:nvSpPr>
          <p:cNvPr id="8" name="Isosceles Triangle 7">
            <a:extLst>
              <a:ext uri="{FF2B5EF4-FFF2-40B4-BE49-F238E27FC236}">
                <a16:creationId xmlns:a16="http://schemas.microsoft.com/office/drawing/2014/main" id="{33E18170-B84F-55E7-52CD-14E466AD821C}"/>
              </a:ext>
            </a:extLst>
          </p:cNvPr>
          <p:cNvSpPr/>
          <p:nvPr/>
        </p:nvSpPr>
        <p:spPr>
          <a:xfrm rot="5400000">
            <a:off x="2084570" y="3225138"/>
            <a:ext cx="783201" cy="143199"/>
          </a:xfrm>
          <a:prstGeom prst="triangle">
            <a:avLst/>
          </a:prstGeom>
          <a:solidFill>
            <a:schemeClr val="accent1">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1240BC"/>
              </a:solidFill>
              <a:latin typeface="Arial"/>
            </a:endParaRPr>
          </a:p>
        </p:txBody>
      </p:sp>
      <p:grpSp>
        <p:nvGrpSpPr>
          <p:cNvPr id="11" name="Group 10">
            <a:extLst>
              <a:ext uri="{FF2B5EF4-FFF2-40B4-BE49-F238E27FC236}">
                <a16:creationId xmlns:a16="http://schemas.microsoft.com/office/drawing/2014/main" id="{FCE53069-0CA3-D004-843B-7BFA5433EFD3}"/>
              </a:ext>
            </a:extLst>
          </p:cNvPr>
          <p:cNvGrpSpPr/>
          <p:nvPr/>
        </p:nvGrpSpPr>
        <p:grpSpPr>
          <a:xfrm>
            <a:off x="754543" y="5053649"/>
            <a:ext cx="3353855" cy="1227442"/>
            <a:chOff x="622169" y="3467682"/>
            <a:chExt cx="2765466" cy="1012104"/>
          </a:xfrm>
        </p:grpSpPr>
        <p:sp>
          <p:nvSpPr>
            <p:cNvPr id="52" name="Rectangle 51">
              <a:extLst>
                <a:ext uri="{FF2B5EF4-FFF2-40B4-BE49-F238E27FC236}">
                  <a16:creationId xmlns:a16="http://schemas.microsoft.com/office/drawing/2014/main" id="{95F65F3E-0D5D-B401-2D55-E4C1A8A97CA0}"/>
                </a:ext>
              </a:extLst>
            </p:cNvPr>
            <p:cNvSpPr/>
            <p:nvPr/>
          </p:nvSpPr>
          <p:spPr>
            <a:xfrm>
              <a:off x="2034323" y="3467682"/>
              <a:ext cx="1353312" cy="10121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59123"/>
                  </a:solidFill>
                  <a:latin typeface="Arial"/>
                </a:rPr>
                <a:t>+500M</a:t>
              </a:r>
            </a:p>
            <a:p>
              <a:pPr defTabSz="1235630" fontAlgn="auto">
                <a:spcBef>
                  <a:spcPts val="0"/>
                </a:spcBef>
                <a:spcAft>
                  <a:spcPts val="0"/>
                </a:spcAft>
              </a:pPr>
              <a:r>
                <a:rPr lang="it-IT" sz="1455">
                  <a:solidFill>
                    <a:srgbClr val="059123"/>
                  </a:solidFill>
                  <a:latin typeface="Arial"/>
                </a:rPr>
                <a:t>Incremental premium in 2027</a:t>
              </a:r>
            </a:p>
          </p:txBody>
        </p:sp>
        <p:sp>
          <p:nvSpPr>
            <p:cNvPr id="53" name="Rectangle 52">
              <a:extLst>
                <a:ext uri="{FF2B5EF4-FFF2-40B4-BE49-F238E27FC236}">
                  <a16:creationId xmlns:a16="http://schemas.microsoft.com/office/drawing/2014/main" id="{3BA8E73E-D67B-F8D9-2836-9D5A2FD2F87C}"/>
                </a:ext>
              </a:extLst>
            </p:cNvPr>
            <p:cNvSpPr/>
            <p:nvPr/>
          </p:nvSpPr>
          <p:spPr>
            <a:xfrm>
              <a:off x="622169" y="3467682"/>
              <a:ext cx="1353312" cy="10121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59123"/>
                  </a:solidFill>
                  <a:latin typeface="Arial"/>
                </a:rPr>
                <a:t>+2</a:t>
              </a:r>
            </a:p>
            <a:p>
              <a:pPr defTabSz="1235630" fontAlgn="auto">
                <a:spcBef>
                  <a:spcPts val="0"/>
                </a:spcBef>
                <a:spcAft>
                  <a:spcPts val="0"/>
                </a:spcAft>
              </a:pPr>
              <a:r>
                <a:rPr lang="it-IT" sz="1455">
                  <a:solidFill>
                    <a:srgbClr val="059123"/>
                  </a:solidFill>
                  <a:latin typeface="Arial"/>
                </a:rPr>
                <a:t>$100M+ ins. co. WoodStar acq.’s</a:t>
              </a:r>
            </a:p>
          </p:txBody>
        </p:sp>
        <p:sp>
          <p:nvSpPr>
            <p:cNvPr id="9" name="Isosceles Triangle 8">
              <a:extLst>
                <a:ext uri="{FF2B5EF4-FFF2-40B4-BE49-F238E27FC236}">
                  <a16:creationId xmlns:a16="http://schemas.microsoft.com/office/drawing/2014/main" id="{045AF2C9-0AD0-BC04-9B0C-E99D18577585}"/>
                </a:ext>
              </a:extLst>
            </p:cNvPr>
            <p:cNvSpPr/>
            <p:nvPr/>
          </p:nvSpPr>
          <p:spPr>
            <a:xfrm rot="5400000">
              <a:off x="1718860" y="3914696"/>
              <a:ext cx="645799" cy="118077"/>
            </a:xfrm>
            <a:prstGeom prst="triangle">
              <a:avLst/>
            </a:prstGeom>
            <a:solidFill>
              <a:srgbClr val="B2FCC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endParaRPr lang="en-US" sz="970" err="1">
                <a:solidFill>
                  <a:srgbClr val="1240BC"/>
                </a:solidFill>
                <a:latin typeface="Arial"/>
              </a:endParaRPr>
            </a:p>
          </p:txBody>
        </p:sp>
      </p:grpSp>
      <p:pic>
        <p:nvPicPr>
          <p:cNvPr id="3" name="Picture 2" descr="A blue and black text&#10;&#10;Description automatically generated">
            <a:extLst>
              <a:ext uri="{FF2B5EF4-FFF2-40B4-BE49-F238E27FC236}">
                <a16:creationId xmlns:a16="http://schemas.microsoft.com/office/drawing/2014/main" id="{9A8A21A3-9334-9972-C180-4EF7BBE252E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46774" y="4569637"/>
            <a:ext cx="2569394" cy="404301"/>
          </a:xfrm>
          <a:prstGeom prst="rect">
            <a:avLst/>
          </a:prstGeom>
        </p:spPr>
      </p:pic>
      <p:grpSp>
        <p:nvGrpSpPr>
          <p:cNvPr id="16" name="Group 15">
            <a:extLst>
              <a:ext uri="{FF2B5EF4-FFF2-40B4-BE49-F238E27FC236}">
                <a16:creationId xmlns:a16="http://schemas.microsoft.com/office/drawing/2014/main" id="{75D91917-A4A1-0271-9D62-C46551A14F32}"/>
              </a:ext>
            </a:extLst>
          </p:cNvPr>
          <p:cNvGrpSpPr/>
          <p:nvPr/>
        </p:nvGrpSpPr>
        <p:grpSpPr>
          <a:xfrm>
            <a:off x="867298" y="1997995"/>
            <a:ext cx="3402679" cy="733035"/>
            <a:chOff x="732234" y="1660545"/>
            <a:chExt cx="2805725" cy="604434"/>
          </a:xfrm>
        </p:grpSpPr>
        <p:sp>
          <p:nvSpPr>
            <p:cNvPr id="42" name="Rectangle 41">
              <a:extLst>
                <a:ext uri="{FF2B5EF4-FFF2-40B4-BE49-F238E27FC236}">
                  <a16:creationId xmlns:a16="http://schemas.microsoft.com/office/drawing/2014/main" id="{9F643EAD-4166-19A0-264B-69B228EEB2EB}"/>
                </a:ext>
              </a:extLst>
            </p:cNvPr>
            <p:cNvSpPr/>
            <p:nvPr/>
          </p:nvSpPr>
          <p:spPr>
            <a:xfrm>
              <a:off x="1050559" y="1710130"/>
              <a:ext cx="2487400" cy="50526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2911">
                  <a:solidFill>
                    <a:srgbClr val="1240BC"/>
                  </a:solidFill>
                  <a:latin typeface="Avenir Next LT Pro" panose="020B0504020202020204" pitchFamily="34" charset="0"/>
                </a:rPr>
                <a:t>Hummingbird</a:t>
              </a:r>
              <a:endParaRPr lang="it-IT" sz="2911">
                <a:solidFill>
                  <a:srgbClr val="1240BC"/>
                </a:solidFill>
                <a:latin typeface="Avenir Next LT Pro" panose="020B0504020202020204" pitchFamily="34" charset="0"/>
              </a:endParaRPr>
            </a:p>
          </p:txBody>
        </p:sp>
        <p:pic>
          <p:nvPicPr>
            <p:cNvPr id="13" name="Picture 12" descr="A blue and white flower&#10;&#10;Description automatically generated">
              <a:extLst>
                <a:ext uri="{FF2B5EF4-FFF2-40B4-BE49-F238E27FC236}">
                  <a16:creationId xmlns:a16="http://schemas.microsoft.com/office/drawing/2014/main" id="{81A12508-3639-B5DA-2605-42A1873D984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rot="18910165">
              <a:off x="732234" y="1660545"/>
              <a:ext cx="607582" cy="604434"/>
            </a:xfrm>
            <a:prstGeom prst="rect">
              <a:avLst/>
            </a:prstGeom>
          </p:spPr>
        </p:pic>
      </p:grpSp>
    </p:spTree>
    <p:custDataLst>
      <p:tags r:id="rId1"/>
    </p:custDataLst>
    <p:extLst>
      <p:ext uri="{BB962C8B-B14F-4D97-AF65-F5344CB8AC3E}">
        <p14:creationId xmlns:p14="http://schemas.microsoft.com/office/powerpoint/2010/main" val="7845753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2CA71-A5F8-708E-E886-FB54A496D6A1}"/>
            </a:ext>
          </a:extLst>
        </p:cNvPr>
        <p:cNvGrpSpPr/>
        <p:nvPr/>
      </p:nvGrpSpPr>
      <p:grpSpPr>
        <a:xfrm>
          <a:off x="0" y="0"/>
          <a:ext cx="0" cy="0"/>
          <a:chOff x="0" y="0"/>
          <a:chExt cx="0" cy="0"/>
        </a:xfrm>
      </p:grpSpPr>
      <p:sp>
        <p:nvSpPr>
          <p:cNvPr id="14" name="Text Placeholder 13">
            <a:extLst>
              <a:ext uri="{FF2B5EF4-FFF2-40B4-BE49-F238E27FC236}">
                <a16:creationId xmlns:a16="http://schemas.microsoft.com/office/drawing/2014/main" id="{29D4BDF2-DE4E-E04D-9620-B65322A7C960}"/>
              </a:ext>
            </a:extLst>
          </p:cNvPr>
          <p:cNvSpPr>
            <a:spLocks noGrp="1"/>
          </p:cNvSpPr>
          <p:nvPr>
            <p:ph type="body" sz="quarter" idx="4294967295"/>
            <p:custDataLst>
              <p:tags r:id="rId2"/>
            </p:custDataLst>
          </p:nvPr>
        </p:nvSpPr>
        <p:spPr>
          <a:xfrm>
            <a:off x="12679313" y="7484902"/>
            <a:ext cx="419323" cy="149304"/>
          </a:xfrm>
        </p:spPr>
        <p:txBody>
          <a:bodyPr>
            <a:normAutofit fontScale="25000" lnSpcReduction="20000"/>
          </a:bodyPr>
          <a:lstStyle/>
          <a:p>
            <a:r>
              <a:rPr lang="en-US"/>
              <a:t>1</a:t>
            </a:r>
          </a:p>
        </p:txBody>
      </p:sp>
      <p:sp>
        <p:nvSpPr>
          <p:cNvPr id="15" name="Title 10">
            <a:extLst>
              <a:ext uri="{FF2B5EF4-FFF2-40B4-BE49-F238E27FC236}">
                <a16:creationId xmlns:a16="http://schemas.microsoft.com/office/drawing/2014/main" id="{A1323B5B-651C-F291-398A-A1BA11F95F77}"/>
              </a:ext>
            </a:extLst>
          </p:cNvPr>
          <p:cNvSpPr>
            <a:spLocks noGrp="1"/>
          </p:cNvSpPr>
          <p:nvPr>
            <p:ph type="title"/>
            <p:custDataLst>
              <p:tags r:id="rId3"/>
            </p:custDataLst>
          </p:nvPr>
        </p:nvSpPr>
        <p:spPr>
          <a:xfrm>
            <a:off x="754558" y="437026"/>
            <a:ext cx="12310226" cy="383567"/>
          </a:xfrm>
        </p:spPr>
        <p:txBody>
          <a:bodyPr>
            <a:normAutofit/>
          </a:bodyPr>
          <a:lstStyle/>
          <a:p>
            <a:r>
              <a:rPr lang="en-US"/>
              <a:t>Audacious Aspiration – Accelerant Product Marketplace (</a:t>
            </a:r>
            <a:r>
              <a:rPr lang="en-US" err="1"/>
              <a:t>fka</a:t>
            </a:r>
            <a:r>
              <a:rPr lang="en-US"/>
              <a:t> Digital Distribution)</a:t>
            </a:r>
          </a:p>
        </p:txBody>
      </p:sp>
      <p:sp>
        <p:nvSpPr>
          <p:cNvPr id="7" name="Content Placeholder 8">
            <a:extLst>
              <a:ext uri="{FF2B5EF4-FFF2-40B4-BE49-F238E27FC236}">
                <a16:creationId xmlns:a16="http://schemas.microsoft.com/office/drawing/2014/main" id="{2BA3E2DE-A40A-EAD1-63D3-EB135BA2FC54}"/>
              </a:ext>
            </a:extLst>
          </p:cNvPr>
          <p:cNvSpPr txBox="1">
            <a:spLocks/>
          </p:cNvSpPr>
          <p:nvPr>
            <p:custDataLst>
              <p:tags r:id="rId4"/>
            </p:custDataLst>
          </p:nvPr>
        </p:nvSpPr>
        <p:spPr>
          <a:xfrm>
            <a:off x="6730932" y="7490290"/>
            <a:ext cx="5810220" cy="149272"/>
          </a:xfrm>
          <a:prstGeom prst="rect">
            <a:avLst/>
          </a:prstGeom>
        </p:spPr>
        <p:txBody>
          <a:bodyPr vert="horz" wrap="square" lIns="0" tIns="0" rIns="0" bIns="0" rtlCol="0" anchor="t" anchorCtr="0">
            <a:spAutoFit/>
          </a:bodyPr>
          <a:lstStyle>
            <a:lvl1pPr marL="0" indent="0" algn="r" defTabSz="752833" rtl="0" eaLnBrk="1" latinLnBrk="0" hangingPunct="1">
              <a:spcBef>
                <a:spcPts val="0"/>
              </a:spcBef>
              <a:spcAft>
                <a:spcPts val="329"/>
              </a:spcAft>
              <a:buClr>
                <a:schemeClr val="tx2"/>
              </a:buClr>
              <a:buSzPct val="115000"/>
              <a:buFont typeface="Arial" panose="020B0604020202020204" pitchFamily="34" charset="0"/>
              <a:buNone/>
              <a:defRPr sz="800" kern="1200" cap="all" baseline="0">
                <a:solidFill>
                  <a:schemeClr val="bg1"/>
                </a:solidFill>
                <a:latin typeface="Nunito" pitchFamily="2" charset="0"/>
                <a:ea typeface="+mn-ea"/>
                <a:cs typeface="Arial" panose="020B0604020202020204" pitchFamily="34" charset="0"/>
              </a:defRPr>
            </a:lvl1pPr>
            <a:lvl2pPr marL="193481" indent="-94126"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2pPr>
            <a:lvl3pPr marL="287607" indent="-94126" algn="l" defTabSz="752833" rtl="0" eaLnBrk="1" latinLnBrk="0" hangingPunct="1">
              <a:spcBef>
                <a:spcPts val="0"/>
              </a:spcBef>
              <a:spcAft>
                <a:spcPts val="329"/>
              </a:spcAft>
              <a:buClr>
                <a:schemeClr val="tx2"/>
              </a:buClr>
              <a:buFont typeface="Courier New" panose="02070309020205020404" pitchFamily="49" charset="0"/>
              <a:buChar char="o"/>
              <a:defRPr sz="800" kern="1200" baseline="0">
                <a:solidFill>
                  <a:schemeClr val="tx1"/>
                </a:solidFill>
                <a:latin typeface="+mn-lt"/>
                <a:ea typeface="+mn-ea"/>
                <a:cs typeface="Arial" panose="020B0604020202020204" pitchFamily="34" charset="0"/>
              </a:defRPr>
            </a:lvl3pPr>
            <a:lvl4pPr marL="375197" indent="-91511"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4pPr>
            <a:lvl5pPr marL="468016" indent="0" algn="l" defTabSz="839257" rtl="0" eaLnBrk="1" latinLnBrk="0" hangingPunct="1">
              <a:spcBef>
                <a:spcPts val="0"/>
              </a:spcBef>
              <a:spcAft>
                <a:spcPts val="329"/>
              </a:spcAft>
              <a:buClr>
                <a:schemeClr val="tx2"/>
              </a:buClr>
              <a:buSzPct val="115000"/>
              <a:buFont typeface="Arial" panose="020B0604020202020204" pitchFamily="34" charset="0"/>
              <a:buNone/>
              <a:defRPr sz="659" kern="1200">
                <a:solidFill>
                  <a:schemeClr val="tx1"/>
                </a:solidFill>
                <a:latin typeface="Arial" panose="020B0604020202020204" pitchFamily="34" charset="0"/>
                <a:ea typeface="+mn-ea"/>
                <a:cs typeface="Arial" panose="020B0604020202020204" pitchFamily="34" charset="0"/>
              </a:defRPr>
            </a:lvl5pPr>
            <a:lvl6pPr marL="460172" indent="-83668" algn="l" defTabSz="752833" rtl="0" eaLnBrk="1" latinLnBrk="0" hangingPunct="1">
              <a:spcBef>
                <a:spcPct val="20000"/>
              </a:spcBef>
              <a:buFont typeface="Arial" panose="020B0604020202020204" pitchFamily="34" charset="0"/>
              <a:buChar char="–"/>
              <a:defRPr sz="659" kern="1200">
                <a:solidFill>
                  <a:schemeClr val="tx1"/>
                </a:solidFill>
                <a:latin typeface="+mn-lt"/>
                <a:ea typeface="+mn-ea"/>
                <a:cs typeface="+mn-cs"/>
              </a:defRPr>
            </a:lvl6pPr>
            <a:lvl7pPr marL="2446705"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7pPr>
            <a:lvl8pPr marL="2823123"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8pPr>
            <a:lvl9pPr marL="3199537"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9pPr>
          </a:lstStyle>
          <a:p>
            <a:pPr defTabSz="913036" fontAlgn="auto">
              <a:spcAft>
                <a:spcPts val="399"/>
              </a:spcAft>
              <a:buClr>
                <a:srgbClr val="1400F4"/>
              </a:buClr>
              <a:defRPr/>
            </a:pPr>
            <a:endParaRPr lang="en-US" sz="970">
              <a:solidFill>
                <a:srgbClr val="FFFFFF"/>
              </a:solidFill>
            </a:endParaRPr>
          </a:p>
        </p:txBody>
      </p:sp>
      <p:sp>
        <p:nvSpPr>
          <p:cNvPr id="36" name="Slide Number Placeholder 35">
            <a:extLst>
              <a:ext uri="{FF2B5EF4-FFF2-40B4-BE49-F238E27FC236}">
                <a16:creationId xmlns:a16="http://schemas.microsoft.com/office/drawing/2014/main" id="{B5380CFE-3DFE-B870-2C8B-0462545A4B43}"/>
              </a:ext>
            </a:extLst>
          </p:cNvPr>
          <p:cNvSpPr>
            <a:spLocks noGrp="1"/>
          </p:cNvSpPr>
          <p:nvPr>
            <p:ph type="sldNum" sz="quarter" idx="4"/>
          </p:nvPr>
        </p:nvSpPr>
        <p:spPr/>
        <p:txBody>
          <a:bodyPr/>
          <a:lstStyle/>
          <a:p>
            <a:pPr algn="r" defTabSz="913036" fontAlgn="auto">
              <a:spcBef>
                <a:spcPts val="0"/>
              </a:spcBef>
              <a:spcAft>
                <a:spcPts val="399"/>
              </a:spcAft>
              <a:buClr>
                <a:srgbClr val="1240BC"/>
              </a:buClr>
              <a:buSzPct val="115000"/>
            </a:pPr>
            <a:fld id="{D6B5243D-B653-4000-BC65-0C10E5412800}" type="slidenum">
              <a:rPr lang="en-US" sz="2426">
                <a:solidFill>
                  <a:srgbClr val="03B1C8"/>
                </a:solidFill>
                <a:ea typeface="+mn-ea"/>
              </a:rPr>
              <a:pPr algn="r" defTabSz="913036" fontAlgn="auto">
                <a:spcBef>
                  <a:spcPts val="0"/>
                </a:spcBef>
                <a:spcAft>
                  <a:spcPts val="399"/>
                </a:spcAft>
                <a:buClr>
                  <a:srgbClr val="1240BC"/>
                </a:buClr>
                <a:buSzPct val="115000"/>
              </a:pPr>
              <a:t>57</a:t>
            </a:fld>
            <a:endParaRPr lang="en-US" sz="2426">
              <a:solidFill>
                <a:srgbClr val="03B1C8"/>
              </a:solidFill>
              <a:ea typeface="+mn-ea"/>
            </a:endParaRPr>
          </a:p>
        </p:txBody>
      </p:sp>
      <p:cxnSp>
        <p:nvCxnSpPr>
          <p:cNvPr id="5" name="Straight Connector 4">
            <a:extLst>
              <a:ext uri="{FF2B5EF4-FFF2-40B4-BE49-F238E27FC236}">
                <a16:creationId xmlns:a16="http://schemas.microsoft.com/office/drawing/2014/main" id="{9EBBE802-092F-612B-DDCD-8818DE237FE9}"/>
              </a:ext>
            </a:extLst>
          </p:cNvPr>
          <p:cNvCxnSpPr>
            <a:cxnSpLocks/>
          </p:cNvCxnSpPr>
          <p:nvPr/>
        </p:nvCxnSpPr>
        <p:spPr>
          <a:xfrm flipV="1">
            <a:off x="4514442" y="1856735"/>
            <a:ext cx="8576798" cy="1"/>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07AA3EB-4A35-9F76-0942-72CCCFAA60E5}"/>
              </a:ext>
            </a:extLst>
          </p:cNvPr>
          <p:cNvSpPr/>
          <p:nvPr/>
        </p:nvSpPr>
        <p:spPr>
          <a:xfrm>
            <a:off x="4514442" y="1298649"/>
            <a:ext cx="8548603"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6968F6"/>
                </a:solidFill>
                <a:latin typeface="Arial"/>
              </a:rPr>
              <a:t>Additional Organic Growth</a:t>
            </a:r>
          </a:p>
        </p:txBody>
      </p:sp>
      <p:sp>
        <p:nvSpPr>
          <p:cNvPr id="31" name="TextBox 30">
            <a:extLst>
              <a:ext uri="{FF2B5EF4-FFF2-40B4-BE49-F238E27FC236}">
                <a16:creationId xmlns:a16="http://schemas.microsoft.com/office/drawing/2014/main" id="{91A1FE36-1FCB-DBE7-4F8B-09B1E835CF63}"/>
              </a:ext>
            </a:extLst>
          </p:cNvPr>
          <p:cNvSpPr txBox="1"/>
          <p:nvPr/>
        </p:nvSpPr>
        <p:spPr>
          <a:xfrm>
            <a:off x="754541" y="836587"/>
            <a:ext cx="12308503" cy="298543"/>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l" defTabSz="1235630" fontAlgn="auto">
              <a:spcBef>
                <a:spcPts val="485"/>
              </a:spcBef>
              <a:spcAft>
                <a:spcPts val="0"/>
              </a:spcAft>
            </a:pPr>
            <a:r>
              <a:rPr lang="en-US" sz="1940" b="1">
                <a:solidFill>
                  <a:srgbClr val="03B1C8"/>
                </a:solidFill>
                <a:latin typeface="Arial"/>
              </a:rPr>
              <a:t>+400M of incremental premium in 2029 from added distribution for pre-existing Members</a:t>
            </a:r>
          </a:p>
        </p:txBody>
      </p:sp>
      <p:cxnSp>
        <p:nvCxnSpPr>
          <p:cNvPr id="32" name="Straight Connector 31">
            <a:extLst>
              <a:ext uri="{FF2B5EF4-FFF2-40B4-BE49-F238E27FC236}">
                <a16:creationId xmlns:a16="http://schemas.microsoft.com/office/drawing/2014/main" id="{40F08433-B616-51B2-4E54-E7FBA1596665}"/>
              </a:ext>
            </a:extLst>
          </p:cNvPr>
          <p:cNvCxnSpPr>
            <a:cxnSpLocks/>
          </p:cNvCxnSpPr>
          <p:nvPr/>
        </p:nvCxnSpPr>
        <p:spPr>
          <a:xfrm flipV="1">
            <a:off x="754543" y="1856734"/>
            <a:ext cx="3364916" cy="2"/>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F2BFDCEF-8DED-1838-AA59-BFC8C4276DF6}"/>
              </a:ext>
            </a:extLst>
          </p:cNvPr>
          <p:cNvSpPr/>
          <p:nvPr/>
        </p:nvSpPr>
        <p:spPr>
          <a:xfrm>
            <a:off x="754543" y="1298649"/>
            <a:ext cx="3353855"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6968F6"/>
                </a:solidFill>
                <a:latin typeface="Arial"/>
              </a:rPr>
              <a:t>Assumptions</a:t>
            </a:r>
          </a:p>
        </p:txBody>
      </p:sp>
      <p:sp>
        <p:nvSpPr>
          <p:cNvPr id="3" name="TextBox 2">
            <a:extLst>
              <a:ext uri="{FF2B5EF4-FFF2-40B4-BE49-F238E27FC236}">
                <a16:creationId xmlns:a16="http://schemas.microsoft.com/office/drawing/2014/main" id="{0FA51919-4E19-5FB5-C561-DBECFF718C85}"/>
              </a:ext>
            </a:extLst>
          </p:cNvPr>
          <p:cNvSpPr txBox="1"/>
          <p:nvPr/>
        </p:nvSpPr>
        <p:spPr>
          <a:xfrm>
            <a:off x="3849113" y="6567107"/>
            <a:ext cx="905170" cy="44781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defTabSz="1235630" fontAlgn="auto">
              <a:spcBef>
                <a:spcPts val="485"/>
              </a:spcBef>
              <a:spcAft>
                <a:spcPts val="0"/>
              </a:spcAft>
            </a:pPr>
            <a:r>
              <a:rPr lang="en-US" sz="1455" i="1">
                <a:solidFill>
                  <a:srgbClr val="000000"/>
                </a:solidFill>
                <a:latin typeface="Arial"/>
              </a:rPr>
              <a:t># of Members</a:t>
            </a:r>
          </a:p>
        </p:txBody>
      </p:sp>
      <p:graphicFrame>
        <p:nvGraphicFramePr>
          <p:cNvPr id="11" name="Table 10">
            <a:extLst>
              <a:ext uri="{FF2B5EF4-FFF2-40B4-BE49-F238E27FC236}">
                <a16:creationId xmlns:a16="http://schemas.microsoft.com/office/drawing/2014/main" id="{932B3578-3D61-487F-A17E-1B6A5C85574D}"/>
              </a:ext>
            </a:extLst>
          </p:cNvPr>
          <p:cNvGraphicFramePr>
            <a:graphicFrameLocks noGrp="1"/>
          </p:cNvGraphicFramePr>
          <p:nvPr/>
        </p:nvGraphicFramePr>
        <p:xfrm>
          <a:off x="4733158" y="6560444"/>
          <a:ext cx="5416392" cy="449741"/>
        </p:xfrm>
        <a:graphic>
          <a:graphicData uri="http://schemas.openxmlformats.org/drawingml/2006/table">
            <a:tbl>
              <a:tblPr firstRow="1" bandRow="1"/>
              <a:tblGrid>
                <a:gridCol w="902732">
                  <a:extLst>
                    <a:ext uri="{9D8B030D-6E8A-4147-A177-3AD203B41FA5}">
                      <a16:colId xmlns:a16="http://schemas.microsoft.com/office/drawing/2014/main" val="351719975"/>
                    </a:ext>
                  </a:extLst>
                </a:gridCol>
                <a:gridCol w="902732">
                  <a:extLst>
                    <a:ext uri="{9D8B030D-6E8A-4147-A177-3AD203B41FA5}">
                      <a16:colId xmlns:a16="http://schemas.microsoft.com/office/drawing/2014/main" val="3782978020"/>
                    </a:ext>
                  </a:extLst>
                </a:gridCol>
                <a:gridCol w="902732">
                  <a:extLst>
                    <a:ext uri="{9D8B030D-6E8A-4147-A177-3AD203B41FA5}">
                      <a16:colId xmlns:a16="http://schemas.microsoft.com/office/drawing/2014/main" val="1647877187"/>
                    </a:ext>
                  </a:extLst>
                </a:gridCol>
                <a:gridCol w="902732">
                  <a:extLst>
                    <a:ext uri="{9D8B030D-6E8A-4147-A177-3AD203B41FA5}">
                      <a16:colId xmlns:a16="http://schemas.microsoft.com/office/drawing/2014/main" val="2302965907"/>
                    </a:ext>
                  </a:extLst>
                </a:gridCol>
                <a:gridCol w="902732">
                  <a:extLst>
                    <a:ext uri="{9D8B030D-6E8A-4147-A177-3AD203B41FA5}">
                      <a16:colId xmlns:a16="http://schemas.microsoft.com/office/drawing/2014/main" val="363860668"/>
                    </a:ext>
                  </a:extLst>
                </a:gridCol>
                <a:gridCol w="902732">
                  <a:extLst>
                    <a:ext uri="{9D8B030D-6E8A-4147-A177-3AD203B41FA5}">
                      <a16:colId xmlns:a16="http://schemas.microsoft.com/office/drawing/2014/main" val="1013675085"/>
                    </a:ext>
                  </a:extLst>
                </a:gridCol>
              </a:tblGrid>
              <a:tr h="449741">
                <a:tc>
                  <a:txBody>
                    <a:bodyPr/>
                    <a:lstStyle/>
                    <a:p>
                      <a:pPr algn="ctr"/>
                      <a:r>
                        <a:rPr lang="en-US" sz="1500" b="0" i="1">
                          <a:solidFill>
                            <a:schemeClr val="tx1"/>
                          </a:solidFill>
                        </a:rPr>
                        <a:t>215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300</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391</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489</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594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704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68050690"/>
                  </a:ext>
                </a:extLst>
              </a:tr>
            </a:tbl>
          </a:graphicData>
        </a:graphic>
      </p:graphicFrame>
      <p:graphicFrame>
        <p:nvGraphicFramePr>
          <p:cNvPr id="4" name="Chart 3">
            <a:extLst>
              <a:ext uri="{FF2B5EF4-FFF2-40B4-BE49-F238E27FC236}">
                <a16:creationId xmlns:a16="http://schemas.microsoft.com/office/drawing/2014/main" id="{8FFD39E8-9E57-FD90-E456-02C819400A7F}"/>
              </a:ext>
            </a:extLst>
          </p:cNvPr>
          <p:cNvGraphicFramePr>
            <a:graphicFrameLocks/>
          </p:cNvGraphicFramePr>
          <p:nvPr/>
        </p:nvGraphicFramePr>
        <p:xfrm>
          <a:off x="4514442" y="1860447"/>
          <a:ext cx="8572178" cy="4933200"/>
        </p:xfrm>
        <a:graphic>
          <a:graphicData uri="http://schemas.openxmlformats.org/drawingml/2006/chart">
            <c:chart xmlns:c="http://schemas.openxmlformats.org/drawingml/2006/chart" xmlns:r="http://schemas.openxmlformats.org/officeDocument/2006/relationships" r:id="rId7"/>
          </a:graphicData>
        </a:graphic>
      </p:graphicFrame>
      <p:sp>
        <p:nvSpPr>
          <p:cNvPr id="6" name="Rectangle 5">
            <a:extLst>
              <a:ext uri="{FF2B5EF4-FFF2-40B4-BE49-F238E27FC236}">
                <a16:creationId xmlns:a16="http://schemas.microsoft.com/office/drawing/2014/main" id="{99536ED6-70CC-600E-4EB3-CECB65A45186}"/>
              </a:ext>
            </a:extLst>
          </p:cNvPr>
          <p:cNvSpPr/>
          <p:nvPr/>
        </p:nvSpPr>
        <p:spPr>
          <a:xfrm>
            <a:off x="762259" y="1943831"/>
            <a:ext cx="3255177" cy="1225903"/>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686" tIns="55377" rIns="56686" bIns="55377" numCol="1" spcCol="0" rtlCol="0" fromWordArt="0" anchor="ctr" anchorCtr="0" forceAA="0" compatLnSpc="1">
            <a:prstTxWarp prst="textNoShape">
              <a:avLst/>
            </a:prstTxWarp>
            <a:noAutofit/>
          </a:bodyPr>
          <a:lstStyle/>
          <a:p>
            <a:pPr defTabSz="1035016" fontAlgn="auto">
              <a:spcBef>
                <a:spcPts val="0"/>
              </a:spcBef>
              <a:spcAft>
                <a:spcPts val="0"/>
              </a:spcAft>
            </a:pPr>
            <a:r>
              <a:rPr lang="en-US" sz="3391" b="1">
                <a:solidFill>
                  <a:srgbClr val="6968F6"/>
                </a:solidFill>
                <a:latin typeface="Arial"/>
              </a:rPr>
              <a:t>0</a:t>
            </a:r>
          </a:p>
          <a:p>
            <a:pPr defTabSz="1035016" fontAlgn="auto">
              <a:spcBef>
                <a:spcPts val="0"/>
              </a:spcBef>
              <a:spcAft>
                <a:spcPts val="0"/>
              </a:spcAft>
            </a:pPr>
            <a:r>
              <a:rPr lang="it-IT" sz="1453">
                <a:solidFill>
                  <a:srgbClr val="6968F6"/>
                </a:solidFill>
                <a:latin typeface="Arial"/>
              </a:rPr>
              <a:t>Incremental new Members per year</a:t>
            </a:r>
          </a:p>
        </p:txBody>
      </p:sp>
      <p:sp>
        <p:nvSpPr>
          <p:cNvPr id="8" name="Rectangle 7">
            <a:extLst>
              <a:ext uri="{FF2B5EF4-FFF2-40B4-BE49-F238E27FC236}">
                <a16:creationId xmlns:a16="http://schemas.microsoft.com/office/drawing/2014/main" id="{D28E8B5A-26C9-C00F-6E05-D6916A94C2C5}"/>
              </a:ext>
            </a:extLst>
          </p:cNvPr>
          <p:cNvSpPr/>
          <p:nvPr/>
        </p:nvSpPr>
        <p:spPr>
          <a:xfrm>
            <a:off x="762259" y="3257992"/>
            <a:ext cx="3255177" cy="1225903"/>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686" tIns="55377" rIns="56686" bIns="55377" numCol="1" spcCol="0" rtlCol="0" fromWordArt="0" anchor="ctr" anchorCtr="0" forceAA="0" compatLnSpc="1">
            <a:prstTxWarp prst="textNoShape">
              <a:avLst/>
            </a:prstTxWarp>
            <a:noAutofit/>
          </a:bodyPr>
          <a:lstStyle/>
          <a:p>
            <a:pPr defTabSz="1035016" fontAlgn="auto">
              <a:spcBef>
                <a:spcPts val="0"/>
              </a:spcBef>
              <a:spcAft>
                <a:spcPts val="0"/>
              </a:spcAft>
            </a:pPr>
            <a:r>
              <a:rPr lang="en-US" sz="3391" b="1">
                <a:solidFill>
                  <a:srgbClr val="6968F6"/>
                </a:solidFill>
                <a:latin typeface="Arial"/>
              </a:rPr>
              <a:t>+$400M</a:t>
            </a:r>
          </a:p>
          <a:p>
            <a:pPr defTabSz="1035016" fontAlgn="auto">
              <a:spcBef>
                <a:spcPts val="0"/>
              </a:spcBef>
              <a:spcAft>
                <a:spcPts val="0"/>
              </a:spcAft>
            </a:pPr>
            <a:r>
              <a:rPr lang="it-IT" sz="1453">
                <a:solidFill>
                  <a:srgbClr val="6968F6"/>
                </a:solidFill>
                <a:latin typeface="Arial"/>
              </a:rPr>
              <a:t>Incremental 2029 premium from new distribution opportunities for Members</a:t>
            </a:r>
          </a:p>
        </p:txBody>
      </p:sp>
      <p:sp>
        <p:nvSpPr>
          <p:cNvPr id="9" name="Rectangle 8">
            <a:extLst>
              <a:ext uri="{FF2B5EF4-FFF2-40B4-BE49-F238E27FC236}">
                <a16:creationId xmlns:a16="http://schemas.microsoft.com/office/drawing/2014/main" id="{250684D5-7DCE-8999-EB23-7005B67376C3}"/>
              </a:ext>
            </a:extLst>
          </p:cNvPr>
          <p:cNvSpPr/>
          <p:nvPr/>
        </p:nvSpPr>
        <p:spPr>
          <a:xfrm>
            <a:off x="762258" y="5023645"/>
            <a:ext cx="3255177" cy="1225903"/>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686" tIns="55377" rIns="56686" bIns="55377" numCol="1" spcCol="0" rtlCol="0" fromWordArt="0" anchor="ctr" anchorCtr="0" forceAA="0" compatLnSpc="1">
            <a:prstTxWarp prst="textNoShape">
              <a:avLst/>
            </a:prstTxWarp>
            <a:noAutofit/>
          </a:bodyPr>
          <a:lstStyle/>
          <a:p>
            <a:pPr defTabSz="1035016" fontAlgn="auto">
              <a:spcBef>
                <a:spcPts val="0"/>
              </a:spcBef>
              <a:spcAft>
                <a:spcPts val="0"/>
              </a:spcAft>
            </a:pPr>
            <a:r>
              <a:rPr lang="en-US" sz="3391" b="1">
                <a:solidFill>
                  <a:srgbClr val="6968F6"/>
                </a:solidFill>
                <a:latin typeface="Arial"/>
              </a:rPr>
              <a:t>3-5+ %-point</a:t>
            </a:r>
            <a:br>
              <a:rPr lang="en-US" sz="3391" b="1">
                <a:solidFill>
                  <a:srgbClr val="6968F6"/>
                </a:solidFill>
                <a:latin typeface="Arial"/>
              </a:rPr>
            </a:br>
            <a:r>
              <a:rPr lang="en-US" sz="3391" b="1">
                <a:solidFill>
                  <a:srgbClr val="6968F6"/>
                </a:solidFill>
                <a:latin typeface="Arial"/>
              </a:rPr>
              <a:t>margin upside</a:t>
            </a:r>
          </a:p>
          <a:p>
            <a:pPr defTabSz="1035016" fontAlgn="auto">
              <a:spcBef>
                <a:spcPts val="0"/>
              </a:spcBef>
              <a:spcAft>
                <a:spcPts val="0"/>
              </a:spcAft>
            </a:pPr>
            <a:r>
              <a:rPr lang="it-IT" sz="1453">
                <a:solidFill>
                  <a:srgbClr val="6968F6"/>
                </a:solidFill>
                <a:latin typeface="Arial"/>
              </a:rPr>
              <a:t>Potential to create a win-win-win for Members, Retailers, and Accelerant by creating a more direct connection (and sharing the improved economics)</a:t>
            </a:r>
          </a:p>
        </p:txBody>
      </p:sp>
    </p:spTree>
    <p:custDataLst>
      <p:tags r:id="rId1"/>
    </p:custDataLst>
    <p:extLst>
      <p:ext uri="{BB962C8B-B14F-4D97-AF65-F5344CB8AC3E}">
        <p14:creationId xmlns:p14="http://schemas.microsoft.com/office/powerpoint/2010/main" val="20499511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8FD0E-DBA3-4768-850D-9E3973DEAC89}"/>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9C5A7D17-509D-7357-58D4-4735928EB318}"/>
              </a:ext>
            </a:extLst>
          </p:cNvPr>
          <p:cNvSpPr/>
          <p:nvPr/>
        </p:nvSpPr>
        <p:spPr>
          <a:xfrm>
            <a:off x="754543" y="1860447"/>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657DD"/>
                </a:solidFill>
                <a:latin typeface="Arial"/>
              </a:rPr>
              <a:t>+72</a:t>
            </a:r>
          </a:p>
          <a:p>
            <a:pPr defTabSz="1235630" fontAlgn="auto">
              <a:spcBef>
                <a:spcPts val="0"/>
              </a:spcBef>
              <a:spcAft>
                <a:spcPts val="0"/>
              </a:spcAft>
            </a:pPr>
            <a:r>
              <a:rPr lang="it-IT" sz="1455">
                <a:solidFill>
                  <a:srgbClr val="1657DD"/>
                </a:solidFill>
                <a:latin typeface="Arial"/>
              </a:rPr>
              <a:t>New non-captive Members per year</a:t>
            </a:r>
          </a:p>
        </p:txBody>
      </p:sp>
      <p:sp>
        <p:nvSpPr>
          <p:cNvPr id="14" name="Text Placeholder 13">
            <a:extLst>
              <a:ext uri="{FF2B5EF4-FFF2-40B4-BE49-F238E27FC236}">
                <a16:creationId xmlns:a16="http://schemas.microsoft.com/office/drawing/2014/main" id="{EF99268C-496A-D561-CD9E-2621E53AC6DB}"/>
              </a:ext>
            </a:extLst>
          </p:cNvPr>
          <p:cNvSpPr>
            <a:spLocks noGrp="1"/>
          </p:cNvSpPr>
          <p:nvPr>
            <p:ph type="body" sz="quarter" idx="4294967295"/>
            <p:custDataLst>
              <p:tags r:id="rId2"/>
            </p:custDataLst>
          </p:nvPr>
        </p:nvSpPr>
        <p:spPr>
          <a:xfrm>
            <a:off x="12679313" y="7484902"/>
            <a:ext cx="419323" cy="149304"/>
          </a:xfrm>
        </p:spPr>
        <p:txBody>
          <a:bodyPr>
            <a:normAutofit fontScale="25000" lnSpcReduction="20000"/>
          </a:bodyPr>
          <a:lstStyle/>
          <a:p>
            <a:r>
              <a:rPr lang="en-US"/>
              <a:t>1</a:t>
            </a:r>
          </a:p>
        </p:txBody>
      </p:sp>
      <p:sp>
        <p:nvSpPr>
          <p:cNvPr id="15" name="Title 10">
            <a:extLst>
              <a:ext uri="{FF2B5EF4-FFF2-40B4-BE49-F238E27FC236}">
                <a16:creationId xmlns:a16="http://schemas.microsoft.com/office/drawing/2014/main" id="{F4B42D64-68F8-BD13-032C-E71F906CAF7A}"/>
              </a:ext>
            </a:extLst>
          </p:cNvPr>
          <p:cNvSpPr>
            <a:spLocks noGrp="1"/>
          </p:cNvSpPr>
          <p:nvPr>
            <p:ph type="title"/>
            <p:custDataLst>
              <p:tags r:id="rId3"/>
            </p:custDataLst>
          </p:nvPr>
        </p:nvSpPr>
        <p:spPr>
          <a:xfrm>
            <a:off x="754558" y="437026"/>
            <a:ext cx="12310226" cy="383567"/>
          </a:xfrm>
        </p:spPr>
        <p:txBody>
          <a:bodyPr>
            <a:normAutofit/>
          </a:bodyPr>
          <a:lstStyle/>
          <a:p>
            <a:r>
              <a:rPr lang="en-US"/>
              <a:t>Audacious Aspiration – Premium Build Conclusion</a:t>
            </a:r>
          </a:p>
        </p:txBody>
      </p:sp>
      <p:sp>
        <p:nvSpPr>
          <p:cNvPr id="7" name="Content Placeholder 8">
            <a:extLst>
              <a:ext uri="{FF2B5EF4-FFF2-40B4-BE49-F238E27FC236}">
                <a16:creationId xmlns:a16="http://schemas.microsoft.com/office/drawing/2014/main" id="{521DD3E7-A147-947C-9F0D-C182F8A319A9}"/>
              </a:ext>
            </a:extLst>
          </p:cNvPr>
          <p:cNvSpPr txBox="1">
            <a:spLocks/>
          </p:cNvSpPr>
          <p:nvPr>
            <p:custDataLst>
              <p:tags r:id="rId4"/>
            </p:custDataLst>
          </p:nvPr>
        </p:nvSpPr>
        <p:spPr>
          <a:xfrm>
            <a:off x="6730932" y="7490290"/>
            <a:ext cx="5810220" cy="149272"/>
          </a:xfrm>
          <a:prstGeom prst="rect">
            <a:avLst/>
          </a:prstGeom>
        </p:spPr>
        <p:txBody>
          <a:bodyPr vert="horz" wrap="square" lIns="0" tIns="0" rIns="0" bIns="0" rtlCol="0" anchor="t" anchorCtr="0">
            <a:spAutoFit/>
          </a:bodyPr>
          <a:lstStyle>
            <a:lvl1pPr marL="0" indent="0" algn="r" defTabSz="752833" rtl="0" eaLnBrk="1" latinLnBrk="0" hangingPunct="1">
              <a:spcBef>
                <a:spcPts val="0"/>
              </a:spcBef>
              <a:spcAft>
                <a:spcPts val="329"/>
              </a:spcAft>
              <a:buClr>
                <a:schemeClr val="tx2"/>
              </a:buClr>
              <a:buSzPct val="115000"/>
              <a:buFont typeface="Arial" panose="020B0604020202020204" pitchFamily="34" charset="0"/>
              <a:buNone/>
              <a:defRPr sz="800" kern="1200" cap="all" baseline="0">
                <a:solidFill>
                  <a:schemeClr val="bg1"/>
                </a:solidFill>
                <a:latin typeface="Nunito" pitchFamily="2" charset="0"/>
                <a:ea typeface="+mn-ea"/>
                <a:cs typeface="Arial" panose="020B0604020202020204" pitchFamily="34" charset="0"/>
              </a:defRPr>
            </a:lvl1pPr>
            <a:lvl2pPr marL="193481" indent="-94126"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2pPr>
            <a:lvl3pPr marL="287607" indent="-94126" algn="l" defTabSz="752833" rtl="0" eaLnBrk="1" latinLnBrk="0" hangingPunct="1">
              <a:spcBef>
                <a:spcPts val="0"/>
              </a:spcBef>
              <a:spcAft>
                <a:spcPts val="329"/>
              </a:spcAft>
              <a:buClr>
                <a:schemeClr val="tx2"/>
              </a:buClr>
              <a:buFont typeface="Courier New" panose="02070309020205020404" pitchFamily="49" charset="0"/>
              <a:buChar char="o"/>
              <a:defRPr sz="800" kern="1200" baseline="0">
                <a:solidFill>
                  <a:schemeClr val="tx1"/>
                </a:solidFill>
                <a:latin typeface="+mn-lt"/>
                <a:ea typeface="+mn-ea"/>
                <a:cs typeface="Arial" panose="020B0604020202020204" pitchFamily="34" charset="0"/>
              </a:defRPr>
            </a:lvl3pPr>
            <a:lvl4pPr marL="375197" indent="-91511" algn="l" defTabSz="839257" rtl="0" eaLnBrk="1" latinLnBrk="0" hangingPunct="1">
              <a:spcBef>
                <a:spcPts val="0"/>
              </a:spcBef>
              <a:spcAft>
                <a:spcPts val="329"/>
              </a:spcAft>
              <a:buClr>
                <a:schemeClr val="tx2"/>
              </a:buClr>
              <a:buSzPct val="100000"/>
              <a:buFont typeface="Arial" panose="020B0604020202020204" pitchFamily="34" charset="0"/>
              <a:buChar char="»"/>
              <a:defRPr sz="800" kern="1200">
                <a:solidFill>
                  <a:schemeClr val="tx1"/>
                </a:solidFill>
                <a:latin typeface="+mn-lt"/>
                <a:ea typeface="+mn-ea"/>
                <a:cs typeface="Arial" panose="020B0604020202020204" pitchFamily="34" charset="0"/>
              </a:defRPr>
            </a:lvl4pPr>
            <a:lvl5pPr marL="468016" indent="0" algn="l" defTabSz="839257" rtl="0" eaLnBrk="1" latinLnBrk="0" hangingPunct="1">
              <a:spcBef>
                <a:spcPts val="0"/>
              </a:spcBef>
              <a:spcAft>
                <a:spcPts val="329"/>
              </a:spcAft>
              <a:buClr>
                <a:schemeClr val="tx2"/>
              </a:buClr>
              <a:buSzPct val="115000"/>
              <a:buFont typeface="Arial" panose="020B0604020202020204" pitchFamily="34" charset="0"/>
              <a:buNone/>
              <a:defRPr sz="659" kern="1200">
                <a:solidFill>
                  <a:schemeClr val="tx1"/>
                </a:solidFill>
                <a:latin typeface="Arial" panose="020B0604020202020204" pitchFamily="34" charset="0"/>
                <a:ea typeface="+mn-ea"/>
                <a:cs typeface="Arial" panose="020B0604020202020204" pitchFamily="34" charset="0"/>
              </a:defRPr>
            </a:lvl5pPr>
            <a:lvl6pPr marL="460172" indent="-83668" algn="l" defTabSz="752833" rtl="0" eaLnBrk="1" latinLnBrk="0" hangingPunct="1">
              <a:spcBef>
                <a:spcPct val="20000"/>
              </a:spcBef>
              <a:buFont typeface="Arial" panose="020B0604020202020204" pitchFamily="34" charset="0"/>
              <a:buChar char="–"/>
              <a:defRPr sz="659" kern="1200">
                <a:solidFill>
                  <a:schemeClr val="tx1"/>
                </a:solidFill>
                <a:latin typeface="+mn-lt"/>
                <a:ea typeface="+mn-ea"/>
                <a:cs typeface="+mn-cs"/>
              </a:defRPr>
            </a:lvl6pPr>
            <a:lvl7pPr marL="2446705"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7pPr>
            <a:lvl8pPr marL="2823123"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8pPr>
            <a:lvl9pPr marL="3199537" indent="-188208" algn="l" defTabSz="752833" rtl="0" eaLnBrk="1" latinLnBrk="0" hangingPunct="1">
              <a:spcBef>
                <a:spcPct val="20000"/>
              </a:spcBef>
              <a:buFont typeface="Arial" panose="020B0604020202020204" pitchFamily="34" charset="0"/>
              <a:buChar char="•"/>
              <a:defRPr sz="1647" kern="1200">
                <a:solidFill>
                  <a:schemeClr val="tx1"/>
                </a:solidFill>
                <a:latin typeface="+mn-lt"/>
                <a:ea typeface="+mn-ea"/>
                <a:cs typeface="+mn-cs"/>
              </a:defRPr>
            </a:lvl9pPr>
          </a:lstStyle>
          <a:p>
            <a:pPr defTabSz="913036" fontAlgn="auto">
              <a:spcAft>
                <a:spcPts val="399"/>
              </a:spcAft>
              <a:buClr>
                <a:srgbClr val="1400F4"/>
              </a:buClr>
              <a:defRPr/>
            </a:pPr>
            <a:endParaRPr lang="en-US" sz="970">
              <a:solidFill>
                <a:srgbClr val="FFFFFF"/>
              </a:solidFill>
            </a:endParaRPr>
          </a:p>
        </p:txBody>
      </p:sp>
      <p:sp>
        <p:nvSpPr>
          <p:cNvPr id="36" name="Slide Number Placeholder 35">
            <a:extLst>
              <a:ext uri="{FF2B5EF4-FFF2-40B4-BE49-F238E27FC236}">
                <a16:creationId xmlns:a16="http://schemas.microsoft.com/office/drawing/2014/main" id="{044F7648-A94E-E884-0403-358833070F96}"/>
              </a:ext>
            </a:extLst>
          </p:cNvPr>
          <p:cNvSpPr>
            <a:spLocks noGrp="1"/>
          </p:cNvSpPr>
          <p:nvPr>
            <p:ph type="sldNum" sz="quarter" idx="4"/>
          </p:nvPr>
        </p:nvSpPr>
        <p:spPr/>
        <p:txBody>
          <a:bodyPr/>
          <a:lstStyle/>
          <a:p>
            <a:pPr algn="r" defTabSz="913036" fontAlgn="auto">
              <a:spcBef>
                <a:spcPts val="0"/>
              </a:spcBef>
              <a:spcAft>
                <a:spcPts val="399"/>
              </a:spcAft>
              <a:buClr>
                <a:srgbClr val="1240BC"/>
              </a:buClr>
              <a:buSzPct val="115000"/>
            </a:pPr>
            <a:fld id="{D6B5243D-B653-4000-BC65-0C10E5412800}" type="slidenum">
              <a:rPr lang="en-US" sz="2426">
                <a:solidFill>
                  <a:srgbClr val="03B1C8"/>
                </a:solidFill>
                <a:ea typeface="+mn-ea"/>
              </a:rPr>
              <a:pPr algn="r" defTabSz="913036" fontAlgn="auto">
                <a:spcBef>
                  <a:spcPts val="0"/>
                </a:spcBef>
                <a:spcAft>
                  <a:spcPts val="399"/>
                </a:spcAft>
                <a:buClr>
                  <a:srgbClr val="1240BC"/>
                </a:buClr>
                <a:buSzPct val="115000"/>
              </a:pPr>
              <a:t>58</a:t>
            </a:fld>
            <a:endParaRPr lang="en-US" sz="2426">
              <a:solidFill>
                <a:srgbClr val="03B1C8"/>
              </a:solidFill>
              <a:ea typeface="+mn-ea"/>
            </a:endParaRPr>
          </a:p>
        </p:txBody>
      </p:sp>
      <p:cxnSp>
        <p:nvCxnSpPr>
          <p:cNvPr id="5" name="Straight Connector 4">
            <a:extLst>
              <a:ext uri="{FF2B5EF4-FFF2-40B4-BE49-F238E27FC236}">
                <a16:creationId xmlns:a16="http://schemas.microsoft.com/office/drawing/2014/main" id="{F5094178-3C12-E9A2-B808-4B7DD85EB7A6}"/>
              </a:ext>
            </a:extLst>
          </p:cNvPr>
          <p:cNvCxnSpPr>
            <a:cxnSpLocks/>
          </p:cNvCxnSpPr>
          <p:nvPr/>
        </p:nvCxnSpPr>
        <p:spPr>
          <a:xfrm flipV="1">
            <a:off x="4514442" y="1856735"/>
            <a:ext cx="8576798" cy="1"/>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88093BD-DA58-039D-AEAC-0D617E97092B}"/>
              </a:ext>
            </a:extLst>
          </p:cNvPr>
          <p:cNvSpPr txBox="1"/>
          <p:nvPr/>
        </p:nvSpPr>
        <p:spPr>
          <a:xfrm>
            <a:off x="3849113" y="6567107"/>
            <a:ext cx="905170" cy="44781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defTabSz="1235630" fontAlgn="auto">
              <a:spcBef>
                <a:spcPts val="485"/>
              </a:spcBef>
              <a:spcAft>
                <a:spcPts val="0"/>
              </a:spcAft>
            </a:pPr>
            <a:r>
              <a:rPr lang="en-US" sz="1455" i="1">
                <a:solidFill>
                  <a:srgbClr val="000000"/>
                </a:solidFill>
                <a:latin typeface="Arial"/>
              </a:rPr>
              <a:t># of Members</a:t>
            </a:r>
          </a:p>
        </p:txBody>
      </p:sp>
      <p:graphicFrame>
        <p:nvGraphicFramePr>
          <p:cNvPr id="27" name="Table 26">
            <a:extLst>
              <a:ext uri="{FF2B5EF4-FFF2-40B4-BE49-F238E27FC236}">
                <a16:creationId xmlns:a16="http://schemas.microsoft.com/office/drawing/2014/main" id="{335C5738-C32C-D5AA-99A9-61B27B613F07}"/>
              </a:ext>
            </a:extLst>
          </p:cNvPr>
          <p:cNvGraphicFramePr>
            <a:graphicFrameLocks noGrp="1"/>
          </p:cNvGraphicFramePr>
          <p:nvPr/>
        </p:nvGraphicFramePr>
        <p:xfrm>
          <a:off x="4733158" y="6560444"/>
          <a:ext cx="5416392" cy="449741"/>
        </p:xfrm>
        <a:graphic>
          <a:graphicData uri="http://schemas.openxmlformats.org/drawingml/2006/table">
            <a:tbl>
              <a:tblPr firstRow="1" bandRow="1"/>
              <a:tblGrid>
                <a:gridCol w="902732">
                  <a:extLst>
                    <a:ext uri="{9D8B030D-6E8A-4147-A177-3AD203B41FA5}">
                      <a16:colId xmlns:a16="http://schemas.microsoft.com/office/drawing/2014/main" val="351719975"/>
                    </a:ext>
                  </a:extLst>
                </a:gridCol>
                <a:gridCol w="902732">
                  <a:extLst>
                    <a:ext uri="{9D8B030D-6E8A-4147-A177-3AD203B41FA5}">
                      <a16:colId xmlns:a16="http://schemas.microsoft.com/office/drawing/2014/main" val="3782978020"/>
                    </a:ext>
                  </a:extLst>
                </a:gridCol>
                <a:gridCol w="902732">
                  <a:extLst>
                    <a:ext uri="{9D8B030D-6E8A-4147-A177-3AD203B41FA5}">
                      <a16:colId xmlns:a16="http://schemas.microsoft.com/office/drawing/2014/main" val="1647877187"/>
                    </a:ext>
                  </a:extLst>
                </a:gridCol>
                <a:gridCol w="902732">
                  <a:extLst>
                    <a:ext uri="{9D8B030D-6E8A-4147-A177-3AD203B41FA5}">
                      <a16:colId xmlns:a16="http://schemas.microsoft.com/office/drawing/2014/main" val="2302965907"/>
                    </a:ext>
                  </a:extLst>
                </a:gridCol>
                <a:gridCol w="902732">
                  <a:extLst>
                    <a:ext uri="{9D8B030D-6E8A-4147-A177-3AD203B41FA5}">
                      <a16:colId xmlns:a16="http://schemas.microsoft.com/office/drawing/2014/main" val="363860668"/>
                    </a:ext>
                  </a:extLst>
                </a:gridCol>
                <a:gridCol w="902732">
                  <a:extLst>
                    <a:ext uri="{9D8B030D-6E8A-4147-A177-3AD203B41FA5}">
                      <a16:colId xmlns:a16="http://schemas.microsoft.com/office/drawing/2014/main" val="1013675085"/>
                    </a:ext>
                  </a:extLst>
                </a:gridCol>
              </a:tblGrid>
              <a:tr h="449741">
                <a:tc>
                  <a:txBody>
                    <a:bodyPr/>
                    <a:lstStyle/>
                    <a:p>
                      <a:pPr algn="ctr"/>
                      <a:r>
                        <a:rPr lang="en-US" sz="1500" b="0" i="1">
                          <a:solidFill>
                            <a:schemeClr val="tx1"/>
                          </a:solidFill>
                        </a:rPr>
                        <a:t>215</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300</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391</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489</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594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500" b="0" i="1">
                          <a:solidFill>
                            <a:schemeClr val="tx1"/>
                          </a:solidFill>
                        </a:rPr>
                        <a:t>704</a:t>
                      </a:r>
                    </a:p>
                  </a:txBody>
                  <a:tcPr marL="110895" marR="110895" marT="55448" marB="55448"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68050690"/>
                  </a:ext>
                </a:extLst>
              </a:tr>
            </a:tbl>
          </a:graphicData>
        </a:graphic>
      </p:graphicFrame>
      <p:sp>
        <p:nvSpPr>
          <p:cNvPr id="30" name="Rectangle 29">
            <a:extLst>
              <a:ext uri="{FF2B5EF4-FFF2-40B4-BE49-F238E27FC236}">
                <a16:creationId xmlns:a16="http://schemas.microsoft.com/office/drawing/2014/main" id="{ACC3FF90-8571-5665-F8FD-8D28E14E0E5E}"/>
              </a:ext>
            </a:extLst>
          </p:cNvPr>
          <p:cNvSpPr/>
          <p:nvPr/>
        </p:nvSpPr>
        <p:spPr>
          <a:xfrm>
            <a:off x="4514442" y="1298649"/>
            <a:ext cx="8548603"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1657DD"/>
                </a:solidFill>
                <a:latin typeface="Arial"/>
              </a:rPr>
              <a:t>Audacious Aspiration</a:t>
            </a:r>
          </a:p>
        </p:txBody>
      </p:sp>
      <p:sp>
        <p:nvSpPr>
          <p:cNvPr id="31" name="TextBox 30">
            <a:extLst>
              <a:ext uri="{FF2B5EF4-FFF2-40B4-BE49-F238E27FC236}">
                <a16:creationId xmlns:a16="http://schemas.microsoft.com/office/drawing/2014/main" id="{96FAA841-88EB-76CE-A99A-7A6E448703B9}"/>
              </a:ext>
            </a:extLst>
          </p:cNvPr>
          <p:cNvSpPr txBox="1"/>
          <p:nvPr/>
        </p:nvSpPr>
        <p:spPr>
          <a:xfrm>
            <a:off x="754542" y="836587"/>
            <a:ext cx="10774885" cy="298543"/>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l" defTabSz="1235630" fontAlgn="auto">
              <a:spcBef>
                <a:spcPts val="485"/>
              </a:spcBef>
              <a:spcAft>
                <a:spcPts val="0"/>
              </a:spcAft>
            </a:pPr>
            <a:r>
              <a:rPr lang="en-US" sz="1940" b="1">
                <a:solidFill>
                  <a:srgbClr val="03B1C8"/>
                </a:solidFill>
                <a:latin typeface="Arial"/>
              </a:rPr>
              <a:t>An immense amount to tackle, but not completely untenable</a:t>
            </a:r>
          </a:p>
        </p:txBody>
      </p:sp>
      <p:cxnSp>
        <p:nvCxnSpPr>
          <p:cNvPr id="32" name="Straight Connector 31">
            <a:extLst>
              <a:ext uri="{FF2B5EF4-FFF2-40B4-BE49-F238E27FC236}">
                <a16:creationId xmlns:a16="http://schemas.microsoft.com/office/drawing/2014/main" id="{AB6F7AEC-FE95-8715-EA5F-D86BA021EC75}"/>
              </a:ext>
            </a:extLst>
          </p:cNvPr>
          <p:cNvCxnSpPr>
            <a:cxnSpLocks/>
          </p:cNvCxnSpPr>
          <p:nvPr/>
        </p:nvCxnSpPr>
        <p:spPr>
          <a:xfrm flipV="1">
            <a:off x="754543" y="1856734"/>
            <a:ext cx="3364916" cy="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187EE2E5-FD6E-B519-CEEE-D9912F64F0E2}"/>
              </a:ext>
            </a:extLst>
          </p:cNvPr>
          <p:cNvSpPr/>
          <p:nvPr/>
        </p:nvSpPr>
        <p:spPr>
          <a:xfrm>
            <a:off x="754543" y="1298649"/>
            <a:ext cx="3353855" cy="558086"/>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485"/>
              </a:spcBef>
              <a:spcAft>
                <a:spcPts val="0"/>
              </a:spcAft>
            </a:pPr>
            <a:r>
              <a:rPr lang="en-US" sz="2183" b="1">
                <a:solidFill>
                  <a:srgbClr val="1657DD"/>
                </a:solidFill>
                <a:latin typeface="Arial"/>
              </a:rPr>
              <a:t>2029 Assumptions</a:t>
            </a:r>
          </a:p>
        </p:txBody>
      </p:sp>
      <p:sp>
        <p:nvSpPr>
          <p:cNvPr id="42" name="Rectangle 41">
            <a:extLst>
              <a:ext uri="{FF2B5EF4-FFF2-40B4-BE49-F238E27FC236}">
                <a16:creationId xmlns:a16="http://schemas.microsoft.com/office/drawing/2014/main" id="{5BAF85D8-F54B-C84A-3C5F-6BB8D5327502}"/>
              </a:ext>
            </a:extLst>
          </p:cNvPr>
          <p:cNvSpPr/>
          <p:nvPr/>
        </p:nvSpPr>
        <p:spPr>
          <a:xfrm>
            <a:off x="2478212" y="1862055"/>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3B1C8"/>
                </a:solidFill>
                <a:latin typeface="Arial"/>
              </a:rPr>
              <a:t>~25</a:t>
            </a:r>
          </a:p>
          <a:p>
            <a:pPr defTabSz="1235630" fontAlgn="auto">
              <a:spcBef>
                <a:spcPts val="0"/>
              </a:spcBef>
              <a:spcAft>
                <a:spcPts val="0"/>
              </a:spcAft>
            </a:pPr>
            <a:r>
              <a:rPr lang="it-IT" sz="1455">
                <a:solidFill>
                  <a:srgbClr val="03B1C8"/>
                </a:solidFill>
                <a:latin typeface="Arial"/>
              </a:rPr>
              <a:t>Risk Exchange Insurers in total</a:t>
            </a:r>
          </a:p>
        </p:txBody>
      </p:sp>
      <p:sp>
        <p:nvSpPr>
          <p:cNvPr id="44" name="Rectangle 43">
            <a:extLst>
              <a:ext uri="{FF2B5EF4-FFF2-40B4-BE49-F238E27FC236}">
                <a16:creationId xmlns:a16="http://schemas.microsoft.com/office/drawing/2014/main" id="{39F3BDF1-C5CE-49C9-F201-B6EF79955576}"/>
              </a:ext>
            </a:extLst>
          </p:cNvPr>
          <p:cNvSpPr/>
          <p:nvPr/>
        </p:nvSpPr>
        <p:spPr>
          <a:xfrm>
            <a:off x="754543" y="3035398"/>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6968F6"/>
                </a:solidFill>
                <a:latin typeface="Arial"/>
              </a:rPr>
              <a:t>+26</a:t>
            </a:r>
          </a:p>
          <a:p>
            <a:pPr defTabSz="1235630" fontAlgn="auto">
              <a:spcBef>
                <a:spcPts val="0"/>
              </a:spcBef>
              <a:spcAft>
                <a:spcPts val="0"/>
              </a:spcAft>
            </a:pPr>
            <a:r>
              <a:rPr lang="it-IT" sz="1455">
                <a:solidFill>
                  <a:srgbClr val="6968F6"/>
                </a:solidFill>
                <a:latin typeface="Arial"/>
              </a:rPr>
              <a:t>New captive Members per year</a:t>
            </a:r>
          </a:p>
        </p:txBody>
      </p:sp>
      <p:sp>
        <p:nvSpPr>
          <p:cNvPr id="48" name="Rectangle 47">
            <a:extLst>
              <a:ext uri="{FF2B5EF4-FFF2-40B4-BE49-F238E27FC236}">
                <a16:creationId xmlns:a16="http://schemas.microsoft.com/office/drawing/2014/main" id="{F9ABD442-4168-6B87-8976-C63951806911}"/>
              </a:ext>
            </a:extLst>
          </p:cNvPr>
          <p:cNvSpPr/>
          <p:nvPr/>
        </p:nvSpPr>
        <p:spPr>
          <a:xfrm>
            <a:off x="2478212" y="3035398"/>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37CDC"/>
                </a:solidFill>
                <a:latin typeface="Arial"/>
              </a:rPr>
              <a:t>10M</a:t>
            </a:r>
          </a:p>
          <a:p>
            <a:pPr defTabSz="1235630" fontAlgn="auto">
              <a:spcBef>
                <a:spcPts val="0"/>
              </a:spcBef>
              <a:spcAft>
                <a:spcPts val="0"/>
              </a:spcAft>
            </a:pPr>
            <a:r>
              <a:rPr lang="it-IT" sz="1455">
                <a:solidFill>
                  <a:srgbClr val="137CDC"/>
                </a:solidFill>
                <a:latin typeface="Arial"/>
              </a:rPr>
              <a:t>Active policies in force</a:t>
            </a:r>
          </a:p>
        </p:txBody>
      </p:sp>
      <p:sp>
        <p:nvSpPr>
          <p:cNvPr id="49" name="Rectangle 48">
            <a:extLst>
              <a:ext uri="{FF2B5EF4-FFF2-40B4-BE49-F238E27FC236}">
                <a16:creationId xmlns:a16="http://schemas.microsoft.com/office/drawing/2014/main" id="{D0343C90-1183-7BAC-6BF2-8F75988B5585}"/>
              </a:ext>
            </a:extLst>
          </p:cNvPr>
          <p:cNvSpPr/>
          <p:nvPr/>
        </p:nvSpPr>
        <p:spPr>
          <a:xfrm>
            <a:off x="2467151" y="538530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6968F6"/>
                </a:solidFill>
                <a:latin typeface="Arial"/>
              </a:rPr>
              <a:t>80+</a:t>
            </a:r>
          </a:p>
          <a:p>
            <a:pPr defTabSz="1235630" fontAlgn="auto">
              <a:spcBef>
                <a:spcPts val="0"/>
              </a:spcBef>
              <a:spcAft>
                <a:spcPts val="0"/>
              </a:spcAft>
            </a:pPr>
            <a:r>
              <a:rPr lang="it-IT" sz="1455">
                <a:solidFill>
                  <a:srgbClr val="6968F6"/>
                </a:solidFill>
                <a:latin typeface="Arial"/>
              </a:rPr>
              <a:t>Insurance regulators</a:t>
            </a:r>
          </a:p>
        </p:txBody>
      </p:sp>
      <p:sp>
        <p:nvSpPr>
          <p:cNvPr id="50" name="Rectangle 49">
            <a:extLst>
              <a:ext uri="{FF2B5EF4-FFF2-40B4-BE49-F238E27FC236}">
                <a16:creationId xmlns:a16="http://schemas.microsoft.com/office/drawing/2014/main" id="{0F407EF0-99A7-52A2-301B-477CDCF6FF6C}"/>
              </a:ext>
            </a:extLst>
          </p:cNvPr>
          <p:cNvSpPr/>
          <p:nvPr/>
        </p:nvSpPr>
        <p:spPr>
          <a:xfrm>
            <a:off x="754543" y="5385301"/>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F97E3"/>
                </a:solidFill>
                <a:latin typeface="Arial"/>
              </a:rPr>
              <a:t>10k+</a:t>
            </a:r>
          </a:p>
          <a:p>
            <a:pPr defTabSz="1235630" fontAlgn="auto">
              <a:spcBef>
                <a:spcPts val="0"/>
              </a:spcBef>
              <a:spcAft>
                <a:spcPts val="0"/>
              </a:spcAft>
            </a:pPr>
            <a:r>
              <a:rPr lang="it-IT" sz="1455">
                <a:solidFill>
                  <a:srgbClr val="0F97E3"/>
                </a:solidFill>
                <a:latin typeface="Arial"/>
              </a:rPr>
              <a:t>Non-NDA active contracts/SOWs</a:t>
            </a:r>
          </a:p>
        </p:txBody>
      </p:sp>
      <p:sp>
        <p:nvSpPr>
          <p:cNvPr id="52" name="Rectangle 51">
            <a:extLst>
              <a:ext uri="{FF2B5EF4-FFF2-40B4-BE49-F238E27FC236}">
                <a16:creationId xmlns:a16="http://schemas.microsoft.com/office/drawing/2014/main" id="{859FD559-4FEB-7AD1-7E1B-0183489948F3}"/>
              </a:ext>
            </a:extLst>
          </p:cNvPr>
          <p:cNvSpPr/>
          <p:nvPr/>
        </p:nvSpPr>
        <p:spPr>
          <a:xfrm>
            <a:off x="2467151" y="4210350"/>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1240BC">
                    <a:lumMod val="60000"/>
                    <a:lumOff val="40000"/>
                  </a:srgbClr>
                </a:solidFill>
                <a:latin typeface="Arial"/>
              </a:rPr>
              <a:t>+30M</a:t>
            </a:r>
          </a:p>
          <a:p>
            <a:pPr defTabSz="1235630" fontAlgn="auto">
              <a:spcBef>
                <a:spcPts val="0"/>
              </a:spcBef>
              <a:spcAft>
                <a:spcPts val="0"/>
              </a:spcAft>
            </a:pPr>
            <a:r>
              <a:rPr lang="it-IT" sz="1455">
                <a:solidFill>
                  <a:srgbClr val="1240BC">
                    <a:lumMod val="60000"/>
                    <a:lumOff val="40000"/>
                  </a:srgbClr>
                </a:solidFill>
                <a:latin typeface="Arial"/>
              </a:rPr>
              <a:t>Rows of data ingested monthly</a:t>
            </a:r>
          </a:p>
        </p:txBody>
      </p:sp>
      <p:sp>
        <p:nvSpPr>
          <p:cNvPr id="53" name="Rectangle 52">
            <a:extLst>
              <a:ext uri="{FF2B5EF4-FFF2-40B4-BE49-F238E27FC236}">
                <a16:creationId xmlns:a16="http://schemas.microsoft.com/office/drawing/2014/main" id="{D836CA13-E113-AEC7-510C-98FF062AE15E}"/>
              </a:ext>
            </a:extLst>
          </p:cNvPr>
          <p:cNvSpPr/>
          <p:nvPr/>
        </p:nvSpPr>
        <p:spPr>
          <a:xfrm>
            <a:off x="754543" y="4210350"/>
            <a:ext cx="1641247" cy="122744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757" tIns="55448" rIns="56757" bIns="55448" numCol="1" spcCol="0" rtlCol="0" fromWordArt="0" anchor="ctr" anchorCtr="0" forceAA="0" compatLnSpc="1">
            <a:prstTxWarp prst="textNoShape">
              <a:avLst/>
            </a:prstTxWarp>
            <a:noAutofit/>
          </a:bodyPr>
          <a:lstStyle/>
          <a:p>
            <a:pPr defTabSz="1235630" fontAlgn="auto">
              <a:spcBef>
                <a:spcPts val="0"/>
              </a:spcBef>
              <a:spcAft>
                <a:spcPts val="0"/>
              </a:spcAft>
            </a:pPr>
            <a:r>
              <a:rPr lang="en-US" sz="3396" b="1">
                <a:solidFill>
                  <a:srgbClr val="03B1C8"/>
                </a:solidFill>
                <a:latin typeface="Arial"/>
              </a:rPr>
              <a:t>1B+</a:t>
            </a:r>
          </a:p>
          <a:p>
            <a:pPr defTabSz="1235630" fontAlgn="auto">
              <a:spcBef>
                <a:spcPts val="0"/>
              </a:spcBef>
              <a:spcAft>
                <a:spcPts val="0"/>
              </a:spcAft>
            </a:pPr>
            <a:r>
              <a:rPr lang="it-IT" sz="1455">
                <a:solidFill>
                  <a:srgbClr val="03B1C8"/>
                </a:solidFill>
                <a:latin typeface="Arial"/>
              </a:rPr>
              <a:t>Rows of data ingested via Gen2</a:t>
            </a:r>
          </a:p>
        </p:txBody>
      </p:sp>
      <p:graphicFrame>
        <p:nvGraphicFramePr>
          <p:cNvPr id="2" name="Chart 1">
            <a:extLst>
              <a:ext uri="{FF2B5EF4-FFF2-40B4-BE49-F238E27FC236}">
                <a16:creationId xmlns:a16="http://schemas.microsoft.com/office/drawing/2014/main" id="{11325E88-DBAA-1F3C-E302-5EC0C8A1B873}"/>
              </a:ext>
            </a:extLst>
          </p:cNvPr>
          <p:cNvGraphicFramePr>
            <a:graphicFrameLocks/>
          </p:cNvGraphicFramePr>
          <p:nvPr/>
        </p:nvGraphicFramePr>
        <p:xfrm>
          <a:off x="4514442" y="1860447"/>
          <a:ext cx="8572178" cy="4933200"/>
        </p:xfrm>
        <a:graphic>
          <a:graphicData uri="http://schemas.openxmlformats.org/drawingml/2006/chart">
            <c:chart xmlns:c="http://schemas.openxmlformats.org/drawingml/2006/chart" xmlns:r="http://schemas.openxmlformats.org/officeDocument/2006/relationships" r:id="rId7"/>
          </a:graphicData>
        </a:graphic>
      </p:graphicFrame>
      <p:grpSp>
        <p:nvGrpSpPr>
          <p:cNvPr id="3" name="Group 2">
            <a:extLst>
              <a:ext uri="{FF2B5EF4-FFF2-40B4-BE49-F238E27FC236}">
                <a16:creationId xmlns:a16="http://schemas.microsoft.com/office/drawing/2014/main" id="{C02D984F-0D8C-78EE-51B1-B42438BCF147}"/>
              </a:ext>
            </a:extLst>
          </p:cNvPr>
          <p:cNvGrpSpPr/>
          <p:nvPr/>
        </p:nvGrpSpPr>
        <p:grpSpPr>
          <a:xfrm>
            <a:off x="10327033" y="2364984"/>
            <a:ext cx="2866298" cy="3795712"/>
            <a:chOff x="8095129" y="1980407"/>
            <a:chExt cx="3468221" cy="3795712"/>
          </a:xfrm>
        </p:grpSpPr>
        <p:sp>
          <p:nvSpPr>
            <p:cNvPr id="4" name="Rectangle 9">
              <a:extLst>
                <a:ext uri="{FF2B5EF4-FFF2-40B4-BE49-F238E27FC236}">
                  <a16:creationId xmlns:a16="http://schemas.microsoft.com/office/drawing/2014/main" id="{048F3934-8841-1603-61AD-72018CEF03F9}"/>
                </a:ext>
              </a:extLst>
            </p:cNvPr>
            <p:cNvSpPr>
              <a:spLocks noChangeArrowheads="1"/>
            </p:cNvSpPr>
            <p:nvPr/>
          </p:nvSpPr>
          <p:spPr bwMode="auto">
            <a:xfrm>
              <a:off x="8095129" y="1980407"/>
              <a:ext cx="3468221" cy="402358"/>
            </a:xfrm>
            <a:prstGeom prst="rect">
              <a:avLst/>
            </a:prstGeom>
            <a:solidFill>
              <a:schemeClr val="tx2"/>
            </a:solidFill>
            <a:ln w="12700" cap="flat" cmpd="sng" algn="ctr">
              <a:solidFill>
                <a:schemeClr val="tx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lstStyle/>
            <a:p>
              <a:pPr algn="ctr">
                <a:defRPr/>
              </a:pPr>
              <a:r>
                <a:rPr lang="en-US" sz="2000">
                  <a:solidFill>
                    <a:srgbClr val="FFFFFF"/>
                  </a:solidFill>
                  <a:latin typeface="+mj-lt"/>
                </a:rPr>
                <a:t>Design thoughts</a:t>
              </a:r>
            </a:p>
          </p:txBody>
        </p:sp>
        <p:sp>
          <p:nvSpPr>
            <p:cNvPr id="6" name="Rectangle 10">
              <a:extLst>
                <a:ext uri="{FF2B5EF4-FFF2-40B4-BE49-F238E27FC236}">
                  <a16:creationId xmlns:a16="http://schemas.microsoft.com/office/drawing/2014/main" id="{9D8A9532-64BA-582A-FBAE-4366A4F59930}"/>
                </a:ext>
              </a:extLst>
            </p:cNvPr>
            <p:cNvSpPr>
              <a:spLocks noChangeArrowheads="1"/>
            </p:cNvSpPr>
            <p:nvPr/>
          </p:nvSpPr>
          <p:spPr bwMode="auto">
            <a:xfrm>
              <a:off x="8095129" y="2382765"/>
              <a:ext cx="3468221" cy="3393354"/>
            </a:xfrm>
            <a:prstGeom prst="rect">
              <a:avLst/>
            </a:prstGeom>
            <a:solidFill>
              <a:schemeClr val="bg1"/>
            </a:solidFill>
            <a:ln w="12700" cap="flat" cmpd="sng" algn="ctr">
              <a:solidFill>
                <a:schemeClr val="tx2"/>
              </a:solidFill>
              <a:prstDash val="solid"/>
              <a:miter lim="800000"/>
              <a:headEnd type="none" w="med" len="med"/>
              <a:tailEnd type="none" w="med" len="med"/>
            </a:ln>
            <a:effectLst>
              <a:outerShdw dist="35921" dir="2700000" algn="ctr" rotWithShape="0">
                <a:schemeClr val="bg2"/>
              </a:outerShdw>
            </a:effectLst>
          </p:spPr>
          <p:txBody>
            <a:bodyPr lIns="90488" tIns="44450" rIns="90488" bIns="44450">
              <a:noAutofit/>
            </a:bodyPr>
            <a:lstStyle/>
            <a:p>
              <a:pPr>
                <a:buSzPct val="100000"/>
                <a:buFont typeface="Trebuchet MS" panose="020B0603020202020204" pitchFamily="34" charset="0"/>
                <a:buChar char="​"/>
                <a:defRPr/>
              </a:pPr>
              <a:r>
                <a:rPr lang="en-US" sz="1600">
                  <a:solidFill>
                    <a:schemeClr val="tx1">
                      <a:lumMod val="100000"/>
                    </a:schemeClr>
                  </a:solidFill>
                </a:rPr>
                <a:t>By using parallelism and adding one layer of richness at a time, the series makes its point more effectively</a:t>
              </a:r>
            </a:p>
          </p:txBody>
        </p:sp>
      </p:grpSp>
    </p:spTree>
    <p:custDataLst>
      <p:tags r:id="rId1"/>
    </p:custDataLst>
    <p:extLst>
      <p:ext uri="{BB962C8B-B14F-4D97-AF65-F5344CB8AC3E}">
        <p14:creationId xmlns:p14="http://schemas.microsoft.com/office/powerpoint/2010/main" val="39948612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DH_FLYSHEET_STYLE" val="1"/>
  <p:tag name="THINKCELLPRESENTATIONDONOTDELETE" val="&lt;?xml version=&quot;1.0&quot; encoding=&quot;UTF-16&quot; standalone=&quot;yes&quot;?&gt;&lt;root reqver=&quot;28224&quot;&gt;&lt;version val=&quot;356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EE4P_STYLE_ID" val="7daf5d21-e194-4a8e-a891-d180a9489874"/>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POSNALIGNVERT" val="True"/>
  <p:tag name="POSNALIGNHORIZ" val="True"/>
  <p:tag name="SIZEWIDTH" val="True"/>
  <p:tag name="SIZEHEIGHT" val="True"/>
  <p:tag name="FORMATSSHAPE" val="Group 20"/>
  <p:tag name="FORMATSSLIDEID" val="260"/>
  <p:tag name="FORMATSFILENAME" val="Standard Slides.potx"/>
  <p:tag name="POSITIONSHAPE" val="Group 20"/>
  <p:tag name="POSITIONSLIDEID" val="260"/>
  <p:tag name="SIZESHAPE" val="Group 20"/>
  <p:tag name="SIZESLIDEID" val="260"/>
</p:tagLst>
</file>

<file path=ppt/tags/tag12.xml><?xml version="1.0" encoding="utf-8"?>
<p:tagLst xmlns:a="http://schemas.openxmlformats.org/drawingml/2006/main" xmlns:r="http://schemas.openxmlformats.org/officeDocument/2006/relationships" xmlns:p="http://schemas.openxmlformats.org/presentationml/2006/main">
  <p:tag name="POSNALIGNVERT" val="True"/>
  <p:tag name="POSNALIGNHORIZ" val="True"/>
  <p:tag name="SIZEWIDTH" val="True"/>
  <p:tag name="SIZEHEIGHT" val="True"/>
  <p:tag name="FORMATSSHAPE" val="Group 21"/>
  <p:tag name="FORMATSSLIDEID" val="260"/>
  <p:tag name="FORMATSFILENAME" val="Standard Slides.potx"/>
  <p:tag name="POSITIONSHAPE" val="Group 21"/>
  <p:tag name="POSITIONSLIDEID" val="260"/>
  <p:tag name="SIZESHAPE" val="Group 21"/>
  <p:tag name="SIZESLIDEID" val="260"/>
</p:tagLst>
</file>

<file path=ppt/tags/tag13.xml><?xml version="1.0" encoding="utf-8"?>
<p:tagLst xmlns:a="http://schemas.openxmlformats.org/drawingml/2006/main" xmlns:r="http://schemas.openxmlformats.org/officeDocument/2006/relationships" xmlns:p="http://schemas.openxmlformats.org/presentationml/2006/main">
  <p:tag name="POSNALIGNVERT" val="True"/>
  <p:tag name="POSNALIGNHORIZ" val="True"/>
  <p:tag name="SIZEWIDTH" val="True"/>
  <p:tag name="SIZEHEIGHT" val="True"/>
  <p:tag name="FORMATSSHAPE" val="Group 27"/>
  <p:tag name="FORMATSSLIDEID" val="260"/>
  <p:tag name="FORMATSFILENAME" val="Standard Slides.potx"/>
  <p:tag name="POSITIONSHAPE" val="Group 27"/>
  <p:tag name="POSITIONSLIDEID" val="260"/>
  <p:tag name="SIZESHAPE" val="Group 27"/>
  <p:tag name="SIZESLIDEID" val="260"/>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LINECOLOR" val="NO VALUE"/>
  <p:tag name="PLACEHOLDERSIZE" val="NO VALUE"/>
  <p:tag name="SOURCE" val="NO VALUE"/>
  <p:tag name="TYPE" val="ProjectName"/>
  <p:tag name="FILLFORECOLOR" val="Transparent"/>
  <p:tag name="SUBOBJECTID" val="ProjectNameText"/>
  <p:tag name="OBJECTID" val="ProjectName"/>
  <p:tag name="HEIGHT" val="24"/>
  <p:tag name="WIDTH" val="154.75"/>
  <p:tag name="LEFT" val="43.13"/>
  <p:tag name="TOP" val="57.63"/>
  <p:tag name="FONTCOLOR" val="Project Name Font"/>
  <p:tag name="DEVICE" val="Canon Colorpass 1000"/>
</p:tagLst>
</file>

<file path=ppt/tags/tag17.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LINECOLOR" val="NO VALUE"/>
  <p:tag name="PLACEHOLDERSIZE" val="NO VALUE"/>
  <p:tag name="SOURCE" val="NO VALUE"/>
  <p:tag name="TYPE" val="ProjectName"/>
  <p:tag name="FILLFORECOLOR" val="Transparent"/>
  <p:tag name="SUBOBJECTID" val="ProjectNameText"/>
  <p:tag name="OBJECTID" val="ProjectName"/>
  <p:tag name="HEIGHT" val="24"/>
  <p:tag name="WIDTH" val="154.75"/>
  <p:tag name="LEFT" val="43.13"/>
  <p:tag name="TOP" val="57.63"/>
  <p:tag name="FONTCOLOR" val="Project Name Font"/>
  <p:tag name="DEVICE" val="Canon Colorpass 1000"/>
</p:tagLst>
</file>

<file path=ppt/tags/tag18.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LINECOLOR" val="NO VALUE"/>
  <p:tag name="PLACEHOLDERSIZE" val="NO VALUE"/>
  <p:tag name="SOURCE" val="NO VALUE"/>
  <p:tag name="TYPE" val="ProjectName"/>
  <p:tag name="FILLFORECOLOR" val="Transparent"/>
  <p:tag name="SUBOBJECTID" val="ProjectNameText"/>
  <p:tag name="OBJECTID" val="ProjectName"/>
  <p:tag name="HEIGHT" val="24"/>
  <p:tag name="WIDTH" val="154.75"/>
  <p:tag name="LEFT" val="43.13"/>
  <p:tag name="TOP" val="57.63"/>
  <p:tag name="FONTCOLOR" val="Project Name Font"/>
  <p:tag name="DEVICE" val="Canon Colorpass 1000"/>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PREVIOUSTEXTLENGTH" val="13"/>
</p:tagLst>
</file>

<file path=ppt/tags/tag21.xml><?xml version="1.0" encoding="utf-8"?>
<p:tagLst xmlns:a="http://schemas.openxmlformats.org/drawingml/2006/main" xmlns:r="http://schemas.openxmlformats.org/officeDocument/2006/relationships" xmlns:p="http://schemas.openxmlformats.org/presentationml/2006/main">
  <p:tag name="ANCHORPOINT" val="NO VALUE"/>
  <p:tag name="CHARTLIBVERSION" val="NO VALUE"/>
  <p:tag name="DDVERSION" val="2.0"/>
  <p:tag name="LINECOLOR" val="NO VALUE"/>
  <p:tag name="PLACEHOLDERSIZE" val="NO VALUE"/>
  <p:tag name="SOURCE" val="NO VALUE"/>
  <p:tag name="TYPE" val="ProjectName"/>
  <p:tag name="FILLFORECOLOR" val="Transparent"/>
  <p:tag name="SUBOBJECTID" val="ProjectNameText"/>
  <p:tag name="OBJECTID" val="ProjectName"/>
  <p:tag name="HEIGHT" val="24"/>
  <p:tag name="WIDTH" val="154.75"/>
  <p:tag name="LEFT" val="43.13"/>
  <p:tag name="TOP" val="57.63"/>
  <p:tag name="FONTCOLOR" val="Project Name Font"/>
  <p:tag name="DEVICE" val="Canon Colorpass 1000"/>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EE4P_TEMPLATESTYLE" val="6"/>
</p:tagLst>
</file>

<file path=ppt/tags/tag27.xml><?xml version="1.0" encoding="utf-8"?>
<p:tagLst xmlns:a="http://schemas.openxmlformats.org/drawingml/2006/main" xmlns:r="http://schemas.openxmlformats.org/officeDocument/2006/relationships" xmlns:p="http://schemas.openxmlformats.org/presentationml/2006/main">
  <p:tag name="EE4P_TEMPLATESTYLE" val="6"/>
</p:tagLst>
</file>

<file path=ppt/tags/tag28.xml><?xml version="1.0" encoding="utf-8"?>
<p:tagLst xmlns:a="http://schemas.openxmlformats.org/drawingml/2006/main" xmlns:r="http://schemas.openxmlformats.org/officeDocument/2006/relationships" xmlns:p="http://schemas.openxmlformats.org/presentationml/2006/main">
  <p:tag name="EE4P_TEMPLATESTYLE" val="6"/>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TEMPLATESTYLE" val="3"/>
</p:tagLst>
</file>

<file path=ppt/tags/tag35.xml><?xml version="1.0" encoding="utf-8"?>
<p:tagLst xmlns:a="http://schemas.openxmlformats.org/drawingml/2006/main" xmlns:r="http://schemas.openxmlformats.org/officeDocument/2006/relationships" xmlns:p="http://schemas.openxmlformats.org/presentationml/2006/main">
  <p:tag name="EE4P_TEMPLATESTYLE" val="3"/>
</p:tagLst>
</file>

<file path=ppt/tags/tag36.xml><?xml version="1.0" encoding="utf-8"?>
<p:tagLst xmlns:a="http://schemas.openxmlformats.org/drawingml/2006/main" xmlns:r="http://schemas.openxmlformats.org/officeDocument/2006/relationships" xmlns:p="http://schemas.openxmlformats.org/presentationml/2006/main">
  <p:tag name="EE4P_TEMPLATESTYLE" val="5"/>
</p:tagLst>
</file>

<file path=ppt/tags/tag37.xml><?xml version="1.0" encoding="utf-8"?>
<p:tagLst xmlns:a="http://schemas.openxmlformats.org/drawingml/2006/main" xmlns:r="http://schemas.openxmlformats.org/officeDocument/2006/relationships" xmlns:p="http://schemas.openxmlformats.org/presentationml/2006/main">
  <p:tag name="EE4P_TEMPLATESTYLE" val="3"/>
</p:tagLst>
</file>

<file path=ppt/tags/tag38.xml><?xml version="1.0" encoding="utf-8"?>
<p:tagLst xmlns:a="http://schemas.openxmlformats.org/drawingml/2006/main" xmlns:r="http://schemas.openxmlformats.org/officeDocument/2006/relationships" xmlns:p="http://schemas.openxmlformats.org/presentationml/2006/main">
  <p:tag name="EE4P_TEMPLATESTYLE" val="5"/>
</p:tagLst>
</file>

<file path=ppt/tags/tag39.xml><?xml version="1.0" encoding="utf-8"?>
<p:tagLst xmlns:a="http://schemas.openxmlformats.org/drawingml/2006/main" xmlns:r="http://schemas.openxmlformats.org/officeDocument/2006/relationships" xmlns:p="http://schemas.openxmlformats.org/presentationml/2006/main">
  <p:tag name="EE4P_TEMPLATESTYLE" val="3"/>
</p:tagLst>
</file>

<file path=ppt/tags/tag40.xml><?xml version="1.0" encoding="utf-8"?>
<p:tagLst xmlns:a="http://schemas.openxmlformats.org/drawingml/2006/main" xmlns:r="http://schemas.openxmlformats.org/officeDocument/2006/relationships" xmlns:p="http://schemas.openxmlformats.org/presentationml/2006/main">
  <p:tag name="EE4P_TEMPLATESTYLE" val="5"/>
</p:tagLst>
</file>

<file path=ppt/tags/tag41.xml><?xml version="1.0" encoding="utf-8"?>
<p:tagLst xmlns:a="http://schemas.openxmlformats.org/drawingml/2006/main" xmlns:r="http://schemas.openxmlformats.org/officeDocument/2006/relationships" xmlns:p="http://schemas.openxmlformats.org/presentationml/2006/main">
  <p:tag name="EE4P_TEMPLATESTYLE" val="5"/>
</p:tagLst>
</file>

<file path=ppt/tags/tag42.xml><?xml version="1.0" encoding="utf-8"?>
<p:tagLst xmlns:a="http://schemas.openxmlformats.org/drawingml/2006/main" xmlns:r="http://schemas.openxmlformats.org/officeDocument/2006/relationships" xmlns:p="http://schemas.openxmlformats.org/presentationml/2006/main">
  <p:tag name="EE4P_TEMPLATESTYLE" val="3"/>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EE4P_STYLE_ID" val="6cd991bf-f022-4378-96e7-2c338aeb3f5a"/>
  <p:tag name="EE4P_STYLE_NAME" val="Box"/>
  <p:tag name="EE4P_SMART_ELEMENT_XML" val="&lt;smartelement id=&quot;ProcessArrow&quot; custom=&quot;1&quot;&gt;&lt;value angle=&quot;4&quot; /&gt;&lt;/smartelement&gt;"/>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SLIDE_AS_PICTURE_ID" val="2147482918"/>
</p:tagLst>
</file>

<file path=ppt/tags/tag50.xml><?xml version="1.0" encoding="utf-8"?>
<p:tagLst xmlns:a="http://schemas.openxmlformats.org/drawingml/2006/main" xmlns:r="http://schemas.openxmlformats.org/officeDocument/2006/relationships" xmlns:p="http://schemas.openxmlformats.org/presentationml/2006/main">
  <p:tag name="EE4P_SLIDE_AS_PICTURE_ID" val="2147480173"/>
</p:tagLst>
</file>

<file path=ppt/tags/tag51.xml><?xml version="1.0" encoding="utf-8"?>
<p:tagLst xmlns:a="http://schemas.openxmlformats.org/drawingml/2006/main" xmlns:r="http://schemas.openxmlformats.org/officeDocument/2006/relationships" xmlns:p="http://schemas.openxmlformats.org/presentationml/2006/main">
  <p:tag name="EE4P_STYLE_ID" val="6cd991bf-f022-4378-96e7-2c338aeb3f5a"/>
  <p:tag name="EE4P_STYLE_NAME" val="Box"/>
  <p:tag name="EE4P_SMART_ELEMENT_XML" val="&lt;smartelement id=&quot;ProcessArrow&quot; custom=&quot;1&quot;&gt;&lt;value angle=&quot;4&quot; /&gt;&lt;/smartelement&gt;"/>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EE4P_STYLE_ID" val="6cd991bf-f022-4378-96e7-2c338aeb3f5a"/>
  <p:tag name="EE4P_STYLE_NAME" val="Box"/>
  <p:tag name="EE4P_SMART_ELEMENT_XML" val="&lt;smartelement id=&quot;ProcessArrow&quot; custom=&quot;1&quot;&gt;&lt;value angle=&quot;4&quot; /&gt;&lt;/smartelement&gt;"/>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TEMPLATESTYLE" val="17"/>
</p:tagLst>
</file>

<file path=ppt/tags/tag63.xml><?xml version="1.0" encoding="utf-8"?>
<p:tagLst xmlns:a="http://schemas.openxmlformats.org/drawingml/2006/main" xmlns:r="http://schemas.openxmlformats.org/officeDocument/2006/relationships" xmlns:p="http://schemas.openxmlformats.org/presentationml/2006/main">
  <p:tag name="EE4P_TEMPLATESTYLE" val="17"/>
</p:tagLst>
</file>

<file path=ppt/tags/tag64.xml><?xml version="1.0" encoding="utf-8"?>
<p:tagLst xmlns:a="http://schemas.openxmlformats.org/drawingml/2006/main" xmlns:r="http://schemas.openxmlformats.org/officeDocument/2006/relationships" xmlns:p="http://schemas.openxmlformats.org/presentationml/2006/main">
  <p:tag name="EE4P_TEMPLATESTYLE" val="17"/>
</p:tagLst>
</file>

<file path=ppt/tags/tag65.xml><?xml version="1.0" encoding="utf-8"?>
<p:tagLst xmlns:a="http://schemas.openxmlformats.org/drawingml/2006/main" xmlns:r="http://schemas.openxmlformats.org/officeDocument/2006/relationships" xmlns:p="http://schemas.openxmlformats.org/presentationml/2006/main">
  <p:tag name="EE4P_TEMPLATESTYLE" val="17"/>
</p:tagLst>
</file>

<file path=ppt/tags/tag66.xml><?xml version="1.0" encoding="utf-8"?>
<p:tagLst xmlns:a="http://schemas.openxmlformats.org/drawingml/2006/main" xmlns:r="http://schemas.openxmlformats.org/officeDocument/2006/relationships" xmlns:p="http://schemas.openxmlformats.org/presentationml/2006/main">
  <p:tag name="EE4P_TEMPLATESTYLE" val="17"/>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TEMPLATESTYLE" val="17"/>
</p:tagLst>
</file>

<file path=ppt/tags/tag69.xml><?xml version="1.0" encoding="utf-8"?>
<p:tagLst xmlns:a="http://schemas.openxmlformats.org/drawingml/2006/main" xmlns:r="http://schemas.openxmlformats.org/officeDocument/2006/relationships" xmlns:p="http://schemas.openxmlformats.org/presentationml/2006/main">
  <p:tag name="EE4P_TEMPLATESTYLE" val="17"/>
</p:tagLst>
</file>

<file path=ppt/tags/tag70.xml><?xml version="1.0" encoding="utf-8"?>
<p:tagLst xmlns:a="http://schemas.openxmlformats.org/drawingml/2006/main" xmlns:r="http://schemas.openxmlformats.org/officeDocument/2006/relationships" xmlns:p="http://schemas.openxmlformats.org/presentationml/2006/main">
  <p:tag name="EE4P_TEMPLATESTYLE" val="17"/>
</p:tagLst>
</file>

<file path=ppt/tags/tag71.xml><?xml version="1.0" encoding="utf-8"?>
<p:tagLst xmlns:a="http://schemas.openxmlformats.org/drawingml/2006/main" xmlns:r="http://schemas.openxmlformats.org/officeDocument/2006/relationships" xmlns:p="http://schemas.openxmlformats.org/presentationml/2006/main">
  <p:tag name="EE4P_TEMPLATESTYLE" val="17"/>
</p:tagLst>
</file>

<file path=ppt/tags/tag72.xml><?xml version="1.0" encoding="utf-8"?>
<p:tagLst xmlns:a="http://schemas.openxmlformats.org/drawingml/2006/main" xmlns:r="http://schemas.openxmlformats.org/officeDocument/2006/relationships" xmlns:p="http://schemas.openxmlformats.org/presentationml/2006/main">
  <p:tag name="EE4P_TEMPLATESTYLE" val="17"/>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SLIDE_AS_PICTURE_ID" val="2147480051"/>
</p:tagLst>
</file>

<file path=ppt/tags/tag75.xml><?xml version="1.0" encoding="utf-8"?>
<p:tagLst xmlns:a="http://schemas.openxmlformats.org/drawingml/2006/main" xmlns:r="http://schemas.openxmlformats.org/officeDocument/2006/relationships" xmlns:p="http://schemas.openxmlformats.org/presentationml/2006/main">
  <p:tag name="EE4P_SLIDE_AS_PICTURE_ID" val="2147480097"/>
</p:tagLst>
</file>

<file path=ppt/tags/tag76.xml><?xml version="1.0" encoding="utf-8"?>
<p:tagLst xmlns:a="http://schemas.openxmlformats.org/drawingml/2006/main" xmlns:r="http://schemas.openxmlformats.org/officeDocument/2006/relationships" xmlns:p="http://schemas.openxmlformats.org/presentationml/2006/main">
  <p:tag name="EE4P_SLIDE_AS_PICTURE_ID" val="2145706770"/>
</p:tagLst>
</file>

<file path=ppt/tags/tag77.xml><?xml version="1.0" encoding="utf-8"?>
<p:tagLst xmlns:a="http://schemas.openxmlformats.org/drawingml/2006/main" xmlns:r="http://schemas.openxmlformats.org/officeDocument/2006/relationships" xmlns:p="http://schemas.openxmlformats.org/presentationml/2006/main">
  <p:tag name="EE4P_SLIDE_AS_PICTURE_ID" val="2147375983"/>
</p:tagLst>
</file>

<file path=ppt/tags/tag78.xml><?xml version="1.0" encoding="utf-8"?>
<p:tagLst xmlns:a="http://schemas.openxmlformats.org/drawingml/2006/main" xmlns:r="http://schemas.openxmlformats.org/officeDocument/2006/relationships" xmlns:p="http://schemas.openxmlformats.org/presentationml/2006/main">
  <p:tag name="EE4P_SLIDE_AS_PICTURE_ID" val="2147482830"/>
</p:tagLst>
</file>

<file path=ppt/tags/tag79.xml><?xml version="1.0" encoding="utf-8"?>
<p:tagLst xmlns:a="http://schemas.openxmlformats.org/drawingml/2006/main" xmlns:r="http://schemas.openxmlformats.org/officeDocument/2006/relationships" xmlns:p="http://schemas.openxmlformats.org/presentationml/2006/main">
  <p:tag name="EE4P_SLIDE_AS_PICTURE_ID" val="2147480287"/>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EE4P_SLIDE_AS_PICTURE_ID" val="266"/>
</p:tagLst>
</file>

<file path=ppt/tags/tag82.xml><?xml version="1.0" encoding="utf-8"?>
<p:tagLst xmlns:a="http://schemas.openxmlformats.org/drawingml/2006/main" xmlns:r="http://schemas.openxmlformats.org/officeDocument/2006/relationships" xmlns:p="http://schemas.openxmlformats.org/presentationml/2006/main">
  <p:tag name="EE4P_SLIDE_AS_PICTURE_ID" val="280"/>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Coalw_zWHykDJxaS8udfcA"/>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yLcQbCsVx3aJf5w3DggYIg"/>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ViVOMgdIUQVX1SmNIWa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jlM89d3wjXOTp7nuNnoZ6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BNEi8krQhroCYqQwQF4XIA"/>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hjxPcKHNKBf_CfFp8RzH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3_GQFLRrEC4M6WIWhdHAR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2Vq9F8BurU9nwCm2i80DA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EuS4GmT7EvZJqW5SpmpITA"/>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X7L4BEH1Xw32M4b1_Shz8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Z0xTK9zrIvIYepmetrwOI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Zkrx9ZhT1L8t.TuNcFlCug"/>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jXFM6mDwbymaqlIH5HWTMg"/>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ciw6dF524KcT.1JUbnBwQ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O4Zy21BrEYmwsWS.UUD22Q"/>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Jg4nht8BSxrac.KWCJMIw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O1oXL.j66D8510w8r95zNg"/>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RNqxSoU_RY7YV1q1KXzZKQ"/>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DcXhlTmoMaNtyJMc.llP0g"/>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Mag7dqlpG_Kd3UO.LtKL6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1y6y4mUSflk1rZYK834r2A"/>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5e7vOpNHqoZz5uL4FLOQYg"/>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YsM_2qIEWKRPLfYQgNDHrg"/>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TIcGD6Y5ugJ95seNJ0Jb0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AY14jkrr9c90CiQ2uPhmIQ"/>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DSzJSuMEd51kyAt3JAUeE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K78ndBiB_ugvPx9usjMQJ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1sTtb4fpZyQv3opVX5vzV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9iNFi_qWZLgLi3MrNzuNt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AwcxPHe2tU_w9lZqM6iDB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GAuJKI1pVATysbDSwJmNQ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v7zwYYHUkRdrfae.GiSH_A"/>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B.L_Zz9jL1DeZFFvHZgcj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UJrLyb7Amrf.8nFtClH6d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JW5.s1QtsvcWy700V0plS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WFOCx8VkUB21crBIqEywU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eoF1YUkdI6cIyWl3ovng9Q"/>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Cfo_y8IbirXg13_Seva4Iw"/>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TtcTC1Qb43JXgC5pKsOj9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XE8rXOH.9DpX9NPBiH5xf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FXLvo.0xi3W0SwDTMXDJ7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XSJ77CQkNcY0jlTLwlhw.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KEPn9A1EmOA_PRUujEnHtA"/>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2WMlYN4wbcsMt4yNamo9bg"/>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THDDxb845DdMqUTMguC7qg"/>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EAs9C9jzEc813ZycT6U1Q"/>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Pbv.WwkzdXQq5eo6V81JX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BCG_MODE" val="Presentation"/>
  <p:tag name="BCG_DESIGN" val="Green half"/>
  <p:tag name="EE4P_LAYOUT_ID" val="K"/>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EE4P_STYLE_ID" val="6cd991bf-f022-4378-96e7-2c338aeb3f5a"/>
  <p:tag name="EE4P_STYLE_NAME" val="Box"/>
  <p:tag name="EE4P_SMART_ELEMENT_XML" val="&lt;smartelement id=&quot;ProcessArrow&quot; custom=&quot;1&quot;&gt;&lt;value angle=&quot;4&quot; /&gt;&lt;/smartelement&gt;"/>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ZZf1F8Fk43uEP7.3NkkfIg"/>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VKjyY0fmZGuWbjpZ.bAASQ"/>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1xBh1sIix1M3xiB4vuSN7Q"/>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bAi8V7XpUW_y7tZfTetM3g"/>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sdPByb2c4.z2dvANK5NpcQ"/>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W1.6i1QjMj9h.yBhzNj9GQ"/>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s9kRbaql2Tr0muals1rpnA"/>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WBlsbgv1VDgQr4P1pkYGIQ"/>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ZFUebZcFWx_VnwfwPtu24w"/>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Qmw10p7LHQb4J1kHzWxM8g"/>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3s8cYzZT34kCeEcFjkL.6Q"/>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DYB78YDT71e8SXDS.J4_QA"/>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OcOggcViZuNSGM1Z9EZ7fA"/>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wBtsJtw7.ucMb8v.Ca7zdg"/>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lgjsFJPfeLTEgwyl0._lgQ"/>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G4R8tIp0K0qklWo80puQzw"/>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11wr4Slp_MxlmPZIDJFlHQ"/>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js_2jsLmqjQQLeeZ23JMyA"/>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0pfuJqszyA6aR6s7cv_ExQ"/>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M22GNKtoxvOWcbRmueDPYg"/>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IjlX3jKlq1o4UJfpe0jLJg"/>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cITRyXfcL__qNBrya6UI6A"/>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2F3UKRUKtLb0avxPpAtz_g"/>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BqE0D7fk5wDg43E5j61HwQ"/>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GIyir5G8WZK063A8MS_0Gg"/>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UATD9wGZMoAixTXeKezLMw"/>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oBREMh7mumc9mJ79VqCEfA"/>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b93OfI3uHZxEzRmmDTaJ3Q"/>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Q6uZ0pcPjV347A2VbsJxM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Wjc.ItI6fzb6C26wij551A"/>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iKm_s5gKdxo_K6mZ5YhgMA"/>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YoIMavPvAvWPJ_Y5EAbl.A"/>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dnjdYP5Bo.J4CZacO3fSAQ"/>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a7.MkuIF.w.tve21M68d8A"/>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JkFEycrJg8ocyts5GpLbdA"/>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v1_6iDOI4j247fAyZaBhig"/>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C.nlSGf9utKqZSKuoaXbQw"/>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rR6cKQg0UBm9bRrfmd0c6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eaiSKX7iQy_e2f1MzO3ntg"/>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L439PJ4Vg2ncWR79W0sz4g"/>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PkMtH9DEC3w28QaPGLR9kA"/>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l8tIn3WtGvCmkYuh.6aNrQ"/>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GPLjdjZHYjKo6bWEM93nIA"/>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LN.vzIfDzrjOGlPtRY3eN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CzqXcii.nTStjq0AxVnt1A"/>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xYnToXmDfJXA709rgz7g3w"/>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qHNqWboKJJrDCR1IYJSpKg"/>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IJtGNFi_Dy0g2jQm98tKNw"/>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inLS8XN8Saz5meOc_OzAKg"/>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75GRzYw5wXbREm6p7OTkvQ"/>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kERDLveS018hMhIfW9.j8w"/>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N4JXt0EAm_xCA1ceklBisA"/>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VJHAkR7KtQ0DbF_xUef5Q"/>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rlW50Hw34uz0u03.vCy7qg"/>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vl5DR92dAEKdYsZlptbpSQ"/>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BSWwTgft8rj5OmmaBOI_Xw"/>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MsWERs5ywEphYzOa_IES1g"/>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jncS_M_0.22wWipzuUWyqg"/>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6TQB3GcHoih.DzTnPQ1JFw"/>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8Ky.SxwHw.ykSRPw22UUm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LXV.A8plWcv93oTx7AtC4A"/>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SQhMbDBmtimHQ5DwY1_G.A"/>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MFiNyEribSt3.PUwjvkI0g"/>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kfP3vhqv5oMCPSQBqe6Plw"/>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plzatXaYMYHRM_agCti2TA"/>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LB.jxALemlPeRo10eUow4A"/>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kQbotNhFLEJz1FSKh5p4Mw"/>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G4_bHicxD2gAmaJJ_vxQag"/>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tYowbzh4VzBscuNn5zgW9A"/>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Evuv7AyYLzyA6i4cyNd.gg"/>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4vtuX5pGdCJsVyWoC98PYA"/>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MB3eOxte16Tx2Q7j5Powq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l4C0Bjxow7rVV6CVS9w51w"/>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xD_390svUnethDRDdj69Yg"/>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fES6mJFu1IlXKki8D3AHuQ"/>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kjVgdpwcrq0JNa6sbd_dfw"/>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6xbkpt62hvyHlyawTI4Um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GpBCBipsqxjBkwrgNwVcw"/>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1CognAvY9S9u1bKV6wN21A"/>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pSgdvZDza_K7kyehxzockw"/>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JmRVwzvJpx_CIKfz0N_gbw"/>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DvcecL4.mlUd2y_uEvFPaQ"/>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NgsnJX2xsoGje5_7_0Q3LA"/>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JlTpJ4Rm91NSwQlPwADFdA"/>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wnXYVDc6tMrh8I9yse0qgg"/>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C5Oycvr_wUhN.SILFvg4Mw"/>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l7LqPje_FnTrwYBCkUPIiA"/>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9c3EbX2Zhv1W7ouqwkzskg"/>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GgAJPBvmKR3toJRaYUM6Og"/>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YPFYnNduELpndLzKqdqwTQ"/>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ACyP.HNopGgOaJzHcTARRQ"/>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9W0_xHR13YVvclDqtSsLSA"/>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DK9vhjd6F16six43YGEhsQ"/>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51B_vx_BLX5d_h8hpSP_rw"/>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UuDoBHSYvGecBYu04mDzRw"/>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EyBkX7NZYtHi1eQd9t_87g"/>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EbFD7vyp6Ulg5h0C4YOarw"/>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Gigf4fgXnlMfOrwl4sTbWg"/>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tXbxcjbBH9DiEHBJURvZsw"/>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G_BkXFed4rvWuU3_9TfPdw"/>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V8ASoH352ZdcXtizr3ulJQ"/>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r3buoYaN5tbaJ87PDkQfdw"/>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G.zrFhGoImmLtiul.vUJGQ"/>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kcPhEqvswTFyvpvLv.yYQ"/>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u3rPhV9Csd3KrW07pMQlZg"/>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O5bvLFO9w_7Rt4k3rlOQXA"/>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HPStUQC4AiAeacwW5uavfg"/>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OG3ZoREffm.l8USzSLNzSg"/>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bgug4CiNQppAzr9d7.Iu1Q"/>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LCQLGSJGr.LoRB9_Z0Wkb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67A7GwbsK7QOt7gkMMR4_Q"/>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eS6XLSfcAB0cn8iDu0G2AA"/>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z7RVoYeSvrhVeZZ6vQ5xww"/>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B0W8xIMAfAATBSN_8o7NYA"/>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TLAOl1rwHcWwmD4PPwsvxw"/>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5K.EwFLMSpwViLvXiEppE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rCO2iz2MjB_iauo6Xq9P7w"/>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dRxEaWlcLI1KGDjTbRMzOg"/>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rSfwgLy2b3iZrt.SGbcD8w"/>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_BeQGZEOzz5czWwGGpIbGw"/>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kYRAaRACY5NYjrc.8nlDMw"/>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L0_1uNDHc0GZNsIt0Gx.OA"/>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9b_wHKcVvsmJEJnALTKUpg"/>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H8bSlkqfLc_CsgkSBqPIcw"/>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psFqm3BE871wrO68C3w76g"/>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4.xml><?xml version="1.0" encoding="utf-8"?>
<p:tagLst xmlns:a="http://schemas.openxmlformats.org/drawingml/2006/main" xmlns:r="http://schemas.openxmlformats.org/officeDocument/2006/relationships" xmlns:p="http://schemas.openxmlformats.org/presentationml/2006/main">
  <p:tag name="AUTHOR2_SHOWPLACEHOLDERTITLE" val="TRUE"/>
  <p:tag name="AUTHOR2_SHOWPLACEHOLDERSUBTITLE" val="TRUE"/>
  <p:tag name="AUTHOR2_SHOWPLACEHOLDERSOURCE" val="TRUE"/>
  <p:tag name="AUTHOR2_SHOWSECTIONTITLE" val="TRUE"/>
  <p:tag name="AUTHOR_SLIDE_ID" val="e770a6a7-18eb-43be-9da4-bad62d9da627|2e05bad8-acab-4b64-87e2-5cb65713ae49|29ee9b28-36fc-421f-ba7d-d88bd0b195c1|4c41b4e6-bc92-496a-a498-4ab7b71ec028|e22a9634-7521-44f7-9abc-48e54695161a|14c6f8fa-a808-44d1-8633-1dfc15c8b01a|f306777a-ada7-4e49-a3e4-df6219cdb474|79e51cb5-5d93-4c2a-bbf9-cba6c002faf7|e3c3c48b-07b0-45b4-a6ca-d7743e44b746|a884e8de-e730-4631-a374-9304a7ca16df|0a0da308-742a-45bc-9a3a-665b48a86f85|102e8fb9-7751-453f-a3fc-4760b7a3e09b|928c5291-bdf1-4c34-a7a8-3ff413e50607|f3914fbe-da79-4a3b-936d-f130025336e4|307b22e8-1d4f-4539-bd7d-3d2b48106e31"/>
  <p:tag name="AUTHOR2_SHOWSECTIONTITLEONSLIDE" val="TRUE"/>
  <p:tag name="AUTHOR2_SHOWFOOTNOTE" val="TRUE"/>
  <p:tag name="AUTHOR2_ISSLIDEMAPWITHMASTER" val="TRUE"/>
  <p:tag name="SHAPENAMEADDED" val="false"/>
</p:tagLst>
</file>

<file path=ppt/tags/tag285.xml><?xml version="1.0" encoding="utf-8"?>
<p:tagLst xmlns:a="http://schemas.openxmlformats.org/drawingml/2006/main" xmlns:r="http://schemas.openxmlformats.org/officeDocument/2006/relationships" xmlns:p="http://schemas.openxmlformats.org/presentationml/2006/main">
  <p:tag name="LAYOUTPLACEHOLDERNAME" val="Slide - Page Number"/>
</p:tagLst>
</file>

<file path=ppt/tags/tag286.xml><?xml version="1.0" encoding="utf-8"?>
<p:tagLst xmlns:a="http://schemas.openxmlformats.org/drawingml/2006/main" xmlns:r="http://schemas.openxmlformats.org/officeDocument/2006/relationships" xmlns:p="http://schemas.openxmlformats.org/presentationml/2006/main">
  <p:tag name="LAYOUTPLACEHOLDERNAME" val="Slide - Title"/>
</p:tagLst>
</file>

<file path=ppt/tags/tag287.xml><?xml version="1.0" encoding="utf-8"?>
<p:tagLst xmlns:a="http://schemas.openxmlformats.org/drawingml/2006/main" xmlns:r="http://schemas.openxmlformats.org/officeDocument/2006/relationships" xmlns:p="http://schemas.openxmlformats.org/presentationml/2006/main">
  <p:tag name="LAYOUTPLACEHOLDERNAME" val="Slide - Section Title"/>
</p:tagLst>
</file>

<file path=ppt/tags/tag288.xml><?xml version="1.0" encoding="utf-8"?>
<p:tagLst xmlns:a="http://schemas.openxmlformats.org/drawingml/2006/main" xmlns:r="http://schemas.openxmlformats.org/officeDocument/2006/relationships" xmlns:p="http://schemas.openxmlformats.org/presentationml/2006/main">
  <p:tag name="AUTHOR2_SHOWPLACEHOLDERTITLE" val="TRUE"/>
  <p:tag name="AUTHOR2_SHOWPLACEHOLDERSUBTITLE" val="TRUE"/>
  <p:tag name="AUTHOR2_SHOWPLACEHOLDERSOURCE" val="TRUE"/>
  <p:tag name="AUTHOR2_SHOWSECTIONTITLE" val="TRUE"/>
  <p:tag name="AUTHOR_SLIDE_ID" val="e770a6a7-18eb-43be-9da4-bad62d9da627|2e05bad8-acab-4b64-87e2-5cb65713ae49|29ee9b28-36fc-421f-ba7d-d88bd0b195c1|4c41b4e6-bc92-496a-a498-4ab7b71ec028|e22a9634-7521-44f7-9abc-48e54695161a|14c6f8fa-a808-44d1-8633-1dfc15c8b01a|f306777a-ada7-4e49-a3e4-df6219cdb474|79e51cb5-5d93-4c2a-bbf9-cba6c002faf7|e3c3c48b-07b0-45b4-a6ca-d7743e44b746|a884e8de-e730-4631-a374-9304a7ca16df|0a0da308-742a-45bc-9a3a-665b48a86f85|102e8fb9-7751-453f-a3fc-4760b7a3e09b|928c5291-bdf1-4c34-a7a8-3ff413e50607|f3914fbe-da79-4a3b-936d-f130025336e4|307b22e8-1d4f-4539-bd7d-3d2b48106e31"/>
  <p:tag name="AUTHOR2_SHOWSECTIONTITLEONSLIDE" val="TRUE"/>
  <p:tag name="AUTHOR2_SHOWFOOTNOTE" val="TRUE"/>
  <p:tag name="AUTHOR2_ISSLIDEMAPWITHMASTER" val="TRUE"/>
  <p:tag name="SHAPENAMEADDED" val="false"/>
</p:tagLst>
</file>

<file path=ppt/tags/tag289.xml><?xml version="1.0" encoding="utf-8"?>
<p:tagLst xmlns:a="http://schemas.openxmlformats.org/drawingml/2006/main" xmlns:r="http://schemas.openxmlformats.org/officeDocument/2006/relationships" xmlns:p="http://schemas.openxmlformats.org/presentationml/2006/main">
  <p:tag name="LAYOUTPLACEHOLDERNAME" val="Slide - Page Number"/>
</p:tagLst>
</file>

<file path=ppt/tags/tag290.xml><?xml version="1.0" encoding="utf-8"?>
<p:tagLst xmlns:a="http://schemas.openxmlformats.org/drawingml/2006/main" xmlns:r="http://schemas.openxmlformats.org/officeDocument/2006/relationships" xmlns:p="http://schemas.openxmlformats.org/presentationml/2006/main">
  <p:tag name="LAYOUTPLACEHOLDERNAME" val="Slide - Title"/>
</p:tagLst>
</file>

<file path=ppt/tags/tag291.xml><?xml version="1.0" encoding="utf-8"?>
<p:tagLst xmlns:a="http://schemas.openxmlformats.org/drawingml/2006/main" xmlns:r="http://schemas.openxmlformats.org/officeDocument/2006/relationships" xmlns:p="http://schemas.openxmlformats.org/presentationml/2006/main">
  <p:tag name="LAYOUTPLACEHOLDERNAME" val="Slide - Section Title"/>
</p:tagLst>
</file>

<file path=ppt/tags/tag292.xml><?xml version="1.0" encoding="utf-8"?>
<p:tagLst xmlns:a="http://schemas.openxmlformats.org/drawingml/2006/main" xmlns:r="http://schemas.openxmlformats.org/officeDocument/2006/relationships" xmlns:p="http://schemas.openxmlformats.org/presentationml/2006/main">
  <p:tag name="AUTHOR2_SHOWPLACEHOLDERTITLE" val="TRUE"/>
  <p:tag name="AUTHOR2_SHOWPLACEHOLDERSUBTITLE" val="TRUE"/>
  <p:tag name="AUTHOR2_SHOWPLACEHOLDERSOURCE" val="TRUE"/>
  <p:tag name="AUTHOR2_SHOWSECTIONTITLE" val="TRUE"/>
  <p:tag name="AUTHOR_SLIDE_ID" val="e770a6a7-18eb-43be-9da4-bad62d9da627|2e05bad8-acab-4b64-87e2-5cb65713ae49|29ee9b28-36fc-421f-ba7d-d88bd0b195c1|4c41b4e6-bc92-496a-a498-4ab7b71ec028|e22a9634-7521-44f7-9abc-48e54695161a|14c6f8fa-a808-44d1-8633-1dfc15c8b01a|f306777a-ada7-4e49-a3e4-df6219cdb474|79e51cb5-5d93-4c2a-bbf9-cba6c002faf7|e3c3c48b-07b0-45b4-a6ca-d7743e44b746|a884e8de-e730-4631-a374-9304a7ca16df|0a0da308-742a-45bc-9a3a-665b48a86f85|102e8fb9-7751-453f-a3fc-4760b7a3e09b|928c5291-bdf1-4c34-a7a8-3ff413e50607|f3914fbe-da79-4a3b-936d-f130025336e4|307b22e8-1d4f-4539-bd7d-3d2b48106e31"/>
  <p:tag name="AUTHOR2_SHOWSECTIONTITLEONSLIDE" val="TRUE"/>
  <p:tag name="AUTHOR2_SHOWFOOTNOTE" val="TRUE"/>
  <p:tag name="AUTHOR2_ISSLIDEMAPWITHMASTER" val="TRUE"/>
  <p:tag name="SHAPENAMEADDED" val="false"/>
</p:tagLst>
</file>

<file path=ppt/tags/tag293.xml><?xml version="1.0" encoding="utf-8"?>
<p:tagLst xmlns:a="http://schemas.openxmlformats.org/drawingml/2006/main" xmlns:r="http://schemas.openxmlformats.org/officeDocument/2006/relationships" xmlns:p="http://schemas.openxmlformats.org/presentationml/2006/main">
  <p:tag name="LAYOUTPLACEHOLDERNAME" val="Slide - Page Number"/>
</p:tagLst>
</file>

<file path=ppt/tags/tag294.xml><?xml version="1.0" encoding="utf-8"?>
<p:tagLst xmlns:a="http://schemas.openxmlformats.org/drawingml/2006/main" xmlns:r="http://schemas.openxmlformats.org/officeDocument/2006/relationships" xmlns:p="http://schemas.openxmlformats.org/presentationml/2006/main">
  <p:tag name="LAYOUTPLACEHOLDERNAME" val="Slide - Title"/>
</p:tagLst>
</file>

<file path=ppt/tags/tag295.xml><?xml version="1.0" encoding="utf-8"?>
<p:tagLst xmlns:a="http://schemas.openxmlformats.org/drawingml/2006/main" xmlns:r="http://schemas.openxmlformats.org/officeDocument/2006/relationships" xmlns:p="http://schemas.openxmlformats.org/presentationml/2006/main">
  <p:tag name="LAYOUTPLACEHOLDERNAME" val="Slide - Section Title"/>
</p:tagLst>
</file>

<file path=ppt/tags/tag296.xml><?xml version="1.0" encoding="utf-8"?>
<p:tagLst xmlns:a="http://schemas.openxmlformats.org/drawingml/2006/main" xmlns:r="http://schemas.openxmlformats.org/officeDocument/2006/relationships" xmlns:p="http://schemas.openxmlformats.org/presentationml/2006/main">
  <p:tag name="AUTHOR2_SHOWPLACEHOLDERTITLE" val="TRUE"/>
  <p:tag name="AUTHOR2_SHOWPLACEHOLDERSUBTITLE" val="TRUE"/>
  <p:tag name="AUTHOR2_SHOWPLACEHOLDERSOURCE" val="TRUE"/>
  <p:tag name="AUTHOR2_SHOWSECTIONTITLE" val="TRUE"/>
  <p:tag name="AUTHOR_SLIDE_ID" val="e770a6a7-18eb-43be-9da4-bad62d9da627|2e05bad8-acab-4b64-87e2-5cb65713ae49|29ee9b28-36fc-421f-ba7d-d88bd0b195c1|4c41b4e6-bc92-496a-a498-4ab7b71ec028|e22a9634-7521-44f7-9abc-48e54695161a|14c6f8fa-a808-44d1-8633-1dfc15c8b01a|f306777a-ada7-4e49-a3e4-df6219cdb474|79e51cb5-5d93-4c2a-bbf9-cba6c002faf7|e3c3c48b-07b0-45b4-a6ca-d7743e44b746|a884e8de-e730-4631-a374-9304a7ca16df|0a0da308-742a-45bc-9a3a-665b48a86f85|102e8fb9-7751-453f-a3fc-4760b7a3e09b|928c5291-bdf1-4c34-a7a8-3ff413e50607|f3914fbe-da79-4a3b-936d-f130025336e4|307b22e8-1d4f-4539-bd7d-3d2b48106e31"/>
  <p:tag name="AUTHOR2_SHOWSECTIONTITLEONSLIDE" val="TRUE"/>
  <p:tag name="AUTHOR2_SHOWFOOTNOTE" val="TRUE"/>
  <p:tag name="AUTHOR2_ISSLIDEMAPWITHMASTER" val="TRUE"/>
  <p:tag name="SHAPENAMEADDED" val="false"/>
</p:tagLst>
</file>

<file path=ppt/tags/tag297.xml><?xml version="1.0" encoding="utf-8"?>
<p:tagLst xmlns:a="http://schemas.openxmlformats.org/drawingml/2006/main" xmlns:r="http://schemas.openxmlformats.org/officeDocument/2006/relationships" xmlns:p="http://schemas.openxmlformats.org/presentationml/2006/main">
  <p:tag name="LAYOUTPLACEHOLDERNAME" val="Slide - Page Number"/>
</p:tagLst>
</file>

<file path=ppt/tags/tag298.xml><?xml version="1.0" encoding="utf-8"?>
<p:tagLst xmlns:a="http://schemas.openxmlformats.org/drawingml/2006/main" xmlns:r="http://schemas.openxmlformats.org/officeDocument/2006/relationships" xmlns:p="http://schemas.openxmlformats.org/presentationml/2006/main">
  <p:tag name="LAYOUTPLACEHOLDERNAME" val="Slide - Title"/>
</p:tagLst>
</file>

<file path=ppt/tags/tag299.xml><?xml version="1.0" encoding="utf-8"?>
<p:tagLst xmlns:a="http://schemas.openxmlformats.org/drawingml/2006/main" xmlns:r="http://schemas.openxmlformats.org/officeDocument/2006/relationships" xmlns:p="http://schemas.openxmlformats.org/presentationml/2006/main">
  <p:tag name="LAYOUTPLACEHOLDERNAME" val="Slide - Section Title"/>
</p:tagLst>
</file>

<file path=ppt/tags/tag300.xml><?xml version="1.0" encoding="utf-8"?>
<p:tagLst xmlns:a="http://schemas.openxmlformats.org/drawingml/2006/main" xmlns:r="http://schemas.openxmlformats.org/officeDocument/2006/relationships" xmlns:p="http://schemas.openxmlformats.org/presentationml/2006/main">
  <p:tag name="AUTHOR2_SHOWPLACEHOLDERTITLE" val="TRUE"/>
  <p:tag name="AUTHOR2_SHOWPLACEHOLDERSUBTITLE" val="TRUE"/>
  <p:tag name="AUTHOR2_SHOWPLACEHOLDERSOURCE" val="TRUE"/>
  <p:tag name="AUTHOR2_SHOWSECTIONTITLE" val="TRUE"/>
  <p:tag name="AUTHOR_SLIDE_ID" val="e770a6a7-18eb-43be-9da4-bad62d9da627|2e05bad8-acab-4b64-87e2-5cb65713ae49|29ee9b28-36fc-421f-ba7d-d88bd0b195c1|4c41b4e6-bc92-496a-a498-4ab7b71ec028|e22a9634-7521-44f7-9abc-48e54695161a|14c6f8fa-a808-44d1-8633-1dfc15c8b01a|f306777a-ada7-4e49-a3e4-df6219cdb474|79e51cb5-5d93-4c2a-bbf9-cba6c002faf7|e3c3c48b-07b0-45b4-a6ca-d7743e44b746|a884e8de-e730-4631-a374-9304a7ca16df|0a0da308-742a-45bc-9a3a-665b48a86f85|102e8fb9-7751-453f-a3fc-4760b7a3e09b|928c5291-bdf1-4c34-a7a8-3ff413e50607|f3914fbe-da79-4a3b-936d-f130025336e4|307b22e8-1d4f-4539-bd7d-3d2b48106e31"/>
  <p:tag name="AUTHOR2_SHOWSECTIONTITLEONSLIDE" val="TRUE"/>
  <p:tag name="AUTHOR2_SHOWFOOTNOTE" val="TRUE"/>
  <p:tag name="AUTHOR2_ISSLIDEMAPWITHMASTER" val="TRUE"/>
  <p:tag name="SHAPENAMEADDED" val="false"/>
</p:tagLst>
</file>

<file path=ppt/tags/tag301.xml><?xml version="1.0" encoding="utf-8"?>
<p:tagLst xmlns:a="http://schemas.openxmlformats.org/drawingml/2006/main" xmlns:r="http://schemas.openxmlformats.org/officeDocument/2006/relationships" xmlns:p="http://schemas.openxmlformats.org/presentationml/2006/main">
  <p:tag name="LAYOUTPLACEHOLDERNAME" val="Slide - Page Number"/>
</p:tagLst>
</file>

<file path=ppt/tags/tag302.xml><?xml version="1.0" encoding="utf-8"?>
<p:tagLst xmlns:a="http://schemas.openxmlformats.org/drawingml/2006/main" xmlns:r="http://schemas.openxmlformats.org/officeDocument/2006/relationships" xmlns:p="http://schemas.openxmlformats.org/presentationml/2006/main">
  <p:tag name="LAYOUTPLACEHOLDERNAME" val="Slide - Title"/>
</p:tagLst>
</file>

<file path=ppt/tags/tag303.xml><?xml version="1.0" encoding="utf-8"?>
<p:tagLst xmlns:a="http://schemas.openxmlformats.org/drawingml/2006/main" xmlns:r="http://schemas.openxmlformats.org/officeDocument/2006/relationships" xmlns:p="http://schemas.openxmlformats.org/presentationml/2006/main">
  <p:tag name="LAYOUTPLACEHOLDERNAME" val="Slide - Section Title"/>
</p:tagLst>
</file>

<file path=ppt/tags/tag304.xml><?xml version="1.0" encoding="utf-8"?>
<p:tagLst xmlns:a="http://schemas.openxmlformats.org/drawingml/2006/main" xmlns:r="http://schemas.openxmlformats.org/officeDocument/2006/relationships" xmlns:p="http://schemas.openxmlformats.org/presentationml/2006/main">
  <p:tag name="AUTHOR2_SHOWPLACEHOLDERTITLE" val="TRUE"/>
  <p:tag name="AUTHOR2_SHOWPLACEHOLDERSUBTITLE" val="TRUE"/>
  <p:tag name="AUTHOR2_SHOWPLACEHOLDERSOURCE" val="TRUE"/>
  <p:tag name="AUTHOR2_SHOWSECTIONTITLE" val="TRUE"/>
  <p:tag name="AUTHOR_SLIDE_ID" val="e770a6a7-18eb-43be-9da4-bad62d9da627|2e05bad8-acab-4b64-87e2-5cb65713ae49|29ee9b28-36fc-421f-ba7d-d88bd0b195c1|4c41b4e6-bc92-496a-a498-4ab7b71ec028|e22a9634-7521-44f7-9abc-48e54695161a|14c6f8fa-a808-44d1-8633-1dfc15c8b01a|f306777a-ada7-4e49-a3e4-df6219cdb474|79e51cb5-5d93-4c2a-bbf9-cba6c002faf7|e3c3c48b-07b0-45b4-a6ca-d7743e44b746|a884e8de-e730-4631-a374-9304a7ca16df|0a0da308-742a-45bc-9a3a-665b48a86f85|102e8fb9-7751-453f-a3fc-4760b7a3e09b|928c5291-bdf1-4c34-a7a8-3ff413e50607|f3914fbe-da79-4a3b-936d-f130025336e4|307b22e8-1d4f-4539-bd7d-3d2b48106e31"/>
  <p:tag name="AUTHOR2_SHOWSECTIONTITLEONSLIDE" val="TRUE"/>
  <p:tag name="AUTHOR2_SHOWFOOTNOTE" val="TRUE"/>
  <p:tag name="AUTHOR2_ISSLIDEMAPWITHMASTER" val="TRUE"/>
  <p:tag name="SHAPENAMEADDED" val="false"/>
</p:tagLst>
</file>

<file path=ppt/tags/tag305.xml><?xml version="1.0" encoding="utf-8"?>
<p:tagLst xmlns:a="http://schemas.openxmlformats.org/drawingml/2006/main" xmlns:r="http://schemas.openxmlformats.org/officeDocument/2006/relationships" xmlns:p="http://schemas.openxmlformats.org/presentationml/2006/main">
  <p:tag name="LAYOUTPLACEHOLDERNAME" val="Slide - Page Number"/>
</p:tagLst>
</file>

<file path=ppt/tags/tag306.xml><?xml version="1.0" encoding="utf-8"?>
<p:tagLst xmlns:a="http://schemas.openxmlformats.org/drawingml/2006/main" xmlns:r="http://schemas.openxmlformats.org/officeDocument/2006/relationships" xmlns:p="http://schemas.openxmlformats.org/presentationml/2006/main">
  <p:tag name="LAYOUTPLACEHOLDERNAME" val="Slide - Title"/>
</p:tagLst>
</file>

<file path=ppt/tags/tag307.xml><?xml version="1.0" encoding="utf-8"?>
<p:tagLst xmlns:a="http://schemas.openxmlformats.org/drawingml/2006/main" xmlns:r="http://schemas.openxmlformats.org/officeDocument/2006/relationships" xmlns:p="http://schemas.openxmlformats.org/presentationml/2006/main">
  <p:tag name="LAYOUTPLACEHOLDERNAME" val="Slide - Section Title"/>
</p:tagLst>
</file>

<file path=ppt/tags/tag308.xml><?xml version="1.0" encoding="utf-8"?>
<p:tagLst xmlns:a="http://schemas.openxmlformats.org/drawingml/2006/main" xmlns:r="http://schemas.openxmlformats.org/officeDocument/2006/relationships" xmlns:p="http://schemas.openxmlformats.org/presentationml/2006/main">
  <p:tag name="AUTHOR2_SHOWPLACEHOLDERTITLE" val="TRUE"/>
  <p:tag name="AUTHOR2_SHOWPLACEHOLDERSUBTITLE" val="TRUE"/>
  <p:tag name="AUTHOR2_SHOWPLACEHOLDERSOURCE" val="TRUE"/>
  <p:tag name="AUTHOR2_SHOWSECTIONTITLE" val="TRUE"/>
  <p:tag name="AUTHOR_SLIDE_ID" val="e770a6a7-18eb-43be-9da4-bad62d9da627|2e05bad8-acab-4b64-87e2-5cb65713ae49|29ee9b28-36fc-421f-ba7d-d88bd0b195c1|4c41b4e6-bc92-496a-a498-4ab7b71ec028|e22a9634-7521-44f7-9abc-48e54695161a|14c6f8fa-a808-44d1-8633-1dfc15c8b01a|f306777a-ada7-4e49-a3e4-df6219cdb474|79e51cb5-5d93-4c2a-bbf9-cba6c002faf7|e3c3c48b-07b0-45b4-a6ca-d7743e44b746|a884e8de-e730-4631-a374-9304a7ca16df|0a0da308-742a-45bc-9a3a-665b48a86f85|102e8fb9-7751-453f-a3fc-4760b7a3e09b|928c5291-bdf1-4c34-a7a8-3ff413e50607|f3914fbe-da79-4a3b-936d-f130025336e4|307b22e8-1d4f-4539-bd7d-3d2b48106e31"/>
  <p:tag name="AUTHOR2_SHOWSECTIONTITLEONSLIDE" val="TRUE"/>
  <p:tag name="AUTHOR2_SHOWFOOTNOTE" val="TRUE"/>
  <p:tag name="AUTHOR2_ISSLIDEMAPWITHMASTER" val="TRUE"/>
  <p:tag name="SHAPENAMEADDED" val="false"/>
</p:tagLst>
</file>

<file path=ppt/tags/tag309.xml><?xml version="1.0" encoding="utf-8"?>
<p:tagLst xmlns:a="http://schemas.openxmlformats.org/drawingml/2006/main" xmlns:r="http://schemas.openxmlformats.org/officeDocument/2006/relationships" xmlns:p="http://schemas.openxmlformats.org/presentationml/2006/main">
  <p:tag name="LAYOUTPLACEHOLDERNAME" val="Slide - Page Number"/>
</p:tagLst>
</file>

<file path=ppt/tags/tag310.xml><?xml version="1.0" encoding="utf-8"?>
<p:tagLst xmlns:a="http://schemas.openxmlformats.org/drawingml/2006/main" xmlns:r="http://schemas.openxmlformats.org/officeDocument/2006/relationships" xmlns:p="http://schemas.openxmlformats.org/presentationml/2006/main">
  <p:tag name="LAYOUTPLACEHOLDERNAME" val="Slide - Title"/>
</p:tagLst>
</file>

<file path=ppt/tags/tag311.xml><?xml version="1.0" encoding="utf-8"?>
<p:tagLst xmlns:a="http://schemas.openxmlformats.org/drawingml/2006/main" xmlns:r="http://schemas.openxmlformats.org/officeDocument/2006/relationships" xmlns:p="http://schemas.openxmlformats.org/presentationml/2006/main">
  <p:tag name="LAYOUTPLACEHOLDERNAME" val="Slide - Section Title"/>
</p:tagLst>
</file>

<file path=ppt/theme/theme1.xml><?xml version="1.0" encoding="utf-8"?>
<a:theme xmlns:a="http://schemas.openxmlformats.org/drawingml/2006/main" name="1_BMO">
  <a:themeElements>
    <a:clrScheme name="Custom 1">
      <a:dk1>
        <a:srgbClr val="000000"/>
      </a:dk1>
      <a:lt1>
        <a:srgbClr val="FFFFFF"/>
      </a:lt1>
      <a:dk2>
        <a:srgbClr val="44546A"/>
      </a:dk2>
      <a:lt2>
        <a:srgbClr val="E7E6E6"/>
      </a:lt2>
      <a:accent1>
        <a:srgbClr val="0000F2"/>
      </a:accent1>
      <a:accent2>
        <a:srgbClr val="1A0B60"/>
      </a:accent2>
      <a:accent3>
        <a:srgbClr val="00D3BF"/>
      </a:accent3>
      <a:accent4>
        <a:srgbClr val="00BDAA"/>
      </a:accent4>
      <a:accent5>
        <a:srgbClr val="59CAFA"/>
      </a:accent5>
      <a:accent6>
        <a:srgbClr val="307CEF"/>
      </a:accent6>
      <a:hlink>
        <a:srgbClr val="0000F2"/>
      </a:hlink>
      <a:folHlink>
        <a:srgbClr val="00D3BF"/>
      </a:folHlink>
    </a:clrScheme>
    <a:fontScheme name="Standard Slides">
      <a:majorFont>
        <a:latin typeface="Dax-Medium"/>
        <a:ea typeface="LF_Kai"/>
        <a:cs typeface=""/>
      </a:majorFont>
      <a:minorFont>
        <a:latin typeface="Arial"/>
        <a:ea typeface="LF_Ka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accent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1081088" rtl="0" eaLnBrk="1" fontAlgn="base" latinLnBrk="0" hangingPunct="1">
          <a:lnSpc>
            <a:spcPct val="100000"/>
          </a:lnSpc>
          <a:spcBef>
            <a:spcPct val="0"/>
          </a:spcBef>
          <a:spcAft>
            <a:spcPct val="0"/>
          </a:spcAft>
          <a:buClrTx/>
          <a:buSzTx/>
          <a:buFontTx/>
          <a:buNone/>
          <a:tabLst/>
          <a:defRPr kumimoji="0" sz="1200" b="0" i="0" u="none" strike="noStrike" cap="none" normalizeH="0" baseline="0" smtClean="0">
            <a:ln>
              <a:noFill/>
            </a:ln>
            <a:solidFill>
              <a:schemeClr val="tx1"/>
            </a:solidFill>
            <a:effectLst/>
            <a:latin typeface="Arial" charset="0"/>
          </a:defRPr>
        </a:defPPr>
      </a:lstStyle>
    </a:spDef>
    <a:lnDef>
      <a:spPr bwMode="auto">
        <a:noFill/>
        <a:ln w="9525" cap="flat" cmpd="sng" algn="ctr">
          <a:solidFill>
            <a:schemeClr val="accent1"/>
          </a:solidFill>
          <a:prstDash val="solid"/>
          <a:round/>
          <a:headEnd type="none" w="med" len="med"/>
          <a:tailEnd type="none" w="med" len="med"/>
        </a:ln>
        <a:effectLst/>
      </a:spPr>
      <a:bodyPr/>
      <a:lstStyle/>
    </a:lnDef>
    <a:txDef>
      <a:spPr>
        <a:noFill/>
      </a:spPr>
      <a:bodyPr wrap="none" lIns="0" tIns="45720" rIns="0" bIns="45720" rtlCol="0">
        <a:spAutoFit/>
      </a:bodyPr>
      <a:lstStyle>
        <a:defPPr algn="l">
          <a:defRPr sz="1000" dirty="0" err="1" smtClean="0"/>
        </a:defPPr>
      </a:lstStyle>
    </a:txDef>
  </a:objectDefaults>
  <a:extraClrSchemeLst>
    <a:extraClrScheme>
      <a:clrScheme name="Standard Slides 1">
        <a:dk1>
          <a:srgbClr val="000000"/>
        </a:dk1>
        <a:lt1>
          <a:srgbClr val="FFFFFF"/>
        </a:lt1>
        <a:dk2>
          <a:srgbClr val="1A2E5A"/>
        </a:dk2>
        <a:lt2>
          <a:srgbClr val="E8E7E8"/>
        </a:lt2>
        <a:accent1>
          <a:srgbClr val="FFFFFF"/>
        </a:accent1>
        <a:accent2>
          <a:srgbClr val="1A2E5A"/>
        </a:accent2>
        <a:accent3>
          <a:srgbClr val="FFFFFF"/>
        </a:accent3>
        <a:accent4>
          <a:srgbClr val="000000"/>
        </a:accent4>
        <a:accent5>
          <a:srgbClr val="FFFFFF"/>
        </a:accent5>
        <a:accent6>
          <a:srgbClr val="162951"/>
        </a:accent6>
        <a:hlink>
          <a:srgbClr val="095BA6"/>
        </a:hlink>
        <a:folHlink>
          <a:srgbClr val="CCE3F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BMO" id="{474E6A0E-3F55-4691-BA1F-0BE808A404CC}" vid="{E92F25DB-491D-4672-BABD-2468C30F1857}"/>
    </a:ext>
  </a:extLst>
</a:theme>
</file>

<file path=ppt/theme/theme2.xml><?xml version="1.0" encoding="utf-8"?>
<a:theme xmlns:a="http://schemas.openxmlformats.org/drawingml/2006/main" name="1_Author_Template_English_Letter">
  <a:themeElements>
    <a:clrScheme name="Custom 1">
      <a:dk1>
        <a:srgbClr val="000000"/>
      </a:dk1>
      <a:lt1>
        <a:srgbClr val="FFFFFF"/>
      </a:lt1>
      <a:dk2>
        <a:srgbClr val="1240BC"/>
      </a:dk2>
      <a:lt2>
        <a:srgbClr val="F3F6FA"/>
      </a:lt2>
      <a:accent1>
        <a:srgbClr val="1657DD"/>
      </a:accent1>
      <a:accent2>
        <a:srgbClr val="03B1C8"/>
      </a:accent2>
      <a:accent3>
        <a:srgbClr val="137CDC"/>
      </a:accent3>
      <a:accent4>
        <a:srgbClr val="0F97E3"/>
      </a:accent4>
      <a:accent5>
        <a:srgbClr val="6968F6"/>
      </a:accent5>
      <a:accent6>
        <a:srgbClr val="1A0C61"/>
      </a:accent6>
      <a:hlink>
        <a:srgbClr val="50CEFF"/>
      </a:hlink>
      <a:folHlink>
        <a:srgbClr val="A2A2A2"/>
      </a:folHlink>
    </a:clrScheme>
    <a:fontScheme name="Accelerant">
      <a:majorFont>
        <a:latin typeface="Nunito"/>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w="19050">
          <a:solidFill>
            <a:schemeClr val="tx2"/>
          </a:solidFill>
        </a:ln>
      </a:spPr>
      <a:bodyPr rot="0" spcFirstLastPara="0" vertOverflow="overflow" horzOverflow="overflow" vert="horz" wrap="square" lIns="46800" tIns="45720" rIns="46800" bIns="45720" numCol="1" spcCol="0" rtlCol="0" fromWordArt="0" anchor="ctr" anchorCtr="0" forceAA="0" compatLnSpc="1">
        <a:prstTxWarp prst="textNoShape">
          <a:avLst/>
        </a:prstTxWarp>
        <a:noAutofit/>
      </a:bodyPr>
      <a:lstStyle>
        <a:defPPr algn="ctr">
          <a:spcBef>
            <a:spcPts val="400"/>
          </a:spcBef>
          <a:defRPr sz="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chor="t">
        <a:spAutoFit/>
      </a:bodyPr>
      <a:lstStyle>
        <a:defPPr algn="l">
          <a:spcBef>
            <a:spcPts val="400"/>
          </a:spcBef>
          <a:defRPr sz="800" dirty="0" smtClean="0"/>
        </a:defPPr>
      </a:lstStyle>
      <a:style>
        <a:lnRef idx="0">
          <a:scrgbClr r="0" g="0" b="0"/>
        </a:lnRef>
        <a:fillRef idx="0">
          <a:scrgbClr r="0" g="0" b="0"/>
        </a:fillRef>
        <a:effectRef idx="0">
          <a:scrgbClr r="0" g="0" b="0"/>
        </a:effectRef>
        <a:fontRef idx="minor">
          <a:schemeClr val="tx1"/>
        </a:fontRef>
      </a:style>
    </a:txDef>
  </a:objectDefaults>
  <a:extraClrSchemeLst/>
  <a:custClrLst>
    <a:custClr name="Dark Green">
      <a:srgbClr val="2D8F78"/>
    </a:custClr>
    <a:custClr name="Sky Blue">
      <a:srgbClr val="71D1D5"/>
    </a:custClr>
    <a:custClr name="Violet">
      <a:srgbClr val="929BCA"/>
    </a:custClr>
    <a:custClr name="Light Violet">
      <a:srgbClr val="D5D9EB"/>
    </a:custClr>
    <a:custClr name="Crimson">
      <a:srgbClr val="B4425D"/>
    </a:custClr>
    <a:custClr name="Beige">
      <a:srgbClr val="E3D7AB"/>
    </a:custClr>
    <a:custClr name="Bronze">
      <a:srgbClr val="C3842F"/>
    </a:custClr>
    <a:custClr name="Light Green">
      <a:srgbClr val="89B871"/>
    </a:custClr>
    <a:custClr name="Teal">
      <a:srgbClr val="4DB0C4"/>
    </a:custClr>
    <a:custClr name="Purple">
      <a:srgbClr val="AA7BB2"/>
    </a:custClr>
    <a:custClr name="Royal Blue">
      <a:srgbClr val="247DC2"/>
    </a:custClr>
    <a:custClr name="Dark Blue">
      <a:srgbClr val="003064"/>
    </a:custClr>
  </a:custClrLst>
  <a:extLst>
    <a:ext uri="{05A4C25C-085E-4340-85A3-A5531E510DB2}">
      <thm15:themeFamily xmlns:thm15="http://schemas.microsoft.com/office/thememl/2012/main" name="Presentation1" id="{26DD8F77-E43C-4426-B2CC-D0567927D5FF}" vid="{7784C313-D884-4C12-9B3D-C6E3AC8BC214}"/>
    </a:ext>
  </a:extLst>
</a:theme>
</file>

<file path=ppt/theme/theme3.xml><?xml version="1.0" encoding="utf-8"?>
<a:theme xmlns:a="http://schemas.openxmlformats.org/drawingml/2006/main" name="Office Them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organ Stanley (All Purpose)">
    <a:dk1>
      <a:srgbClr val="000000"/>
    </a:dk1>
    <a:lt1>
      <a:srgbClr val="FFFFFF"/>
    </a:lt1>
    <a:dk2>
      <a:srgbClr val="1400F4"/>
    </a:dk2>
    <a:lt2>
      <a:srgbClr val="F3F6FA"/>
    </a:lt2>
    <a:accent1>
      <a:srgbClr val="1400F4"/>
    </a:accent1>
    <a:accent2>
      <a:srgbClr val="03B1C8"/>
    </a:accent2>
    <a:accent3>
      <a:srgbClr val="F2C162"/>
    </a:accent3>
    <a:accent4>
      <a:srgbClr val="ED6F85"/>
    </a:accent4>
    <a:accent5>
      <a:srgbClr val="6968F6"/>
    </a:accent5>
    <a:accent6>
      <a:srgbClr val="1A0C61"/>
    </a:accent6>
    <a:hlink>
      <a:srgbClr val="50CEFF"/>
    </a:hlink>
    <a:folHlink>
      <a:srgbClr val="A2A2A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41EB71E931F5143906E58D3FD34F2E4" ma:contentTypeVersion="14" ma:contentTypeDescription="Create a new document." ma:contentTypeScope="" ma:versionID="81b347b8cd9016207905862344cc2e17">
  <xsd:schema xmlns:xsd="http://www.w3.org/2001/XMLSchema" xmlns:xs="http://www.w3.org/2001/XMLSchema" xmlns:p="http://schemas.microsoft.com/office/2006/metadata/properties" xmlns:ns2="10aa3674-0339-49df-bf26-c7e16b290cef" xmlns:ns3="723ae8dd-bda9-48c2-8ef4-07d4eb6052a2" targetNamespace="http://schemas.microsoft.com/office/2006/metadata/properties" ma:root="true" ma:fieldsID="fee37aace6a87101593f1cfa6d50dbcf" ns2:_="" ns3:_="">
    <xsd:import namespace="10aa3674-0339-49df-bf26-c7e16b290cef"/>
    <xsd:import namespace="723ae8dd-bda9-48c2-8ef4-07d4eb6052a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aa3674-0339-49df-bf26-c7e16b290c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9ee4240d-571b-4302-9f7c-93fc51b5294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23ae8dd-bda9-48c2-8ef4-07d4eb6052a2"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bdff6ffd-5ac9-4d23-b786-577b7de49803}" ma:internalName="TaxCatchAll" ma:showField="CatchAllData" ma:web="723ae8dd-bda9-48c2-8ef4-07d4eb6052a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23ae8dd-bda9-48c2-8ef4-07d4eb6052a2" xsi:nil="true"/>
    <lcf76f155ced4ddcb4097134ff3c332f xmlns="10aa3674-0339-49df-bf26-c7e16b290ce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BF7E812-7687-4FA5-A646-3974E2164E23}">
  <ds:schemaRefs>
    <ds:schemaRef ds:uri="http://schemas.microsoft.com/sharepoint/v3/contenttype/forms"/>
  </ds:schemaRefs>
</ds:datastoreItem>
</file>

<file path=customXml/itemProps2.xml><?xml version="1.0" encoding="utf-8"?>
<ds:datastoreItem xmlns:ds="http://schemas.openxmlformats.org/officeDocument/2006/customXml" ds:itemID="{0FCDED69-F0E8-4533-B1CA-691A099A3DF2}">
  <ds:schemaRefs>
    <ds:schemaRef ds:uri="10aa3674-0339-49df-bf26-c7e16b290cef"/>
    <ds:schemaRef ds:uri="723ae8dd-bda9-48c2-8ef4-07d4eb6052a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236EF0A-D9EE-4481-92CB-3D2C536EA131}">
  <ds:schemaRefs>
    <ds:schemaRef ds:uri="10aa3674-0339-49df-bf26-c7e16b290cef"/>
    <ds:schemaRef ds:uri="1e61b6e3-0fd3-4865-ae30-0ee2769d5b9c"/>
    <ds:schemaRef ds:uri="71c147ef-e99f-4f8f-b03c-1e09c9e12696"/>
    <ds:schemaRef ds:uri="723ae8dd-bda9-48c2-8ef4-07d4eb6052a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Application>Microsoft Office PowerPoint</Application>
  <PresentationFormat>Custom</PresentationFormat>
  <Slides>59</Slides>
  <Notes>13</Notes>
  <HiddenSlides>0</HiddenSlides>
  <ScaleCrop>false</ScaleCrop>
  <HeadingPairs>
    <vt:vector size="4" baseType="variant">
      <vt:variant>
        <vt:lpstr>Theme</vt:lpstr>
      </vt:variant>
      <vt:variant>
        <vt:i4>2</vt:i4>
      </vt:variant>
      <vt:variant>
        <vt:lpstr>Slide Titles</vt:lpstr>
      </vt:variant>
      <vt:variant>
        <vt:i4>59</vt:i4>
      </vt:variant>
    </vt:vector>
  </HeadingPairs>
  <TitlesOfParts>
    <vt:vector size="61" baseType="lpstr">
      <vt:lpstr>1_BMO</vt:lpstr>
      <vt:lpstr>1_Author_Template_English_Letter</vt:lpstr>
      <vt:lpstr>PowerPoint Lunch n Learn</vt:lpstr>
      <vt:lpstr>Introductions</vt:lpstr>
      <vt:lpstr>Why PowerPoint matters (even though they’re annoying)?</vt:lpstr>
      <vt:lpstr>Two parts to the presentation today</vt:lpstr>
      <vt:lpstr>Topic A | Effective storytelling</vt:lpstr>
      <vt:lpstr> “There is a real art in telling a story, in convincing people. Getting people to come on board with the points you are trying to get across is much more valuable than making sure that every talking point has been pushed out there.”</vt:lpstr>
      <vt:lpstr>Structuring a slide deck | Why is story lining an essential first step for any presentation?</vt:lpstr>
      <vt:lpstr>Key dimensions of the story you’re trying to tell</vt:lpstr>
      <vt:lpstr>Bringing it to life | Pyramid principle elevates answer to the top</vt:lpstr>
      <vt:lpstr>In practice, most presentations have ~5 parts</vt:lpstr>
      <vt:lpstr>What makes a great slide?</vt:lpstr>
      <vt:lpstr>Titles / Sub-titles | Help share most important message(s)</vt:lpstr>
      <vt:lpstr>Exercise | Writing better titles</vt:lpstr>
      <vt:lpstr>Double click | Slide titles link the story together</vt:lpstr>
      <vt:lpstr>Footnotes | Provide citation and/or explanatory information</vt:lpstr>
      <vt:lpstr>PowerPoint Presentation</vt:lpstr>
      <vt:lpstr>Things to avoid in the slide body</vt:lpstr>
      <vt:lpstr>Visuals | Four common types of visuals in a deck</vt:lpstr>
      <vt:lpstr>Charts | Help demonstrate different kinds of relationships</vt:lpstr>
      <vt:lpstr>Language | Good writing clarifies thinking before communicating</vt:lpstr>
      <vt:lpstr>Draft – drain – refine to get to good slide language</vt:lpstr>
      <vt:lpstr>Design principles | 5 critical principles create harmony in a deck</vt:lpstr>
      <vt:lpstr>Detail | Design principles to create slide harmony</vt:lpstr>
      <vt:lpstr>Double click | Unity in a presentation</vt:lpstr>
      <vt:lpstr>Visually introduce ‘key messages’…</vt:lpstr>
      <vt:lpstr>PowerPoint Presentation</vt:lpstr>
      <vt:lpstr>Executive Summary – Insurer Operations</vt:lpstr>
      <vt:lpstr>Topic 2 | Tips and tricks</vt:lpstr>
      <vt:lpstr>Do you like sleep?</vt:lpstr>
      <vt:lpstr>Three categories of tips and tricks</vt:lpstr>
      <vt:lpstr>PowerPoint Presentation</vt:lpstr>
      <vt:lpstr>Quick Access Toolbar (QAT) | Customize the QAT for your needs</vt:lpstr>
      <vt:lpstr>How to add and a list of "my" QAT commands; you know what you use the most, do what's right for you</vt:lpstr>
      <vt:lpstr>Basic shortcuts | Learn the critical PPT native shortcuts</vt:lpstr>
      <vt:lpstr>Slide checklist | Before circulating a deck to leadership or your team, ask yourself, "Have I…" </vt:lpstr>
      <vt:lpstr>PowerPoint Presentation</vt:lpstr>
      <vt:lpstr>A list of Efficient Elements I use most frequently</vt:lpstr>
      <vt:lpstr>Charting | Objectives and tactics (I/III)</vt:lpstr>
      <vt:lpstr>Charting | Objectives and tactics (II/III)</vt:lpstr>
      <vt:lpstr>Charting | Objectives and tactics (III/III)</vt:lpstr>
      <vt:lpstr>Thinkcell makes creating impressive charts much easier</vt:lpstr>
      <vt:lpstr>Matrix of Think-Cell graphics and use cases</vt:lpstr>
      <vt:lpstr>Other parting tips…</vt:lpstr>
      <vt:lpstr>PowerPoint Presentation</vt:lpstr>
      <vt:lpstr>Appendix 1</vt:lpstr>
      <vt:lpstr>“Acme” geographic mix</vt:lpstr>
      <vt:lpstr>Option 1</vt:lpstr>
      <vt:lpstr>Option 2</vt:lpstr>
      <vt:lpstr>Option 3</vt:lpstr>
      <vt:lpstr>Option 4</vt:lpstr>
      <vt:lpstr>Option 5</vt:lpstr>
      <vt:lpstr>Accelerant BHAG</vt:lpstr>
      <vt:lpstr>Audacious Aspiration – Additional Organic Growth</vt:lpstr>
      <vt:lpstr>Audacious Aspiration – Accelerant Basic</vt:lpstr>
      <vt:lpstr>Audacious Aspiration – Captives (via Velox Re)</vt:lpstr>
      <vt:lpstr>Audacious Aspiration – Lloyd’s</vt:lpstr>
      <vt:lpstr>Audacious Aspiration – Hummingbird &amp; WoodStar</vt:lpstr>
      <vt:lpstr>Audacious Aspiration – Accelerant Product Marketplace (fka Digital Distribution)</vt:lpstr>
      <vt:lpstr>Audacious Aspiration – Premium Build Conclusion</vt:lpstr>
    </vt:vector>
  </TitlesOfParts>
  <Company>BMO Financial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Presentation</dc:title>
  <dc:creator>Prieto, Paola</dc:creator>
  <cp:revision>5</cp:revision>
  <dcterms:created xsi:type="dcterms:W3CDTF">2017-08-23T16:47:16Z</dcterms:created>
  <dcterms:modified xsi:type="dcterms:W3CDTF">2026-04-21T17:29:03Z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f00cb3-7a5d-4674-b157-6d675423df49_Enabled">
    <vt:lpwstr>true</vt:lpwstr>
  </property>
  <property fmtid="{D5CDD505-2E9C-101B-9397-08002B2CF9AE}" pid="3" name="MSIP_Label_0cf00cb3-7a5d-4674-b157-6d675423df49_SetDate">
    <vt:lpwstr>2022-05-18T20:15:00Z</vt:lpwstr>
  </property>
  <property fmtid="{D5CDD505-2E9C-101B-9397-08002B2CF9AE}" pid="4" name="MSIP_Label_0cf00cb3-7a5d-4674-b157-6d675423df49_Method">
    <vt:lpwstr>Standard</vt:lpwstr>
  </property>
  <property fmtid="{D5CDD505-2E9C-101B-9397-08002B2CF9AE}" pid="5" name="MSIP_Label_0cf00cb3-7a5d-4674-b157-6d675423df49_Name">
    <vt:lpwstr>Internal</vt:lpwstr>
  </property>
  <property fmtid="{D5CDD505-2E9C-101B-9397-08002B2CF9AE}" pid="6" name="MSIP_Label_0cf00cb3-7a5d-4674-b157-6d675423df49_SiteId">
    <vt:lpwstr>ece76e02-a02b-4c4a-906d-98a34c5ce07a</vt:lpwstr>
  </property>
  <property fmtid="{D5CDD505-2E9C-101B-9397-08002B2CF9AE}" pid="7" name="MSIP_Label_0cf00cb3-7a5d-4674-b157-6d675423df49_ActionId">
    <vt:lpwstr>c4feeaab-063c-4c17-ac03-e6f57f9d3c75</vt:lpwstr>
  </property>
  <property fmtid="{D5CDD505-2E9C-101B-9397-08002B2CF9AE}" pid="8" name="MSIP_Label_0cf00cb3-7a5d-4674-b157-6d675423df49_ContentBits">
    <vt:lpwstr>0</vt:lpwstr>
  </property>
  <property fmtid="{D5CDD505-2E9C-101B-9397-08002B2CF9AE}" pid="9" name="ContentTypeId">
    <vt:lpwstr>0x010100141EB71E931F5143906E58D3FD34F2E4</vt:lpwstr>
  </property>
  <property fmtid="{D5CDD505-2E9C-101B-9397-08002B2CF9AE}" pid="10" name="MediaServiceImageTags">
    <vt:lpwstr/>
  </property>
  <property fmtid="{D5CDD505-2E9C-101B-9397-08002B2CF9AE}" pid="11" name="MSIP_Label_282bf684-df26-4858-acfe-97fadb7ff4a1_Enabled">
    <vt:lpwstr>true</vt:lpwstr>
  </property>
  <property fmtid="{D5CDD505-2E9C-101B-9397-08002B2CF9AE}" pid="12" name="MSIP_Label_282bf684-df26-4858-acfe-97fadb7ff4a1_SetDate">
    <vt:lpwstr>2024-08-01T20:33:16Z</vt:lpwstr>
  </property>
  <property fmtid="{D5CDD505-2E9C-101B-9397-08002B2CF9AE}" pid="13" name="MSIP_Label_282bf684-df26-4858-acfe-97fadb7ff4a1_Method">
    <vt:lpwstr>Standard</vt:lpwstr>
  </property>
  <property fmtid="{D5CDD505-2E9C-101B-9397-08002B2CF9AE}" pid="14" name="MSIP_Label_282bf684-df26-4858-acfe-97fadb7ff4a1_Name">
    <vt:lpwstr>Confidential</vt:lpwstr>
  </property>
  <property fmtid="{D5CDD505-2E9C-101B-9397-08002B2CF9AE}" pid="15" name="MSIP_Label_282bf684-df26-4858-acfe-97fadb7ff4a1_SiteId">
    <vt:lpwstr>7f2a4710-29fa-4343-8422-e2cf0174c0ec</vt:lpwstr>
  </property>
  <property fmtid="{D5CDD505-2E9C-101B-9397-08002B2CF9AE}" pid="16" name="MSIP_Label_282bf684-df26-4858-acfe-97fadb7ff4a1_ActionId">
    <vt:lpwstr>bca21912-f874-4990-a8ce-4ce44ea75540</vt:lpwstr>
  </property>
  <property fmtid="{D5CDD505-2E9C-101B-9397-08002B2CF9AE}" pid="17" name="MSIP_Label_282bf684-df26-4858-acfe-97fadb7ff4a1_ContentBits">
    <vt:lpwstr>2</vt:lpwstr>
  </property>
  <property fmtid="{D5CDD505-2E9C-101B-9397-08002B2CF9AE}" pid="18" name="ClassificationContentMarkingFooterLocations">
    <vt:lpwstr>1_BMO:7</vt:lpwstr>
  </property>
  <property fmtid="{D5CDD505-2E9C-101B-9397-08002B2CF9AE}" pid="19" name="ClassificationContentMarkingFooterText">
    <vt:lpwstr>Confidential</vt:lpwstr>
  </property>
</Properties>
</file>